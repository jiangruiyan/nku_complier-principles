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Override1.xml" ContentType="application/vnd.openxmlformats-officedocument.themeOverrid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56"/>
  </p:notesMasterIdLst>
  <p:handoutMasterIdLst>
    <p:handoutMasterId r:id="rId157"/>
  </p:handoutMasterIdLst>
  <p:sldIdLst>
    <p:sldId id="256" r:id="rId3"/>
    <p:sldId id="363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9" r:id="rId16"/>
    <p:sldId id="270" r:id="rId17"/>
    <p:sldId id="271" r:id="rId18"/>
    <p:sldId id="272" r:id="rId19"/>
    <p:sldId id="273" r:id="rId20"/>
    <p:sldId id="366" r:id="rId21"/>
    <p:sldId id="274" r:id="rId22"/>
    <p:sldId id="367" r:id="rId23"/>
    <p:sldId id="275" r:id="rId24"/>
    <p:sldId id="276" r:id="rId25"/>
    <p:sldId id="277" r:id="rId26"/>
    <p:sldId id="278" r:id="rId27"/>
    <p:sldId id="279" r:id="rId28"/>
    <p:sldId id="368" r:id="rId29"/>
    <p:sldId id="280" r:id="rId30"/>
    <p:sldId id="381" r:id="rId31"/>
    <p:sldId id="282" r:id="rId32"/>
    <p:sldId id="281" r:id="rId33"/>
    <p:sldId id="365" r:id="rId34"/>
    <p:sldId id="283" r:id="rId35"/>
    <p:sldId id="384" r:id="rId36"/>
    <p:sldId id="284" r:id="rId37"/>
    <p:sldId id="285" r:id="rId38"/>
    <p:sldId id="286" r:id="rId39"/>
    <p:sldId id="287" r:id="rId40"/>
    <p:sldId id="387" r:id="rId41"/>
    <p:sldId id="386" r:id="rId42"/>
    <p:sldId id="388" r:id="rId43"/>
    <p:sldId id="288" r:id="rId44"/>
    <p:sldId id="369" r:id="rId45"/>
    <p:sldId id="289" r:id="rId46"/>
    <p:sldId id="370" r:id="rId47"/>
    <p:sldId id="290" r:id="rId48"/>
    <p:sldId id="291" r:id="rId49"/>
    <p:sldId id="382" r:id="rId50"/>
    <p:sldId id="292" r:id="rId51"/>
    <p:sldId id="293" r:id="rId52"/>
    <p:sldId id="294" r:id="rId53"/>
    <p:sldId id="295" r:id="rId54"/>
    <p:sldId id="296" r:id="rId55"/>
    <p:sldId id="301" r:id="rId56"/>
    <p:sldId id="371" r:id="rId57"/>
    <p:sldId id="297" r:id="rId58"/>
    <p:sldId id="298" r:id="rId59"/>
    <p:sldId id="299" r:id="rId60"/>
    <p:sldId id="300" r:id="rId61"/>
    <p:sldId id="302" r:id="rId62"/>
    <p:sldId id="303" r:id="rId63"/>
    <p:sldId id="304" r:id="rId64"/>
    <p:sldId id="305" r:id="rId65"/>
    <p:sldId id="383" r:id="rId66"/>
    <p:sldId id="503" r:id="rId67"/>
    <p:sldId id="504" r:id="rId68"/>
    <p:sldId id="505" r:id="rId69"/>
    <p:sldId id="506" r:id="rId70"/>
    <p:sldId id="507" r:id="rId71"/>
    <p:sldId id="396" r:id="rId72"/>
    <p:sldId id="415" r:id="rId73"/>
    <p:sldId id="397" r:id="rId74"/>
    <p:sldId id="307" r:id="rId75"/>
    <p:sldId id="372" r:id="rId76"/>
    <p:sldId id="308" r:id="rId77"/>
    <p:sldId id="309" r:id="rId78"/>
    <p:sldId id="310" r:id="rId79"/>
    <p:sldId id="311" r:id="rId80"/>
    <p:sldId id="313" r:id="rId81"/>
    <p:sldId id="373" r:id="rId82"/>
    <p:sldId id="314" r:id="rId83"/>
    <p:sldId id="315" r:id="rId84"/>
    <p:sldId id="374" r:id="rId85"/>
    <p:sldId id="375" r:id="rId86"/>
    <p:sldId id="316" r:id="rId87"/>
    <p:sldId id="376" r:id="rId88"/>
    <p:sldId id="317" r:id="rId89"/>
    <p:sldId id="318" r:id="rId90"/>
    <p:sldId id="319" r:id="rId91"/>
    <p:sldId id="320" r:id="rId92"/>
    <p:sldId id="321" r:id="rId93"/>
    <p:sldId id="322" r:id="rId94"/>
    <p:sldId id="323" r:id="rId95"/>
    <p:sldId id="324" r:id="rId96"/>
    <p:sldId id="377" r:id="rId97"/>
    <p:sldId id="325" r:id="rId98"/>
    <p:sldId id="326" r:id="rId99"/>
    <p:sldId id="327" r:id="rId100"/>
    <p:sldId id="378" r:id="rId101"/>
    <p:sldId id="328" r:id="rId102"/>
    <p:sldId id="329" r:id="rId103"/>
    <p:sldId id="330" r:id="rId104"/>
    <p:sldId id="331" r:id="rId105"/>
    <p:sldId id="332" r:id="rId106"/>
    <p:sldId id="333" r:id="rId107"/>
    <p:sldId id="334" r:id="rId108"/>
    <p:sldId id="335" r:id="rId109"/>
    <p:sldId id="336" r:id="rId110"/>
    <p:sldId id="337" r:id="rId111"/>
    <p:sldId id="338" r:id="rId112"/>
    <p:sldId id="339" r:id="rId113"/>
    <p:sldId id="340" r:id="rId114"/>
    <p:sldId id="341" r:id="rId115"/>
    <p:sldId id="385" r:id="rId116"/>
    <p:sldId id="342" r:id="rId117"/>
    <p:sldId id="343" r:id="rId118"/>
    <p:sldId id="344" r:id="rId119"/>
    <p:sldId id="379" r:id="rId120"/>
    <p:sldId id="364" r:id="rId121"/>
    <p:sldId id="380" r:id="rId122"/>
    <p:sldId id="345" r:id="rId123"/>
    <p:sldId id="346" r:id="rId124"/>
    <p:sldId id="347" r:id="rId125"/>
    <p:sldId id="348" r:id="rId126"/>
    <p:sldId id="349" r:id="rId127"/>
    <p:sldId id="350" r:id="rId128"/>
    <p:sldId id="351" r:id="rId129"/>
    <p:sldId id="352" r:id="rId130"/>
    <p:sldId id="353" r:id="rId131"/>
    <p:sldId id="354" r:id="rId132"/>
    <p:sldId id="355" r:id="rId133"/>
    <p:sldId id="356" r:id="rId134"/>
    <p:sldId id="357" r:id="rId135"/>
    <p:sldId id="358" r:id="rId136"/>
    <p:sldId id="359" r:id="rId137"/>
    <p:sldId id="360" r:id="rId138"/>
    <p:sldId id="361" r:id="rId139"/>
    <p:sldId id="389" r:id="rId140"/>
    <p:sldId id="390" r:id="rId141"/>
    <p:sldId id="391" r:id="rId142"/>
    <p:sldId id="392" r:id="rId143"/>
    <p:sldId id="393" r:id="rId144"/>
    <p:sldId id="394" r:id="rId145"/>
    <p:sldId id="395" r:id="rId146"/>
    <p:sldId id="362" r:id="rId147"/>
    <p:sldId id="495" r:id="rId148"/>
    <p:sldId id="496" r:id="rId149"/>
    <p:sldId id="497" r:id="rId150"/>
    <p:sldId id="498" r:id="rId151"/>
    <p:sldId id="499" r:id="rId152"/>
    <p:sldId id="500" r:id="rId153"/>
    <p:sldId id="501" r:id="rId154"/>
    <p:sldId id="502" r:id="rId155"/>
  </p:sldIdLst>
  <p:sldSz cx="9144000" cy="6858000" type="screen4x3"/>
  <p:notesSz cx="6756400" cy="9867900"/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Symbol" panose="05050102010706020507" pitchFamily="18" charset="2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Symbol" panose="05050102010706020507" pitchFamily="18" charset="2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Symbol" panose="05050102010706020507" pitchFamily="18" charset="2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Symbol" panose="05050102010706020507" pitchFamily="18" charset="2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Symbol" panose="05050102010706020507" pitchFamily="18" charset="2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umimoji="1" sz="2400" kern="1200">
        <a:solidFill>
          <a:schemeClr val="tx1"/>
        </a:solidFill>
        <a:latin typeface="Symbol" panose="05050102010706020507" pitchFamily="18" charset="2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umimoji="1" sz="2400" kern="1200">
        <a:solidFill>
          <a:schemeClr val="tx1"/>
        </a:solidFill>
        <a:latin typeface="Symbol" panose="05050102010706020507" pitchFamily="18" charset="2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umimoji="1" sz="2400" kern="1200">
        <a:solidFill>
          <a:schemeClr val="tx1"/>
        </a:solidFill>
        <a:latin typeface="Symbol" panose="05050102010706020507" pitchFamily="18" charset="2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umimoji="1" sz="2400" kern="1200">
        <a:solidFill>
          <a:schemeClr val="tx1"/>
        </a:solidFill>
        <a:latin typeface="Symbol" panose="05050102010706020507" pitchFamily="18" charset="2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FF"/>
    <a:srgbClr val="FFCF01"/>
    <a:srgbClr val="0000FF"/>
    <a:srgbClr val="3333CC"/>
    <a:srgbClr val="800000"/>
    <a:srgbClr val="990000"/>
    <a:srgbClr val="FF3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09" autoAdjust="0"/>
    <p:restoredTop sz="94564" autoAdjust="0"/>
  </p:normalViewPr>
  <p:slideViewPr>
    <p:cSldViewPr showGuides="1">
      <p:cViewPr varScale="1">
        <p:scale>
          <a:sx n="120" d="100"/>
          <a:sy n="120" d="100"/>
        </p:scale>
        <p:origin x="1344" y="10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46" d="100"/>
          <a:sy n="46" d="100"/>
        </p:scale>
        <p:origin x="-1469" y="-86"/>
      </p:cViewPr>
      <p:guideLst>
        <p:guide orient="horz" pos="3108"/>
        <p:guide pos="2128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9" Type="http://schemas.openxmlformats.org/officeDocument/2006/relationships/slide" Target="slides/slide97.xml"/><Relationship Id="rId98" Type="http://schemas.openxmlformats.org/officeDocument/2006/relationships/slide" Target="slides/slide96.xml"/><Relationship Id="rId97" Type="http://schemas.openxmlformats.org/officeDocument/2006/relationships/slide" Target="slides/slide95.xml"/><Relationship Id="rId96" Type="http://schemas.openxmlformats.org/officeDocument/2006/relationships/slide" Target="slides/slide94.xml"/><Relationship Id="rId95" Type="http://schemas.openxmlformats.org/officeDocument/2006/relationships/slide" Target="slides/slide93.xml"/><Relationship Id="rId94" Type="http://schemas.openxmlformats.org/officeDocument/2006/relationships/slide" Target="slides/slide92.xml"/><Relationship Id="rId93" Type="http://schemas.openxmlformats.org/officeDocument/2006/relationships/slide" Target="slides/slide91.xml"/><Relationship Id="rId92" Type="http://schemas.openxmlformats.org/officeDocument/2006/relationships/slide" Target="slides/slide90.xml"/><Relationship Id="rId91" Type="http://schemas.openxmlformats.org/officeDocument/2006/relationships/slide" Target="slides/slide89.xml"/><Relationship Id="rId90" Type="http://schemas.openxmlformats.org/officeDocument/2006/relationships/slide" Target="slides/slide88.xml"/><Relationship Id="rId9" Type="http://schemas.openxmlformats.org/officeDocument/2006/relationships/slide" Target="slides/slide7.xml"/><Relationship Id="rId89" Type="http://schemas.openxmlformats.org/officeDocument/2006/relationships/slide" Target="slides/slide87.xml"/><Relationship Id="rId88" Type="http://schemas.openxmlformats.org/officeDocument/2006/relationships/slide" Target="slides/slide86.xml"/><Relationship Id="rId87" Type="http://schemas.openxmlformats.org/officeDocument/2006/relationships/slide" Target="slides/slide85.xml"/><Relationship Id="rId86" Type="http://schemas.openxmlformats.org/officeDocument/2006/relationships/slide" Target="slides/slide84.xml"/><Relationship Id="rId85" Type="http://schemas.openxmlformats.org/officeDocument/2006/relationships/slide" Target="slides/slide83.xml"/><Relationship Id="rId84" Type="http://schemas.openxmlformats.org/officeDocument/2006/relationships/slide" Target="slides/slide82.xml"/><Relationship Id="rId83" Type="http://schemas.openxmlformats.org/officeDocument/2006/relationships/slide" Target="slides/slide81.xml"/><Relationship Id="rId82" Type="http://schemas.openxmlformats.org/officeDocument/2006/relationships/slide" Target="slides/slide80.xml"/><Relationship Id="rId81" Type="http://schemas.openxmlformats.org/officeDocument/2006/relationships/slide" Target="slides/slide79.xml"/><Relationship Id="rId80" Type="http://schemas.openxmlformats.org/officeDocument/2006/relationships/slide" Target="slides/slide78.xml"/><Relationship Id="rId8" Type="http://schemas.openxmlformats.org/officeDocument/2006/relationships/slide" Target="slides/slide6.xml"/><Relationship Id="rId79" Type="http://schemas.openxmlformats.org/officeDocument/2006/relationships/slide" Target="slides/slide77.xml"/><Relationship Id="rId78" Type="http://schemas.openxmlformats.org/officeDocument/2006/relationships/slide" Target="slides/slide76.xml"/><Relationship Id="rId77" Type="http://schemas.openxmlformats.org/officeDocument/2006/relationships/slide" Target="slides/slide75.xml"/><Relationship Id="rId76" Type="http://schemas.openxmlformats.org/officeDocument/2006/relationships/slide" Target="slides/slide74.xml"/><Relationship Id="rId75" Type="http://schemas.openxmlformats.org/officeDocument/2006/relationships/slide" Target="slides/slide73.xml"/><Relationship Id="rId74" Type="http://schemas.openxmlformats.org/officeDocument/2006/relationships/slide" Target="slides/slide72.xml"/><Relationship Id="rId73" Type="http://schemas.openxmlformats.org/officeDocument/2006/relationships/slide" Target="slides/slide71.xml"/><Relationship Id="rId72" Type="http://schemas.openxmlformats.org/officeDocument/2006/relationships/slide" Target="slides/slide70.xml"/><Relationship Id="rId71" Type="http://schemas.openxmlformats.org/officeDocument/2006/relationships/slide" Target="slides/slide69.xml"/><Relationship Id="rId70" Type="http://schemas.openxmlformats.org/officeDocument/2006/relationships/slide" Target="slides/slide68.xml"/><Relationship Id="rId7" Type="http://schemas.openxmlformats.org/officeDocument/2006/relationships/slide" Target="slides/slide5.xml"/><Relationship Id="rId69" Type="http://schemas.openxmlformats.org/officeDocument/2006/relationships/slide" Target="slides/slide67.xml"/><Relationship Id="rId68" Type="http://schemas.openxmlformats.org/officeDocument/2006/relationships/slide" Target="slides/slide66.xml"/><Relationship Id="rId67" Type="http://schemas.openxmlformats.org/officeDocument/2006/relationships/slide" Target="slides/slide65.xml"/><Relationship Id="rId66" Type="http://schemas.openxmlformats.org/officeDocument/2006/relationships/slide" Target="slides/slide64.xml"/><Relationship Id="rId65" Type="http://schemas.openxmlformats.org/officeDocument/2006/relationships/slide" Target="slides/slide63.xml"/><Relationship Id="rId64" Type="http://schemas.openxmlformats.org/officeDocument/2006/relationships/slide" Target="slides/slide62.xml"/><Relationship Id="rId63" Type="http://schemas.openxmlformats.org/officeDocument/2006/relationships/slide" Target="slides/slide61.xml"/><Relationship Id="rId62" Type="http://schemas.openxmlformats.org/officeDocument/2006/relationships/slide" Target="slides/slide60.xml"/><Relationship Id="rId61" Type="http://schemas.openxmlformats.org/officeDocument/2006/relationships/slide" Target="slides/slide59.xml"/><Relationship Id="rId60" Type="http://schemas.openxmlformats.org/officeDocument/2006/relationships/slide" Target="slides/slide58.xml"/><Relationship Id="rId6" Type="http://schemas.openxmlformats.org/officeDocument/2006/relationships/slide" Target="slides/slide4.xml"/><Relationship Id="rId59" Type="http://schemas.openxmlformats.org/officeDocument/2006/relationships/slide" Target="slides/slide57.xml"/><Relationship Id="rId58" Type="http://schemas.openxmlformats.org/officeDocument/2006/relationships/slide" Target="slides/slide56.xml"/><Relationship Id="rId57" Type="http://schemas.openxmlformats.org/officeDocument/2006/relationships/slide" Target="slides/slide55.xml"/><Relationship Id="rId56" Type="http://schemas.openxmlformats.org/officeDocument/2006/relationships/slide" Target="slides/slide54.xml"/><Relationship Id="rId55" Type="http://schemas.openxmlformats.org/officeDocument/2006/relationships/slide" Target="slides/slide53.xml"/><Relationship Id="rId54" Type="http://schemas.openxmlformats.org/officeDocument/2006/relationships/slide" Target="slides/slide52.xml"/><Relationship Id="rId53" Type="http://schemas.openxmlformats.org/officeDocument/2006/relationships/slide" Target="slides/slide51.xml"/><Relationship Id="rId52" Type="http://schemas.openxmlformats.org/officeDocument/2006/relationships/slide" Target="slides/slide50.xml"/><Relationship Id="rId51" Type="http://schemas.openxmlformats.org/officeDocument/2006/relationships/slide" Target="slides/slide49.xml"/><Relationship Id="rId50" Type="http://schemas.openxmlformats.org/officeDocument/2006/relationships/slide" Target="slides/slide48.xml"/><Relationship Id="rId5" Type="http://schemas.openxmlformats.org/officeDocument/2006/relationships/slide" Target="slides/slide3.xml"/><Relationship Id="rId49" Type="http://schemas.openxmlformats.org/officeDocument/2006/relationships/slide" Target="slides/slide47.xml"/><Relationship Id="rId48" Type="http://schemas.openxmlformats.org/officeDocument/2006/relationships/slide" Target="slides/slide46.xml"/><Relationship Id="rId47" Type="http://schemas.openxmlformats.org/officeDocument/2006/relationships/slide" Target="slides/slide45.xml"/><Relationship Id="rId46" Type="http://schemas.openxmlformats.org/officeDocument/2006/relationships/slide" Target="slides/slide44.xml"/><Relationship Id="rId45" Type="http://schemas.openxmlformats.org/officeDocument/2006/relationships/slide" Target="slides/slide43.xml"/><Relationship Id="rId44" Type="http://schemas.openxmlformats.org/officeDocument/2006/relationships/slide" Target="slides/slide42.xml"/><Relationship Id="rId43" Type="http://schemas.openxmlformats.org/officeDocument/2006/relationships/slide" Target="slides/slide41.xml"/><Relationship Id="rId42" Type="http://schemas.openxmlformats.org/officeDocument/2006/relationships/slide" Target="slides/slide40.xml"/><Relationship Id="rId41" Type="http://schemas.openxmlformats.org/officeDocument/2006/relationships/slide" Target="slides/slide39.xml"/><Relationship Id="rId40" Type="http://schemas.openxmlformats.org/officeDocument/2006/relationships/slide" Target="slides/slide38.xml"/><Relationship Id="rId4" Type="http://schemas.openxmlformats.org/officeDocument/2006/relationships/slide" Target="slides/slide2.xml"/><Relationship Id="rId39" Type="http://schemas.openxmlformats.org/officeDocument/2006/relationships/slide" Target="slides/slide37.xml"/><Relationship Id="rId38" Type="http://schemas.openxmlformats.org/officeDocument/2006/relationships/slide" Target="slides/slide36.xml"/><Relationship Id="rId37" Type="http://schemas.openxmlformats.org/officeDocument/2006/relationships/slide" Target="slides/slide35.xml"/><Relationship Id="rId36" Type="http://schemas.openxmlformats.org/officeDocument/2006/relationships/slide" Target="slides/slide34.xml"/><Relationship Id="rId35" Type="http://schemas.openxmlformats.org/officeDocument/2006/relationships/slide" Target="slides/slide33.xml"/><Relationship Id="rId34" Type="http://schemas.openxmlformats.org/officeDocument/2006/relationships/slide" Target="slides/slide32.xml"/><Relationship Id="rId33" Type="http://schemas.openxmlformats.org/officeDocument/2006/relationships/slide" Target="slides/slide31.xml"/><Relationship Id="rId32" Type="http://schemas.openxmlformats.org/officeDocument/2006/relationships/slide" Target="slides/slide30.xml"/><Relationship Id="rId31" Type="http://schemas.openxmlformats.org/officeDocument/2006/relationships/slide" Target="slides/slide29.xml"/><Relationship Id="rId30" Type="http://schemas.openxmlformats.org/officeDocument/2006/relationships/slide" Target="slides/slide28.xml"/><Relationship Id="rId3" Type="http://schemas.openxmlformats.org/officeDocument/2006/relationships/slide" Target="slides/slide1.xml"/><Relationship Id="rId29" Type="http://schemas.openxmlformats.org/officeDocument/2006/relationships/slide" Target="slides/slide27.xml"/><Relationship Id="rId28" Type="http://schemas.openxmlformats.org/officeDocument/2006/relationships/slide" Target="slides/slide26.xml"/><Relationship Id="rId27" Type="http://schemas.openxmlformats.org/officeDocument/2006/relationships/slide" Target="slides/slide25.xml"/><Relationship Id="rId26" Type="http://schemas.openxmlformats.org/officeDocument/2006/relationships/slide" Target="slides/slide24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0" Type="http://schemas.openxmlformats.org/officeDocument/2006/relationships/tableStyles" Target="tableStyles.xml"/><Relationship Id="rId16" Type="http://schemas.openxmlformats.org/officeDocument/2006/relationships/slide" Target="slides/slide14.xml"/><Relationship Id="rId159" Type="http://schemas.openxmlformats.org/officeDocument/2006/relationships/viewProps" Target="viewProps.xml"/><Relationship Id="rId158" Type="http://schemas.openxmlformats.org/officeDocument/2006/relationships/presProps" Target="presProps.xml"/><Relationship Id="rId157" Type="http://schemas.openxmlformats.org/officeDocument/2006/relationships/handoutMaster" Target="handoutMasters/handoutMaster1.xml"/><Relationship Id="rId156" Type="http://schemas.openxmlformats.org/officeDocument/2006/relationships/notesMaster" Target="notesMasters/notesMaster1.xml"/><Relationship Id="rId155" Type="http://schemas.openxmlformats.org/officeDocument/2006/relationships/slide" Target="slides/slide153.xml"/><Relationship Id="rId154" Type="http://schemas.openxmlformats.org/officeDocument/2006/relationships/slide" Target="slides/slide152.xml"/><Relationship Id="rId153" Type="http://schemas.openxmlformats.org/officeDocument/2006/relationships/slide" Target="slides/slide151.xml"/><Relationship Id="rId152" Type="http://schemas.openxmlformats.org/officeDocument/2006/relationships/slide" Target="slides/slide150.xml"/><Relationship Id="rId151" Type="http://schemas.openxmlformats.org/officeDocument/2006/relationships/slide" Target="slides/slide149.xml"/><Relationship Id="rId150" Type="http://schemas.openxmlformats.org/officeDocument/2006/relationships/slide" Target="slides/slide148.xml"/><Relationship Id="rId15" Type="http://schemas.openxmlformats.org/officeDocument/2006/relationships/slide" Target="slides/slide13.xml"/><Relationship Id="rId149" Type="http://schemas.openxmlformats.org/officeDocument/2006/relationships/slide" Target="slides/slide147.xml"/><Relationship Id="rId148" Type="http://schemas.openxmlformats.org/officeDocument/2006/relationships/slide" Target="slides/slide146.xml"/><Relationship Id="rId147" Type="http://schemas.openxmlformats.org/officeDocument/2006/relationships/slide" Target="slides/slide145.xml"/><Relationship Id="rId146" Type="http://schemas.openxmlformats.org/officeDocument/2006/relationships/slide" Target="slides/slide144.xml"/><Relationship Id="rId145" Type="http://schemas.openxmlformats.org/officeDocument/2006/relationships/slide" Target="slides/slide143.xml"/><Relationship Id="rId144" Type="http://schemas.openxmlformats.org/officeDocument/2006/relationships/slide" Target="slides/slide142.xml"/><Relationship Id="rId143" Type="http://schemas.openxmlformats.org/officeDocument/2006/relationships/slide" Target="slides/slide141.xml"/><Relationship Id="rId142" Type="http://schemas.openxmlformats.org/officeDocument/2006/relationships/slide" Target="slides/slide140.xml"/><Relationship Id="rId141" Type="http://schemas.openxmlformats.org/officeDocument/2006/relationships/slide" Target="slides/slide139.xml"/><Relationship Id="rId140" Type="http://schemas.openxmlformats.org/officeDocument/2006/relationships/slide" Target="slides/slide138.xml"/><Relationship Id="rId14" Type="http://schemas.openxmlformats.org/officeDocument/2006/relationships/slide" Target="slides/slide12.xml"/><Relationship Id="rId139" Type="http://schemas.openxmlformats.org/officeDocument/2006/relationships/slide" Target="slides/slide137.xml"/><Relationship Id="rId138" Type="http://schemas.openxmlformats.org/officeDocument/2006/relationships/slide" Target="slides/slide136.xml"/><Relationship Id="rId137" Type="http://schemas.openxmlformats.org/officeDocument/2006/relationships/slide" Target="slides/slide135.xml"/><Relationship Id="rId136" Type="http://schemas.openxmlformats.org/officeDocument/2006/relationships/slide" Target="slides/slide134.xml"/><Relationship Id="rId135" Type="http://schemas.openxmlformats.org/officeDocument/2006/relationships/slide" Target="slides/slide133.xml"/><Relationship Id="rId134" Type="http://schemas.openxmlformats.org/officeDocument/2006/relationships/slide" Target="slides/slide132.xml"/><Relationship Id="rId133" Type="http://schemas.openxmlformats.org/officeDocument/2006/relationships/slide" Target="slides/slide131.xml"/><Relationship Id="rId132" Type="http://schemas.openxmlformats.org/officeDocument/2006/relationships/slide" Target="slides/slide130.xml"/><Relationship Id="rId131" Type="http://schemas.openxmlformats.org/officeDocument/2006/relationships/slide" Target="slides/slide129.xml"/><Relationship Id="rId130" Type="http://schemas.openxmlformats.org/officeDocument/2006/relationships/slide" Target="slides/slide128.xml"/><Relationship Id="rId13" Type="http://schemas.openxmlformats.org/officeDocument/2006/relationships/slide" Target="slides/slide11.xml"/><Relationship Id="rId129" Type="http://schemas.openxmlformats.org/officeDocument/2006/relationships/slide" Target="slides/slide127.xml"/><Relationship Id="rId128" Type="http://schemas.openxmlformats.org/officeDocument/2006/relationships/slide" Target="slides/slide126.xml"/><Relationship Id="rId127" Type="http://schemas.openxmlformats.org/officeDocument/2006/relationships/slide" Target="slides/slide125.xml"/><Relationship Id="rId126" Type="http://schemas.openxmlformats.org/officeDocument/2006/relationships/slide" Target="slides/slide124.xml"/><Relationship Id="rId125" Type="http://schemas.openxmlformats.org/officeDocument/2006/relationships/slide" Target="slides/slide123.xml"/><Relationship Id="rId124" Type="http://schemas.openxmlformats.org/officeDocument/2006/relationships/slide" Target="slides/slide122.xml"/><Relationship Id="rId123" Type="http://schemas.openxmlformats.org/officeDocument/2006/relationships/slide" Target="slides/slide121.xml"/><Relationship Id="rId122" Type="http://schemas.openxmlformats.org/officeDocument/2006/relationships/slide" Target="slides/slide120.xml"/><Relationship Id="rId121" Type="http://schemas.openxmlformats.org/officeDocument/2006/relationships/slide" Target="slides/slide119.xml"/><Relationship Id="rId120" Type="http://schemas.openxmlformats.org/officeDocument/2006/relationships/slide" Target="slides/slide118.xml"/><Relationship Id="rId12" Type="http://schemas.openxmlformats.org/officeDocument/2006/relationships/slide" Target="slides/slide10.xml"/><Relationship Id="rId119" Type="http://schemas.openxmlformats.org/officeDocument/2006/relationships/slide" Target="slides/slide117.xml"/><Relationship Id="rId118" Type="http://schemas.openxmlformats.org/officeDocument/2006/relationships/slide" Target="slides/slide116.xml"/><Relationship Id="rId117" Type="http://schemas.openxmlformats.org/officeDocument/2006/relationships/slide" Target="slides/slide115.xml"/><Relationship Id="rId116" Type="http://schemas.openxmlformats.org/officeDocument/2006/relationships/slide" Target="slides/slide114.xml"/><Relationship Id="rId115" Type="http://schemas.openxmlformats.org/officeDocument/2006/relationships/slide" Target="slides/slide113.xml"/><Relationship Id="rId114" Type="http://schemas.openxmlformats.org/officeDocument/2006/relationships/slide" Target="slides/slide112.xml"/><Relationship Id="rId113" Type="http://schemas.openxmlformats.org/officeDocument/2006/relationships/slide" Target="slides/slide111.xml"/><Relationship Id="rId112" Type="http://schemas.openxmlformats.org/officeDocument/2006/relationships/slide" Target="slides/slide110.xml"/><Relationship Id="rId111" Type="http://schemas.openxmlformats.org/officeDocument/2006/relationships/slide" Target="slides/slide109.xml"/><Relationship Id="rId110" Type="http://schemas.openxmlformats.org/officeDocument/2006/relationships/slide" Target="slides/slide108.xml"/><Relationship Id="rId11" Type="http://schemas.openxmlformats.org/officeDocument/2006/relationships/slide" Target="slides/slide9.xml"/><Relationship Id="rId109" Type="http://schemas.openxmlformats.org/officeDocument/2006/relationships/slide" Target="slides/slide107.xml"/><Relationship Id="rId108" Type="http://schemas.openxmlformats.org/officeDocument/2006/relationships/slide" Target="slides/slide106.xml"/><Relationship Id="rId107" Type="http://schemas.openxmlformats.org/officeDocument/2006/relationships/slide" Target="slides/slide105.xml"/><Relationship Id="rId106" Type="http://schemas.openxmlformats.org/officeDocument/2006/relationships/slide" Target="slides/slide104.xml"/><Relationship Id="rId105" Type="http://schemas.openxmlformats.org/officeDocument/2006/relationships/slide" Target="slides/slide103.xml"/><Relationship Id="rId104" Type="http://schemas.openxmlformats.org/officeDocument/2006/relationships/slide" Target="slides/slide102.xml"/><Relationship Id="rId103" Type="http://schemas.openxmlformats.org/officeDocument/2006/relationships/slide" Target="slides/slide101.xml"/><Relationship Id="rId102" Type="http://schemas.openxmlformats.org/officeDocument/2006/relationships/slide" Target="slides/slide100.xml"/><Relationship Id="rId101" Type="http://schemas.openxmlformats.org/officeDocument/2006/relationships/slide" Target="slides/slide99.xml"/><Relationship Id="rId100" Type="http://schemas.openxmlformats.org/officeDocument/2006/relationships/slide" Target="slides/slide98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99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27350" cy="49371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l" eaLnBrk="1" hangingPunct="1">
              <a:defRPr sz="1200">
                <a:latin typeface="Tahoma" panose="020B0604030504040204" pitchFamily="34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1299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29050" y="0"/>
            <a:ext cx="2927350" cy="49371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sz="1200">
                <a:latin typeface="Tahoma" panose="020B0604030504040204" pitchFamily="34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1299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374188"/>
            <a:ext cx="2927350" cy="493712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l" eaLnBrk="1" hangingPunct="1">
              <a:defRPr sz="1200">
                <a:latin typeface="Tahoma" panose="020B0604030504040204" pitchFamily="34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1299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29050" y="9374188"/>
            <a:ext cx="2927350" cy="493712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defRPr sz="1200">
                <a:latin typeface="Tahoma" panose="020B0604030504040204" pitchFamily="34" charset="0"/>
              </a:defRPr>
            </a:lvl1pPr>
          </a:lstStyle>
          <a:p>
            <a:pPr>
              <a:defRPr/>
            </a:pPr>
            <a:fld id="{4D7856DA-C805-4DA7-A6C3-96AB213A439B}" type="slidenum">
              <a:rPr lang="en-US" altLang="zh-CN"/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27350" cy="49371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l" eaLnBrk="1" hangingPunct="1">
              <a:defRPr sz="1200">
                <a:latin typeface="Tahoma" panose="020B0604030504040204" pitchFamily="34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222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29050" y="0"/>
            <a:ext cx="2927350" cy="49371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sz="1200">
                <a:latin typeface="Tahoma" panose="020B0604030504040204" pitchFamily="34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07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11225" y="739775"/>
            <a:ext cx="4933950" cy="3700463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222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01700" y="4687888"/>
            <a:ext cx="4953000" cy="4440237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 noProof="0"/>
              <a:t>单击此处编辑母版文本样式</a:t>
            </a:r>
            <a:endParaRPr lang="zh-CN" altLang="en-US" noProof="0"/>
          </a:p>
          <a:p>
            <a:pPr lvl="1"/>
            <a:r>
              <a:rPr lang="zh-CN" altLang="en-US" noProof="0"/>
              <a:t>第二级</a:t>
            </a:r>
            <a:endParaRPr lang="zh-CN" altLang="en-US" noProof="0"/>
          </a:p>
          <a:p>
            <a:pPr lvl="2"/>
            <a:r>
              <a:rPr lang="zh-CN" altLang="en-US" noProof="0"/>
              <a:t>第三级</a:t>
            </a:r>
            <a:endParaRPr lang="zh-CN" altLang="en-US" noProof="0"/>
          </a:p>
          <a:p>
            <a:pPr lvl="3"/>
            <a:r>
              <a:rPr lang="zh-CN" altLang="en-US" noProof="0"/>
              <a:t>第四级</a:t>
            </a:r>
            <a:endParaRPr lang="zh-CN" altLang="en-US" noProof="0"/>
          </a:p>
          <a:p>
            <a:pPr lvl="4"/>
            <a:r>
              <a:rPr lang="zh-CN" altLang="en-US" noProof="0"/>
              <a:t>第五级</a:t>
            </a:r>
            <a:endParaRPr lang="zh-CN" altLang="en-US" noProof="0"/>
          </a:p>
        </p:txBody>
      </p:sp>
      <p:sp>
        <p:nvSpPr>
          <p:cNvPr id="5223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374188"/>
            <a:ext cx="2927350" cy="493712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l" eaLnBrk="1" hangingPunct="1">
              <a:defRPr sz="1200">
                <a:latin typeface="Tahoma" panose="020B0604030504040204" pitchFamily="34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223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29050" y="9374188"/>
            <a:ext cx="2927350" cy="493712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defRPr sz="1200">
                <a:latin typeface="Tahoma" panose="020B0604030504040204" pitchFamily="34" charset="0"/>
              </a:defRPr>
            </a:lvl1pPr>
          </a:lstStyle>
          <a:p>
            <a:pPr>
              <a:defRPr/>
            </a:pPr>
            <a:fld id="{B9C1AED9-833A-425C-8D64-1FCB886F7022}" type="slidenum">
              <a:rPr lang="en-US" altLang="zh-CN"/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themeOverride" Target="../theme/themeOverride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/>
          <p:cNvGrpSpPr/>
          <p:nvPr/>
        </p:nvGrpSpPr>
        <p:grpSpPr bwMode="auto">
          <a:xfrm>
            <a:off x="0" y="2438400"/>
            <a:ext cx="9009063" cy="1052513"/>
            <a:chOff x="0" y="1536"/>
            <a:chExt cx="5675" cy="663"/>
          </a:xfrm>
        </p:grpSpPr>
        <p:grpSp>
          <p:nvGrpSpPr>
            <p:cNvPr id="5" name="Group 3"/>
            <p:cNvGrpSpPr/>
            <p:nvPr/>
          </p:nvGrpSpPr>
          <p:grpSpPr bwMode="auto">
            <a:xfrm>
              <a:off x="185" y="1604"/>
              <a:ext cx="449" cy="299"/>
              <a:chOff x="720" y="336"/>
              <a:chExt cx="624" cy="432"/>
            </a:xfrm>
          </p:grpSpPr>
          <p:sp>
            <p:nvSpPr>
              <p:cNvPr id="12" name="Rectangle 4"/>
              <p:cNvSpPr>
                <a:spLocks noChangeArrowheads="1"/>
              </p:cNvSpPr>
              <p:nvPr/>
            </p:nvSpPr>
            <p:spPr bwMode="auto">
              <a:xfrm>
                <a:off x="720" y="336"/>
                <a:ext cx="384" cy="432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algn="ctr">
                  <a:defRPr kumimoji="1" sz="2400">
                    <a:solidFill>
                      <a:schemeClr val="tx1"/>
                    </a:solidFill>
                    <a:latin typeface="Symbol" panose="05050102010706020507" pitchFamily="18" charset="2"/>
                    <a:ea typeface="宋体" panose="02010600030101010101" pitchFamily="2" charset="-122"/>
                  </a:defRPr>
                </a:lvl1pPr>
                <a:lvl2pPr marL="742950" indent="-285750" algn="ctr">
                  <a:defRPr kumimoji="1" sz="2400">
                    <a:solidFill>
                      <a:schemeClr val="tx1"/>
                    </a:solidFill>
                    <a:latin typeface="Symbol" panose="05050102010706020507" pitchFamily="18" charset="2"/>
                    <a:ea typeface="宋体" panose="02010600030101010101" pitchFamily="2" charset="-122"/>
                  </a:defRPr>
                </a:lvl2pPr>
                <a:lvl3pPr marL="1143000" indent="-228600" algn="ctr">
                  <a:defRPr kumimoji="1" sz="2400">
                    <a:solidFill>
                      <a:schemeClr val="tx1"/>
                    </a:solidFill>
                    <a:latin typeface="Symbol" panose="05050102010706020507" pitchFamily="18" charset="2"/>
                    <a:ea typeface="宋体" panose="02010600030101010101" pitchFamily="2" charset="-122"/>
                  </a:defRPr>
                </a:lvl3pPr>
                <a:lvl4pPr marL="1600200" indent="-228600" algn="ctr">
                  <a:defRPr kumimoji="1" sz="2400">
                    <a:solidFill>
                      <a:schemeClr val="tx1"/>
                    </a:solidFill>
                    <a:latin typeface="Symbol" panose="05050102010706020507" pitchFamily="18" charset="2"/>
                    <a:ea typeface="宋体" panose="02010600030101010101" pitchFamily="2" charset="-122"/>
                  </a:defRPr>
                </a:lvl4pPr>
                <a:lvl5pPr marL="2057400" indent="-228600" algn="ctr">
                  <a:defRPr kumimoji="1" sz="2400">
                    <a:solidFill>
                      <a:schemeClr val="tx1"/>
                    </a:solidFill>
                    <a:latin typeface="Symbol" panose="05050102010706020507" pitchFamily="18" charset="2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Symbol" panose="05050102010706020507" pitchFamily="18" charset="2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Symbol" panose="05050102010706020507" pitchFamily="18" charset="2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Symbol" panose="05050102010706020507" pitchFamily="18" charset="2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Symbol" panose="05050102010706020507" pitchFamily="18" charset="2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defRPr/>
                </a:pPr>
                <a:endParaRPr lang="zh-CN" altLang="en-US"/>
              </a:p>
            </p:txBody>
          </p:sp>
          <p:sp>
            <p:nvSpPr>
              <p:cNvPr id="13" name="Rectangle 5"/>
              <p:cNvSpPr>
                <a:spLocks noChangeArrowheads="1"/>
              </p:cNvSpPr>
              <p:nvPr/>
            </p:nvSpPr>
            <p:spPr bwMode="auto">
              <a:xfrm>
                <a:off x="1056" y="336"/>
                <a:ext cx="288" cy="432"/>
              </a:xfrm>
              <a:prstGeom prst="rect">
                <a:avLst/>
              </a:prstGeom>
              <a:gradFill rotWithShape="0">
                <a:gsLst>
                  <a:gs pos="0">
                    <a:schemeClr val="folHlink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algn="ctr">
                  <a:defRPr kumimoji="1" sz="2400">
                    <a:solidFill>
                      <a:schemeClr val="tx1"/>
                    </a:solidFill>
                    <a:latin typeface="Symbol" panose="05050102010706020507" pitchFamily="18" charset="2"/>
                    <a:ea typeface="宋体" panose="02010600030101010101" pitchFamily="2" charset="-122"/>
                  </a:defRPr>
                </a:lvl1pPr>
                <a:lvl2pPr marL="742950" indent="-285750" algn="ctr">
                  <a:defRPr kumimoji="1" sz="2400">
                    <a:solidFill>
                      <a:schemeClr val="tx1"/>
                    </a:solidFill>
                    <a:latin typeface="Symbol" panose="05050102010706020507" pitchFamily="18" charset="2"/>
                    <a:ea typeface="宋体" panose="02010600030101010101" pitchFamily="2" charset="-122"/>
                  </a:defRPr>
                </a:lvl2pPr>
                <a:lvl3pPr marL="1143000" indent="-228600" algn="ctr">
                  <a:defRPr kumimoji="1" sz="2400">
                    <a:solidFill>
                      <a:schemeClr val="tx1"/>
                    </a:solidFill>
                    <a:latin typeface="Symbol" panose="05050102010706020507" pitchFamily="18" charset="2"/>
                    <a:ea typeface="宋体" panose="02010600030101010101" pitchFamily="2" charset="-122"/>
                  </a:defRPr>
                </a:lvl3pPr>
                <a:lvl4pPr marL="1600200" indent="-228600" algn="ctr">
                  <a:defRPr kumimoji="1" sz="2400">
                    <a:solidFill>
                      <a:schemeClr val="tx1"/>
                    </a:solidFill>
                    <a:latin typeface="Symbol" panose="05050102010706020507" pitchFamily="18" charset="2"/>
                    <a:ea typeface="宋体" panose="02010600030101010101" pitchFamily="2" charset="-122"/>
                  </a:defRPr>
                </a:lvl4pPr>
                <a:lvl5pPr marL="2057400" indent="-228600" algn="ctr">
                  <a:defRPr kumimoji="1" sz="2400">
                    <a:solidFill>
                      <a:schemeClr val="tx1"/>
                    </a:solidFill>
                    <a:latin typeface="Symbol" panose="05050102010706020507" pitchFamily="18" charset="2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Symbol" panose="05050102010706020507" pitchFamily="18" charset="2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Symbol" panose="05050102010706020507" pitchFamily="18" charset="2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Symbol" panose="05050102010706020507" pitchFamily="18" charset="2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Symbol" panose="05050102010706020507" pitchFamily="18" charset="2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defRPr/>
                </a:pPr>
                <a:endParaRPr lang="zh-CN" altLang="en-US"/>
              </a:p>
            </p:txBody>
          </p:sp>
        </p:grpSp>
        <p:grpSp>
          <p:nvGrpSpPr>
            <p:cNvPr id="6" name="Group 6"/>
            <p:cNvGrpSpPr/>
            <p:nvPr/>
          </p:nvGrpSpPr>
          <p:grpSpPr bwMode="auto">
            <a:xfrm>
              <a:off x="263" y="1870"/>
              <a:ext cx="466" cy="299"/>
              <a:chOff x="912" y="2640"/>
              <a:chExt cx="672" cy="432"/>
            </a:xfrm>
          </p:grpSpPr>
          <p:sp>
            <p:nvSpPr>
              <p:cNvPr id="10" name="Rectangle 7"/>
              <p:cNvSpPr>
                <a:spLocks noChangeArrowheads="1"/>
              </p:cNvSpPr>
              <p:nvPr/>
            </p:nvSpPr>
            <p:spPr bwMode="auto">
              <a:xfrm>
                <a:off x="912" y="2640"/>
                <a:ext cx="384" cy="432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algn="ctr">
                  <a:defRPr kumimoji="1" sz="2400">
                    <a:solidFill>
                      <a:schemeClr val="tx1"/>
                    </a:solidFill>
                    <a:latin typeface="Symbol" panose="05050102010706020507" pitchFamily="18" charset="2"/>
                    <a:ea typeface="宋体" panose="02010600030101010101" pitchFamily="2" charset="-122"/>
                  </a:defRPr>
                </a:lvl1pPr>
                <a:lvl2pPr marL="742950" indent="-285750" algn="ctr">
                  <a:defRPr kumimoji="1" sz="2400">
                    <a:solidFill>
                      <a:schemeClr val="tx1"/>
                    </a:solidFill>
                    <a:latin typeface="Symbol" panose="05050102010706020507" pitchFamily="18" charset="2"/>
                    <a:ea typeface="宋体" panose="02010600030101010101" pitchFamily="2" charset="-122"/>
                  </a:defRPr>
                </a:lvl2pPr>
                <a:lvl3pPr marL="1143000" indent="-228600" algn="ctr">
                  <a:defRPr kumimoji="1" sz="2400">
                    <a:solidFill>
                      <a:schemeClr val="tx1"/>
                    </a:solidFill>
                    <a:latin typeface="Symbol" panose="05050102010706020507" pitchFamily="18" charset="2"/>
                    <a:ea typeface="宋体" panose="02010600030101010101" pitchFamily="2" charset="-122"/>
                  </a:defRPr>
                </a:lvl3pPr>
                <a:lvl4pPr marL="1600200" indent="-228600" algn="ctr">
                  <a:defRPr kumimoji="1" sz="2400">
                    <a:solidFill>
                      <a:schemeClr val="tx1"/>
                    </a:solidFill>
                    <a:latin typeface="Symbol" panose="05050102010706020507" pitchFamily="18" charset="2"/>
                    <a:ea typeface="宋体" panose="02010600030101010101" pitchFamily="2" charset="-122"/>
                  </a:defRPr>
                </a:lvl4pPr>
                <a:lvl5pPr marL="2057400" indent="-228600" algn="ctr">
                  <a:defRPr kumimoji="1" sz="2400">
                    <a:solidFill>
                      <a:schemeClr val="tx1"/>
                    </a:solidFill>
                    <a:latin typeface="Symbol" panose="05050102010706020507" pitchFamily="18" charset="2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Symbol" panose="05050102010706020507" pitchFamily="18" charset="2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Symbol" panose="05050102010706020507" pitchFamily="18" charset="2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Symbol" panose="05050102010706020507" pitchFamily="18" charset="2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Symbol" panose="05050102010706020507" pitchFamily="18" charset="2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defRPr/>
                </a:pPr>
                <a:endParaRPr lang="zh-CN" altLang="en-US"/>
              </a:p>
            </p:txBody>
          </p:sp>
          <p:sp>
            <p:nvSpPr>
              <p:cNvPr id="11" name="Rectangle 8"/>
              <p:cNvSpPr>
                <a:spLocks noChangeArrowheads="1"/>
              </p:cNvSpPr>
              <p:nvPr/>
            </p:nvSpPr>
            <p:spPr bwMode="auto">
              <a:xfrm>
                <a:off x="1248" y="2640"/>
                <a:ext cx="336" cy="432"/>
              </a:xfrm>
              <a:prstGeom prst="rect">
                <a:avLst/>
              </a:prstGeom>
              <a:gradFill rotWithShape="0">
                <a:gsLst>
                  <a:gs pos="0">
                    <a:schemeClr val="accent2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algn="ctr">
                  <a:defRPr kumimoji="1" sz="2400">
                    <a:solidFill>
                      <a:schemeClr val="tx1"/>
                    </a:solidFill>
                    <a:latin typeface="Symbol" panose="05050102010706020507" pitchFamily="18" charset="2"/>
                    <a:ea typeface="宋体" panose="02010600030101010101" pitchFamily="2" charset="-122"/>
                  </a:defRPr>
                </a:lvl1pPr>
                <a:lvl2pPr marL="742950" indent="-285750" algn="ctr">
                  <a:defRPr kumimoji="1" sz="2400">
                    <a:solidFill>
                      <a:schemeClr val="tx1"/>
                    </a:solidFill>
                    <a:latin typeface="Symbol" panose="05050102010706020507" pitchFamily="18" charset="2"/>
                    <a:ea typeface="宋体" panose="02010600030101010101" pitchFamily="2" charset="-122"/>
                  </a:defRPr>
                </a:lvl2pPr>
                <a:lvl3pPr marL="1143000" indent="-228600" algn="ctr">
                  <a:defRPr kumimoji="1" sz="2400">
                    <a:solidFill>
                      <a:schemeClr val="tx1"/>
                    </a:solidFill>
                    <a:latin typeface="Symbol" panose="05050102010706020507" pitchFamily="18" charset="2"/>
                    <a:ea typeface="宋体" panose="02010600030101010101" pitchFamily="2" charset="-122"/>
                  </a:defRPr>
                </a:lvl3pPr>
                <a:lvl4pPr marL="1600200" indent="-228600" algn="ctr">
                  <a:defRPr kumimoji="1" sz="2400">
                    <a:solidFill>
                      <a:schemeClr val="tx1"/>
                    </a:solidFill>
                    <a:latin typeface="Symbol" panose="05050102010706020507" pitchFamily="18" charset="2"/>
                    <a:ea typeface="宋体" panose="02010600030101010101" pitchFamily="2" charset="-122"/>
                  </a:defRPr>
                </a:lvl4pPr>
                <a:lvl5pPr marL="2057400" indent="-228600" algn="ctr">
                  <a:defRPr kumimoji="1" sz="2400">
                    <a:solidFill>
                      <a:schemeClr val="tx1"/>
                    </a:solidFill>
                    <a:latin typeface="Symbol" panose="05050102010706020507" pitchFamily="18" charset="2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Symbol" panose="05050102010706020507" pitchFamily="18" charset="2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Symbol" panose="05050102010706020507" pitchFamily="18" charset="2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Symbol" panose="05050102010706020507" pitchFamily="18" charset="2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Symbol" panose="05050102010706020507" pitchFamily="18" charset="2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defRPr/>
                </a:pPr>
                <a:endParaRPr lang="zh-CN" altLang="en-US"/>
              </a:p>
            </p:txBody>
          </p:sp>
        </p:grpSp>
        <p:sp>
          <p:nvSpPr>
            <p:cNvPr id="7" name="Rectangle 9"/>
            <p:cNvSpPr>
              <a:spLocks noChangeArrowheads="1"/>
            </p:cNvSpPr>
            <p:nvPr/>
          </p:nvSpPr>
          <p:spPr bwMode="auto">
            <a:xfrm>
              <a:off x="0" y="1824"/>
              <a:ext cx="353" cy="266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hlink"/>
                </a:gs>
              </a:gsLst>
              <a:lin ang="189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algn="ctr">
                <a:defRPr kumimoji="1" sz="2400">
                  <a:solidFill>
                    <a:schemeClr val="tx1"/>
                  </a:solidFill>
                  <a:latin typeface="Symbol" panose="05050102010706020507" pitchFamily="18" charset="2"/>
                  <a:ea typeface="宋体" panose="02010600030101010101" pitchFamily="2" charset="-122"/>
                </a:defRPr>
              </a:lvl1pPr>
              <a:lvl2pPr marL="742950" indent="-285750" algn="ctr">
                <a:defRPr kumimoji="1" sz="2400">
                  <a:solidFill>
                    <a:schemeClr val="tx1"/>
                  </a:solidFill>
                  <a:latin typeface="Symbol" panose="05050102010706020507" pitchFamily="18" charset="2"/>
                  <a:ea typeface="宋体" panose="02010600030101010101" pitchFamily="2" charset="-122"/>
                </a:defRPr>
              </a:lvl2pPr>
              <a:lvl3pPr marL="1143000" indent="-228600" algn="ctr">
                <a:defRPr kumimoji="1" sz="2400">
                  <a:solidFill>
                    <a:schemeClr val="tx1"/>
                  </a:solidFill>
                  <a:latin typeface="Symbol" panose="05050102010706020507" pitchFamily="18" charset="2"/>
                  <a:ea typeface="宋体" panose="02010600030101010101" pitchFamily="2" charset="-122"/>
                </a:defRPr>
              </a:lvl3pPr>
              <a:lvl4pPr marL="1600200" indent="-228600" algn="ctr">
                <a:defRPr kumimoji="1" sz="2400">
                  <a:solidFill>
                    <a:schemeClr val="tx1"/>
                  </a:solidFill>
                  <a:latin typeface="Symbol" panose="05050102010706020507" pitchFamily="18" charset="2"/>
                  <a:ea typeface="宋体" panose="02010600030101010101" pitchFamily="2" charset="-122"/>
                </a:defRPr>
              </a:lvl4pPr>
              <a:lvl5pPr marL="2057400" indent="-228600" algn="ctr">
                <a:defRPr kumimoji="1" sz="2400">
                  <a:solidFill>
                    <a:schemeClr val="tx1"/>
                  </a:solidFill>
                  <a:latin typeface="Symbol" panose="05050102010706020507" pitchFamily="18" charset="2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Symbol" panose="05050102010706020507" pitchFamily="18" charset="2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Symbol" panose="05050102010706020507" pitchFamily="18" charset="2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Symbol" panose="05050102010706020507" pitchFamily="18" charset="2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Symbol" panose="05050102010706020507" pitchFamily="18" charset="2"/>
                  <a:ea typeface="宋体" panose="02010600030101010101" pitchFamily="2" charset="-122"/>
                </a:defRPr>
              </a:lvl9pPr>
            </a:lstStyle>
            <a:p>
              <a:pPr eaLnBrk="1" hangingPunct="1">
                <a:defRPr/>
              </a:pPr>
              <a:endParaRPr lang="zh-CN" altLang="en-US"/>
            </a:p>
          </p:txBody>
        </p:sp>
        <p:sp>
          <p:nvSpPr>
            <p:cNvPr id="8" name="Rectangle 10"/>
            <p:cNvSpPr>
              <a:spLocks noChangeArrowheads="1"/>
            </p:cNvSpPr>
            <p:nvPr/>
          </p:nvSpPr>
          <p:spPr bwMode="auto">
            <a:xfrm>
              <a:off x="400" y="1536"/>
              <a:ext cx="20" cy="663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algn="ctr">
                <a:defRPr kumimoji="1" sz="2400">
                  <a:solidFill>
                    <a:schemeClr val="tx1"/>
                  </a:solidFill>
                  <a:latin typeface="Symbol" panose="05050102010706020507" pitchFamily="18" charset="2"/>
                  <a:ea typeface="宋体" panose="02010600030101010101" pitchFamily="2" charset="-122"/>
                </a:defRPr>
              </a:lvl1pPr>
              <a:lvl2pPr marL="742950" indent="-285750" algn="ctr">
                <a:defRPr kumimoji="1" sz="2400">
                  <a:solidFill>
                    <a:schemeClr val="tx1"/>
                  </a:solidFill>
                  <a:latin typeface="Symbol" panose="05050102010706020507" pitchFamily="18" charset="2"/>
                  <a:ea typeface="宋体" panose="02010600030101010101" pitchFamily="2" charset="-122"/>
                </a:defRPr>
              </a:lvl2pPr>
              <a:lvl3pPr marL="1143000" indent="-228600" algn="ctr">
                <a:defRPr kumimoji="1" sz="2400">
                  <a:solidFill>
                    <a:schemeClr val="tx1"/>
                  </a:solidFill>
                  <a:latin typeface="Symbol" panose="05050102010706020507" pitchFamily="18" charset="2"/>
                  <a:ea typeface="宋体" panose="02010600030101010101" pitchFamily="2" charset="-122"/>
                </a:defRPr>
              </a:lvl3pPr>
              <a:lvl4pPr marL="1600200" indent="-228600" algn="ctr">
                <a:defRPr kumimoji="1" sz="2400">
                  <a:solidFill>
                    <a:schemeClr val="tx1"/>
                  </a:solidFill>
                  <a:latin typeface="Symbol" panose="05050102010706020507" pitchFamily="18" charset="2"/>
                  <a:ea typeface="宋体" panose="02010600030101010101" pitchFamily="2" charset="-122"/>
                </a:defRPr>
              </a:lvl4pPr>
              <a:lvl5pPr marL="2057400" indent="-228600" algn="ctr">
                <a:defRPr kumimoji="1" sz="2400">
                  <a:solidFill>
                    <a:schemeClr val="tx1"/>
                  </a:solidFill>
                  <a:latin typeface="Symbol" panose="05050102010706020507" pitchFamily="18" charset="2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Symbol" panose="05050102010706020507" pitchFamily="18" charset="2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Symbol" panose="05050102010706020507" pitchFamily="18" charset="2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Symbol" panose="05050102010706020507" pitchFamily="18" charset="2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Symbol" panose="05050102010706020507" pitchFamily="18" charset="2"/>
                  <a:ea typeface="宋体" panose="02010600030101010101" pitchFamily="2" charset="-122"/>
                </a:defRPr>
              </a:lvl9pPr>
            </a:lstStyle>
            <a:p>
              <a:pPr eaLnBrk="1" hangingPunct="1">
                <a:defRPr/>
              </a:pPr>
              <a:endParaRPr lang="zh-CN" altLang="en-US"/>
            </a:p>
          </p:txBody>
        </p:sp>
        <p:sp>
          <p:nvSpPr>
            <p:cNvPr id="9" name="Rectangle 11"/>
            <p:cNvSpPr>
              <a:spLocks noChangeArrowheads="1"/>
            </p:cNvSpPr>
            <p:nvPr/>
          </p:nvSpPr>
          <p:spPr bwMode="auto">
            <a:xfrm flipV="1">
              <a:off x="199" y="2054"/>
              <a:ext cx="5476" cy="35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algn="ctr">
                <a:defRPr kumimoji="1" sz="2400">
                  <a:solidFill>
                    <a:schemeClr val="tx1"/>
                  </a:solidFill>
                  <a:latin typeface="Symbol" panose="05050102010706020507" pitchFamily="18" charset="2"/>
                  <a:ea typeface="宋体" panose="02010600030101010101" pitchFamily="2" charset="-122"/>
                </a:defRPr>
              </a:lvl1pPr>
              <a:lvl2pPr marL="742950" indent="-285750" algn="ctr">
                <a:defRPr kumimoji="1" sz="2400">
                  <a:solidFill>
                    <a:schemeClr val="tx1"/>
                  </a:solidFill>
                  <a:latin typeface="Symbol" panose="05050102010706020507" pitchFamily="18" charset="2"/>
                  <a:ea typeface="宋体" panose="02010600030101010101" pitchFamily="2" charset="-122"/>
                </a:defRPr>
              </a:lvl2pPr>
              <a:lvl3pPr marL="1143000" indent="-228600" algn="ctr">
                <a:defRPr kumimoji="1" sz="2400">
                  <a:solidFill>
                    <a:schemeClr val="tx1"/>
                  </a:solidFill>
                  <a:latin typeface="Symbol" panose="05050102010706020507" pitchFamily="18" charset="2"/>
                  <a:ea typeface="宋体" panose="02010600030101010101" pitchFamily="2" charset="-122"/>
                </a:defRPr>
              </a:lvl3pPr>
              <a:lvl4pPr marL="1600200" indent="-228600" algn="ctr">
                <a:defRPr kumimoji="1" sz="2400">
                  <a:solidFill>
                    <a:schemeClr val="tx1"/>
                  </a:solidFill>
                  <a:latin typeface="Symbol" panose="05050102010706020507" pitchFamily="18" charset="2"/>
                  <a:ea typeface="宋体" panose="02010600030101010101" pitchFamily="2" charset="-122"/>
                </a:defRPr>
              </a:lvl4pPr>
              <a:lvl5pPr marL="2057400" indent="-228600" algn="ctr">
                <a:defRPr kumimoji="1" sz="2400">
                  <a:solidFill>
                    <a:schemeClr val="tx1"/>
                  </a:solidFill>
                  <a:latin typeface="Symbol" panose="05050102010706020507" pitchFamily="18" charset="2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Symbol" panose="05050102010706020507" pitchFamily="18" charset="2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Symbol" panose="05050102010706020507" pitchFamily="18" charset="2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Symbol" panose="05050102010706020507" pitchFamily="18" charset="2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Symbol" panose="05050102010706020507" pitchFamily="18" charset="2"/>
                  <a:ea typeface="宋体" panose="02010600030101010101" pitchFamily="2" charset="-122"/>
                </a:defRPr>
              </a:lvl9pPr>
            </a:lstStyle>
            <a:p>
              <a:pPr eaLnBrk="1" hangingPunct="1">
                <a:defRPr/>
              </a:pPr>
              <a:endParaRPr lang="zh-CN" altLang="en-US"/>
            </a:p>
          </p:txBody>
        </p:sp>
      </p:grpSp>
      <p:sp>
        <p:nvSpPr>
          <p:cNvPr id="6156" name="Rectangle 12"/>
          <p:cNvSpPr>
            <a:spLocks noGrp="1" noChangeArrowheads="1"/>
          </p:cNvSpPr>
          <p:nvPr>
            <p:ph type="ctrTitle"/>
          </p:nvPr>
        </p:nvSpPr>
        <p:spPr>
          <a:xfrm>
            <a:off x="990600" y="1828800"/>
            <a:ext cx="77724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6157" name="Rectangle 1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 typeface="Wingdings" panose="05000000000000000000" pitchFamily="2" charset="2"/>
              <a:buNone/>
              <a:defRPr/>
            </a:lvl1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14" name="Rectangle 14"/>
          <p:cNvSpPr>
            <a:spLocks noGrp="1" noChangeArrowheads="1"/>
          </p:cNvSpPr>
          <p:nvPr>
            <p:ph type="dt" sz="half" idx="10"/>
          </p:nvPr>
        </p:nvSpPr>
        <p:spPr>
          <a:xfrm>
            <a:off x="990600" y="6248400"/>
            <a:ext cx="1905000" cy="4572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5" name="Rectangle 15"/>
          <p:cNvSpPr>
            <a:spLocks noGrp="1" noChangeArrowheads="1"/>
          </p:cNvSpPr>
          <p:nvPr>
            <p:ph type="ftr" sz="quarter" idx="11"/>
          </p:nvPr>
        </p:nvSpPr>
        <p:spPr>
          <a:xfrm>
            <a:off x="3429000" y="6248400"/>
            <a:ext cx="2895600" cy="4572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6" name="Rectangle 1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858000" y="6248400"/>
            <a:ext cx="1905000" cy="4572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>
              <a:defRPr/>
            </a:pPr>
            <a:fld id="{BB600A25-22CC-4143-A969-C001C158DBD6}" type="slidenum">
              <a:rPr lang="en-US" altLang="zh-CN"/>
            </a:fld>
            <a:endParaRPr lang="en-US" altLang="zh-CN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Rectangle 11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A96117B-428B-4CDE-8C05-F2BB467D13BF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Rectangle 11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E8CCC27-2C25-4A64-9157-C7B311118F79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1182688" y="1371600"/>
            <a:ext cx="3810000" cy="47244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145088" y="1371600"/>
            <a:ext cx="3810000" cy="47244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Rectangle 11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2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1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589F015-FCC0-43E4-B6DA-B1A8AE7DF76F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Rectangle 11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12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Rectangle 1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589378F-F02B-4ABE-BA7C-03FB57F9B164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Rectangle 11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12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DE35300-BFAD-4090-A677-2880E81FC725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1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Rectangle 12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1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C5DB554-4449-40ED-A410-108AB62D3717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Rectangle 11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2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1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1297BBD-0890-4AAC-99BA-6F3EDC463ED2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Rectangle 11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2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1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12E9952-1013-40C6-9558-3F8F5442FEC3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Rectangle 11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86D6004-D162-4FCC-8229-81E1880A2E9D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7004050" y="76200"/>
            <a:ext cx="1951038" cy="60198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1150938" y="76200"/>
            <a:ext cx="5700712" cy="60198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Rectangle 11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CF255DA-182C-4D14-AAB2-F2B00F253EF2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ChangeArrowheads="1"/>
          </p:cNvSpPr>
          <p:nvPr/>
        </p:nvSpPr>
        <p:spPr bwMode="ltGray">
          <a:xfrm>
            <a:off x="417513" y="557213"/>
            <a:ext cx="438150" cy="474662"/>
          </a:xfrm>
          <a:prstGeom prst="rect">
            <a:avLst/>
          </a:prstGeom>
          <a:solidFill>
            <a:srgbClr val="FFCF0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algn="ctr">
              <a:defRPr kumimoji="1" sz="2400">
                <a:solidFill>
                  <a:schemeClr val="tx1"/>
                </a:solidFill>
                <a:latin typeface="Symbol" panose="05050102010706020507" pitchFamily="18" charset="2"/>
                <a:ea typeface="宋体" panose="02010600030101010101" pitchFamily="2" charset="-122"/>
              </a:defRPr>
            </a:lvl1pPr>
            <a:lvl2pPr marL="742950" indent="-285750" algn="ctr">
              <a:defRPr kumimoji="1" sz="2400">
                <a:solidFill>
                  <a:schemeClr val="tx1"/>
                </a:solidFill>
                <a:latin typeface="Symbol" panose="05050102010706020507" pitchFamily="18" charset="2"/>
                <a:ea typeface="宋体" panose="02010600030101010101" pitchFamily="2" charset="-122"/>
              </a:defRPr>
            </a:lvl2pPr>
            <a:lvl3pPr marL="1143000" indent="-228600" algn="ctr">
              <a:defRPr kumimoji="1" sz="2400">
                <a:solidFill>
                  <a:schemeClr val="tx1"/>
                </a:solidFill>
                <a:latin typeface="Symbol" panose="05050102010706020507" pitchFamily="18" charset="2"/>
                <a:ea typeface="宋体" panose="02010600030101010101" pitchFamily="2" charset="-122"/>
              </a:defRPr>
            </a:lvl3pPr>
            <a:lvl4pPr marL="1600200" indent="-228600" algn="ctr">
              <a:defRPr kumimoji="1" sz="2400">
                <a:solidFill>
                  <a:schemeClr val="tx1"/>
                </a:solidFill>
                <a:latin typeface="Symbol" panose="05050102010706020507" pitchFamily="18" charset="2"/>
                <a:ea typeface="宋体" panose="02010600030101010101" pitchFamily="2" charset="-122"/>
              </a:defRPr>
            </a:lvl4pPr>
            <a:lvl5pPr marL="2057400" indent="-228600" algn="ctr">
              <a:defRPr kumimoji="1" sz="2400">
                <a:solidFill>
                  <a:schemeClr val="tx1"/>
                </a:solidFill>
                <a:latin typeface="Symbol" panose="05050102010706020507" pitchFamily="18" charset="2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Symbol" panose="05050102010706020507" pitchFamily="18" charset="2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Symbol" panose="05050102010706020507" pitchFamily="18" charset="2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Symbol" panose="05050102010706020507" pitchFamily="18" charset="2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Symbol" panose="05050102010706020507" pitchFamily="18" charset="2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endParaRPr lang="zh-CN" altLang="zh-CN">
              <a:latin typeface="Tahoma" panose="020B0604030504040204" pitchFamily="34" charset="0"/>
            </a:endParaRPr>
          </a:p>
        </p:txBody>
      </p:sp>
      <p:sp>
        <p:nvSpPr>
          <p:cNvPr id="1027" name="Rectangle 3"/>
          <p:cNvSpPr>
            <a:spLocks noChangeArrowheads="1"/>
          </p:cNvSpPr>
          <p:nvPr/>
        </p:nvSpPr>
        <p:spPr bwMode="ltGray">
          <a:xfrm>
            <a:off x="800100" y="557213"/>
            <a:ext cx="328613" cy="474662"/>
          </a:xfrm>
          <a:prstGeom prst="rect">
            <a:avLst/>
          </a:prstGeom>
          <a:gradFill rotWithShape="0">
            <a:gsLst>
              <a:gs pos="0">
                <a:srgbClr val="FFCF01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algn="ctr">
              <a:defRPr kumimoji="1" sz="2400">
                <a:solidFill>
                  <a:schemeClr val="tx1"/>
                </a:solidFill>
                <a:latin typeface="Symbol" panose="05050102010706020507" pitchFamily="18" charset="2"/>
                <a:ea typeface="宋体" panose="02010600030101010101" pitchFamily="2" charset="-122"/>
              </a:defRPr>
            </a:lvl1pPr>
            <a:lvl2pPr marL="742950" indent="-285750" algn="ctr">
              <a:defRPr kumimoji="1" sz="2400">
                <a:solidFill>
                  <a:schemeClr val="tx1"/>
                </a:solidFill>
                <a:latin typeface="Symbol" panose="05050102010706020507" pitchFamily="18" charset="2"/>
                <a:ea typeface="宋体" panose="02010600030101010101" pitchFamily="2" charset="-122"/>
              </a:defRPr>
            </a:lvl2pPr>
            <a:lvl3pPr marL="1143000" indent="-228600" algn="ctr">
              <a:defRPr kumimoji="1" sz="2400">
                <a:solidFill>
                  <a:schemeClr val="tx1"/>
                </a:solidFill>
                <a:latin typeface="Symbol" panose="05050102010706020507" pitchFamily="18" charset="2"/>
                <a:ea typeface="宋体" panose="02010600030101010101" pitchFamily="2" charset="-122"/>
              </a:defRPr>
            </a:lvl3pPr>
            <a:lvl4pPr marL="1600200" indent="-228600" algn="ctr">
              <a:defRPr kumimoji="1" sz="2400">
                <a:solidFill>
                  <a:schemeClr val="tx1"/>
                </a:solidFill>
                <a:latin typeface="Symbol" panose="05050102010706020507" pitchFamily="18" charset="2"/>
                <a:ea typeface="宋体" panose="02010600030101010101" pitchFamily="2" charset="-122"/>
              </a:defRPr>
            </a:lvl4pPr>
            <a:lvl5pPr marL="2057400" indent="-228600" algn="ctr">
              <a:defRPr kumimoji="1" sz="2400">
                <a:solidFill>
                  <a:schemeClr val="tx1"/>
                </a:solidFill>
                <a:latin typeface="Symbol" panose="05050102010706020507" pitchFamily="18" charset="2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Symbol" panose="05050102010706020507" pitchFamily="18" charset="2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Symbol" panose="05050102010706020507" pitchFamily="18" charset="2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Symbol" panose="05050102010706020507" pitchFamily="18" charset="2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Symbol" panose="05050102010706020507" pitchFamily="18" charset="2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endParaRPr lang="zh-CN" altLang="zh-CN">
              <a:latin typeface="Tahoma" panose="020B0604030504040204" pitchFamily="34" charset="0"/>
            </a:endParaRPr>
          </a:p>
        </p:txBody>
      </p:sp>
      <p:sp>
        <p:nvSpPr>
          <p:cNvPr id="1028" name="Rectangle 4"/>
          <p:cNvSpPr>
            <a:spLocks noChangeArrowheads="1"/>
          </p:cNvSpPr>
          <p:nvPr/>
        </p:nvSpPr>
        <p:spPr bwMode="ltGray">
          <a:xfrm>
            <a:off x="541338" y="979488"/>
            <a:ext cx="422275" cy="474662"/>
          </a:xfrm>
          <a:prstGeom prst="rect">
            <a:avLst/>
          </a:prstGeom>
          <a:solidFill>
            <a:schemeClr val="folHlink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algn="ctr">
              <a:defRPr kumimoji="1" sz="2400">
                <a:solidFill>
                  <a:schemeClr val="tx1"/>
                </a:solidFill>
                <a:latin typeface="Symbol" panose="05050102010706020507" pitchFamily="18" charset="2"/>
                <a:ea typeface="宋体" panose="02010600030101010101" pitchFamily="2" charset="-122"/>
              </a:defRPr>
            </a:lvl1pPr>
            <a:lvl2pPr marL="742950" indent="-285750" algn="ctr">
              <a:defRPr kumimoji="1" sz="2400">
                <a:solidFill>
                  <a:schemeClr val="tx1"/>
                </a:solidFill>
                <a:latin typeface="Symbol" panose="05050102010706020507" pitchFamily="18" charset="2"/>
                <a:ea typeface="宋体" panose="02010600030101010101" pitchFamily="2" charset="-122"/>
              </a:defRPr>
            </a:lvl2pPr>
            <a:lvl3pPr marL="1143000" indent="-228600" algn="ctr">
              <a:defRPr kumimoji="1" sz="2400">
                <a:solidFill>
                  <a:schemeClr val="tx1"/>
                </a:solidFill>
                <a:latin typeface="Symbol" panose="05050102010706020507" pitchFamily="18" charset="2"/>
                <a:ea typeface="宋体" panose="02010600030101010101" pitchFamily="2" charset="-122"/>
              </a:defRPr>
            </a:lvl3pPr>
            <a:lvl4pPr marL="1600200" indent="-228600" algn="ctr">
              <a:defRPr kumimoji="1" sz="2400">
                <a:solidFill>
                  <a:schemeClr val="tx1"/>
                </a:solidFill>
                <a:latin typeface="Symbol" panose="05050102010706020507" pitchFamily="18" charset="2"/>
                <a:ea typeface="宋体" panose="02010600030101010101" pitchFamily="2" charset="-122"/>
              </a:defRPr>
            </a:lvl4pPr>
            <a:lvl5pPr marL="2057400" indent="-228600" algn="ctr">
              <a:defRPr kumimoji="1" sz="2400">
                <a:solidFill>
                  <a:schemeClr val="tx1"/>
                </a:solidFill>
                <a:latin typeface="Symbol" panose="05050102010706020507" pitchFamily="18" charset="2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Symbol" panose="05050102010706020507" pitchFamily="18" charset="2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Symbol" panose="05050102010706020507" pitchFamily="18" charset="2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Symbol" panose="05050102010706020507" pitchFamily="18" charset="2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Symbol" panose="05050102010706020507" pitchFamily="18" charset="2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endParaRPr lang="zh-CN" altLang="zh-CN">
              <a:latin typeface="Tahoma" panose="020B0604030504040204" pitchFamily="34" charset="0"/>
            </a:endParaRPr>
          </a:p>
        </p:txBody>
      </p:sp>
      <p:sp>
        <p:nvSpPr>
          <p:cNvPr id="1029" name="Rectangle 5"/>
          <p:cNvSpPr>
            <a:spLocks noChangeArrowheads="1"/>
          </p:cNvSpPr>
          <p:nvPr/>
        </p:nvSpPr>
        <p:spPr bwMode="ltGray">
          <a:xfrm>
            <a:off x="911225" y="979488"/>
            <a:ext cx="368300" cy="474662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algn="ctr">
              <a:defRPr kumimoji="1" sz="2400">
                <a:solidFill>
                  <a:schemeClr val="tx1"/>
                </a:solidFill>
                <a:latin typeface="Symbol" panose="05050102010706020507" pitchFamily="18" charset="2"/>
                <a:ea typeface="宋体" panose="02010600030101010101" pitchFamily="2" charset="-122"/>
              </a:defRPr>
            </a:lvl1pPr>
            <a:lvl2pPr marL="742950" indent="-285750" algn="ctr">
              <a:defRPr kumimoji="1" sz="2400">
                <a:solidFill>
                  <a:schemeClr val="tx1"/>
                </a:solidFill>
                <a:latin typeface="Symbol" panose="05050102010706020507" pitchFamily="18" charset="2"/>
                <a:ea typeface="宋体" panose="02010600030101010101" pitchFamily="2" charset="-122"/>
              </a:defRPr>
            </a:lvl2pPr>
            <a:lvl3pPr marL="1143000" indent="-228600" algn="ctr">
              <a:defRPr kumimoji="1" sz="2400">
                <a:solidFill>
                  <a:schemeClr val="tx1"/>
                </a:solidFill>
                <a:latin typeface="Symbol" panose="05050102010706020507" pitchFamily="18" charset="2"/>
                <a:ea typeface="宋体" panose="02010600030101010101" pitchFamily="2" charset="-122"/>
              </a:defRPr>
            </a:lvl3pPr>
            <a:lvl4pPr marL="1600200" indent="-228600" algn="ctr">
              <a:defRPr kumimoji="1" sz="2400">
                <a:solidFill>
                  <a:schemeClr val="tx1"/>
                </a:solidFill>
                <a:latin typeface="Symbol" panose="05050102010706020507" pitchFamily="18" charset="2"/>
                <a:ea typeface="宋体" panose="02010600030101010101" pitchFamily="2" charset="-122"/>
              </a:defRPr>
            </a:lvl4pPr>
            <a:lvl5pPr marL="2057400" indent="-228600" algn="ctr">
              <a:defRPr kumimoji="1" sz="2400">
                <a:solidFill>
                  <a:schemeClr val="tx1"/>
                </a:solidFill>
                <a:latin typeface="Symbol" panose="05050102010706020507" pitchFamily="18" charset="2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Symbol" panose="05050102010706020507" pitchFamily="18" charset="2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Symbol" panose="05050102010706020507" pitchFamily="18" charset="2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Symbol" panose="05050102010706020507" pitchFamily="18" charset="2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Symbol" panose="05050102010706020507" pitchFamily="18" charset="2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endParaRPr lang="zh-CN" altLang="zh-CN">
              <a:latin typeface="Tahoma" panose="020B0604030504040204" pitchFamily="34" charset="0"/>
            </a:endParaRPr>
          </a:p>
        </p:txBody>
      </p:sp>
      <p:sp>
        <p:nvSpPr>
          <p:cNvPr id="1030" name="Rectangle 6"/>
          <p:cNvSpPr>
            <a:spLocks noChangeArrowheads="1"/>
          </p:cNvSpPr>
          <p:nvPr/>
        </p:nvSpPr>
        <p:spPr bwMode="ltGray">
          <a:xfrm>
            <a:off x="127000" y="906463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algn="ctr">
              <a:defRPr kumimoji="1" sz="2400">
                <a:solidFill>
                  <a:schemeClr val="tx1"/>
                </a:solidFill>
                <a:latin typeface="Symbol" panose="05050102010706020507" pitchFamily="18" charset="2"/>
                <a:ea typeface="宋体" panose="02010600030101010101" pitchFamily="2" charset="-122"/>
              </a:defRPr>
            </a:lvl1pPr>
            <a:lvl2pPr marL="742950" indent="-285750" algn="ctr">
              <a:defRPr kumimoji="1" sz="2400">
                <a:solidFill>
                  <a:schemeClr val="tx1"/>
                </a:solidFill>
                <a:latin typeface="Symbol" panose="05050102010706020507" pitchFamily="18" charset="2"/>
                <a:ea typeface="宋体" panose="02010600030101010101" pitchFamily="2" charset="-122"/>
              </a:defRPr>
            </a:lvl2pPr>
            <a:lvl3pPr marL="1143000" indent="-228600" algn="ctr">
              <a:defRPr kumimoji="1" sz="2400">
                <a:solidFill>
                  <a:schemeClr val="tx1"/>
                </a:solidFill>
                <a:latin typeface="Symbol" panose="05050102010706020507" pitchFamily="18" charset="2"/>
                <a:ea typeface="宋体" panose="02010600030101010101" pitchFamily="2" charset="-122"/>
              </a:defRPr>
            </a:lvl3pPr>
            <a:lvl4pPr marL="1600200" indent="-228600" algn="ctr">
              <a:defRPr kumimoji="1" sz="2400">
                <a:solidFill>
                  <a:schemeClr val="tx1"/>
                </a:solidFill>
                <a:latin typeface="Symbol" panose="05050102010706020507" pitchFamily="18" charset="2"/>
                <a:ea typeface="宋体" panose="02010600030101010101" pitchFamily="2" charset="-122"/>
              </a:defRPr>
            </a:lvl4pPr>
            <a:lvl5pPr marL="2057400" indent="-228600" algn="ctr">
              <a:defRPr kumimoji="1" sz="2400">
                <a:solidFill>
                  <a:schemeClr val="tx1"/>
                </a:solidFill>
                <a:latin typeface="Symbol" panose="05050102010706020507" pitchFamily="18" charset="2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Symbol" panose="05050102010706020507" pitchFamily="18" charset="2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Symbol" panose="05050102010706020507" pitchFamily="18" charset="2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Symbol" panose="05050102010706020507" pitchFamily="18" charset="2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Symbol" panose="05050102010706020507" pitchFamily="18" charset="2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endParaRPr lang="zh-CN" altLang="zh-CN">
              <a:latin typeface="Tahoma" panose="020B0604030504040204" pitchFamily="34" charset="0"/>
            </a:endParaRPr>
          </a:p>
        </p:txBody>
      </p:sp>
      <p:sp>
        <p:nvSpPr>
          <p:cNvPr id="1031" name="Rectangle 7"/>
          <p:cNvSpPr>
            <a:spLocks noChangeArrowheads="1"/>
          </p:cNvSpPr>
          <p:nvPr/>
        </p:nvSpPr>
        <p:spPr bwMode="gray">
          <a:xfrm>
            <a:off x="762000" y="449263"/>
            <a:ext cx="31750" cy="1052512"/>
          </a:xfrm>
          <a:prstGeom prst="rect">
            <a:avLst/>
          </a:prstGeom>
          <a:solidFill>
            <a:schemeClr val="bg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algn="ctr">
              <a:defRPr kumimoji="1" sz="2400">
                <a:solidFill>
                  <a:schemeClr val="tx1"/>
                </a:solidFill>
                <a:latin typeface="Symbol" panose="05050102010706020507" pitchFamily="18" charset="2"/>
                <a:ea typeface="宋体" panose="02010600030101010101" pitchFamily="2" charset="-122"/>
              </a:defRPr>
            </a:lvl1pPr>
            <a:lvl2pPr marL="742950" indent="-285750" algn="ctr">
              <a:defRPr kumimoji="1" sz="2400">
                <a:solidFill>
                  <a:schemeClr val="tx1"/>
                </a:solidFill>
                <a:latin typeface="Symbol" panose="05050102010706020507" pitchFamily="18" charset="2"/>
                <a:ea typeface="宋体" panose="02010600030101010101" pitchFamily="2" charset="-122"/>
              </a:defRPr>
            </a:lvl2pPr>
            <a:lvl3pPr marL="1143000" indent="-228600" algn="ctr">
              <a:defRPr kumimoji="1" sz="2400">
                <a:solidFill>
                  <a:schemeClr val="tx1"/>
                </a:solidFill>
                <a:latin typeface="Symbol" panose="05050102010706020507" pitchFamily="18" charset="2"/>
                <a:ea typeface="宋体" panose="02010600030101010101" pitchFamily="2" charset="-122"/>
              </a:defRPr>
            </a:lvl3pPr>
            <a:lvl4pPr marL="1600200" indent="-228600" algn="ctr">
              <a:defRPr kumimoji="1" sz="2400">
                <a:solidFill>
                  <a:schemeClr val="tx1"/>
                </a:solidFill>
                <a:latin typeface="Symbol" panose="05050102010706020507" pitchFamily="18" charset="2"/>
                <a:ea typeface="宋体" panose="02010600030101010101" pitchFamily="2" charset="-122"/>
              </a:defRPr>
            </a:lvl4pPr>
            <a:lvl5pPr marL="2057400" indent="-228600" algn="ctr">
              <a:defRPr kumimoji="1" sz="2400">
                <a:solidFill>
                  <a:schemeClr val="tx1"/>
                </a:solidFill>
                <a:latin typeface="Symbol" panose="05050102010706020507" pitchFamily="18" charset="2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Symbol" panose="05050102010706020507" pitchFamily="18" charset="2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Symbol" panose="05050102010706020507" pitchFamily="18" charset="2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Symbol" panose="05050102010706020507" pitchFamily="18" charset="2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Symbol" panose="05050102010706020507" pitchFamily="18" charset="2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endParaRPr lang="zh-CN" altLang="zh-CN">
              <a:latin typeface="Tahoma" panose="020B0604030504040204" pitchFamily="34" charset="0"/>
            </a:endParaRPr>
          </a:p>
        </p:txBody>
      </p:sp>
      <p:sp>
        <p:nvSpPr>
          <p:cNvPr id="1032" name="Rectangle 8"/>
          <p:cNvSpPr>
            <a:spLocks noChangeArrowheads="1"/>
          </p:cNvSpPr>
          <p:nvPr/>
        </p:nvSpPr>
        <p:spPr bwMode="gray">
          <a:xfrm>
            <a:off x="442913" y="1239838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algn="ctr">
              <a:defRPr kumimoji="1" sz="2400">
                <a:solidFill>
                  <a:schemeClr val="tx1"/>
                </a:solidFill>
                <a:latin typeface="Symbol" panose="05050102010706020507" pitchFamily="18" charset="2"/>
                <a:ea typeface="宋体" panose="02010600030101010101" pitchFamily="2" charset="-122"/>
              </a:defRPr>
            </a:lvl1pPr>
            <a:lvl2pPr marL="742950" indent="-285750" algn="ctr">
              <a:defRPr kumimoji="1" sz="2400">
                <a:solidFill>
                  <a:schemeClr val="tx1"/>
                </a:solidFill>
                <a:latin typeface="Symbol" panose="05050102010706020507" pitchFamily="18" charset="2"/>
                <a:ea typeface="宋体" panose="02010600030101010101" pitchFamily="2" charset="-122"/>
              </a:defRPr>
            </a:lvl2pPr>
            <a:lvl3pPr marL="1143000" indent="-228600" algn="ctr">
              <a:defRPr kumimoji="1" sz="2400">
                <a:solidFill>
                  <a:schemeClr val="tx1"/>
                </a:solidFill>
                <a:latin typeface="Symbol" panose="05050102010706020507" pitchFamily="18" charset="2"/>
                <a:ea typeface="宋体" panose="02010600030101010101" pitchFamily="2" charset="-122"/>
              </a:defRPr>
            </a:lvl3pPr>
            <a:lvl4pPr marL="1600200" indent="-228600" algn="ctr">
              <a:defRPr kumimoji="1" sz="2400">
                <a:solidFill>
                  <a:schemeClr val="tx1"/>
                </a:solidFill>
                <a:latin typeface="Symbol" panose="05050102010706020507" pitchFamily="18" charset="2"/>
                <a:ea typeface="宋体" panose="02010600030101010101" pitchFamily="2" charset="-122"/>
              </a:defRPr>
            </a:lvl4pPr>
            <a:lvl5pPr marL="2057400" indent="-228600" algn="ctr">
              <a:defRPr kumimoji="1" sz="2400">
                <a:solidFill>
                  <a:schemeClr val="tx1"/>
                </a:solidFill>
                <a:latin typeface="Symbol" panose="05050102010706020507" pitchFamily="18" charset="2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Symbol" panose="05050102010706020507" pitchFamily="18" charset="2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Symbol" panose="05050102010706020507" pitchFamily="18" charset="2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Symbol" panose="05050102010706020507" pitchFamily="18" charset="2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Symbol" panose="05050102010706020507" pitchFamily="18" charset="2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endParaRPr lang="zh-CN" altLang="zh-CN">
              <a:latin typeface="Tahoma" panose="020B0604030504040204" pitchFamily="34" charset="0"/>
            </a:endParaRPr>
          </a:p>
        </p:txBody>
      </p:sp>
      <p:sp>
        <p:nvSpPr>
          <p:cNvPr id="1033" name="Rectangle 9"/>
          <p:cNvSpPr>
            <a:spLocks noGrp="1" noChangeArrowheads="1"/>
          </p:cNvSpPr>
          <p:nvPr>
            <p:ph type="title"/>
          </p:nvPr>
        </p:nvSpPr>
        <p:spPr bwMode="auto">
          <a:xfrm>
            <a:off x="1150938" y="76200"/>
            <a:ext cx="7793037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/>
          <a:lstStyle/>
          <a:p>
            <a:pPr lvl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34" name="Rectangle 10"/>
          <p:cNvSpPr>
            <a:spLocks noGrp="1" noChangeArrowheads="1"/>
          </p:cNvSpPr>
          <p:nvPr>
            <p:ph type="body" idx="1"/>
          </p:nvPr>
        </p:nvSpPr>
        <p:spPr bwMode="auto">
          <a:xfrm>
            <a:off x="1182688" y="1371600"/>
            <a:ext cx="7772400" cy="472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131" name="Rectangle 11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914400" y="6324600"/>
            <a:ext cx="19050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l" eaLnBrk="1" hangingPunct="1">
              <a:defRPr kumimoji="0" sz="1400">
                <a:latin typeface="Tahoma" panose="020B0604030504040204" pitchFamily="34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132" name="Rectangle 12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352800" y="6324600"/>
            <a:ext cx="28956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ctr" eaLnBrk="1" hangingPunct="1">
              <a:defRPr kumimoji="0" sz="1400">
                <a:latin typeface="Tahoma" panose="020B0604030504040204" pitchFamily="34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133" name="Rectangle 1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781800" y="6324600"/>
            <a:ext cx="19050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defRPr kumimoji="0" sz="1400">
                <a:latin typeface="Tahoma" panose="020B0604030504040204" pitchFamily="34" charset="0"/>
              </a:defRPr>
            </a:lvl1pPr>
          </a:lstStyle>
          <a:p>
            <a:pPr>
              <a:defRPr/>
            </a:pPr>
            <a:fld id="{97C51CB9-58BA-4474-B3A1-F8FB23DFD619}" type="slidenum">
              <a:rPr lang="en-US" altLang="zh-CN"/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rgbClr val="FF3300"/>
        </a:buClr>
        <a:buSzPct val="75000"/>
        <a:buFont typeface="Wingdings" panose="05000000000000000000" pitchFamily="2" charset="2"/>
        <a:buChar char="m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69000"/>
        <a:buFont typeface="Wingdings" panose="05000000000000000000" pitchFamily="2" charset="2"/>
        <a:buChar char="q"/>
        <a:defRPr kumimoji="1" sz="2800">
          <a:solidFill>
            <a:srgbClr val="3333CC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rgbClr val="FF3300"/>
        </a:buClr>
        <a:buFont typeface="Wingdings" panose="05000000000000000000" pitchFamily="2" charset="2"/>
        <a:buChar char="Ø"/>
        <a:defRPr kumimoji="1" sz="2400">
          <a:solidFill>
            <a:srgbClr val="FF3300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tx1"/>
        </a:buClr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tx1"/>
        </a:buClr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tx1"/>
        </a:buClr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tx1"/>
        </a:buClr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9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8.png"/><Relationship Id="rId1" Type="http://schemas.openxmlformats.org/officeDocument/2006/relationships/image" Target="../media/image7.png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9.png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0.png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1.png"/></Relationships>
</file>

<file path=ppt/slides/_rels/slide1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1.png"/></Relationships>
</file>

<file path=ppt/slides/_rels/slide1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6.xml.rels><?xml version="1.0" encoding="UTF-8" standalone="yes"?>
<Relationships xmlns="http://schemas.openxmlformats.org/package/2006/relationships"><Relationship Id="rId9" Type="http://schemas.openxmlformats.org/officeDocument/2006/relationships/tags" Target="../tags/tag9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9" Type="http://schemas.openxmlformats.org/officeDocument/2006/relationships/slideLayout" Target="../slideLayouts/slideLayout7.xml"/><Relationship Id="rId18" Type="http://schemas.openxmlformats.org/officeDocument/2006/relationships/tags" Target="../tags/tag17.xml"/><Relationship Id="rId17" Type="http://schemas.openxmlformats.org/officeDocument/2006/relationships/image" Target="../media/image12.png"/><Relationship Id="rId16" Type="http://schemas.openxmlformats.org/officeDocument/2006/relationships/tags" Target="../tags/tag16.xml"/><Relationship Id="rId15" Type="http://schemas.openxmlformats.org/officeDocument/2006/relationships/tags" Target="../tags/tag15.xml"/><Relationship Id="rId14" Type="http://schemas.openxmlformats.org/officeDocument/2006/relationships/tags" Target="../tags/tag14.xml"/><Relationship Id="rId13" Type="http://schemas.openxmlformats.org/officeDocument/2006/relationships/tags" Target="../tags/tag13.xml"/><Relationship Id="rId12" Type="http://schemas.openxmlformats.org/officeDocument/2006/relationships/tags" Target="../tags/tag12.xml"/><Relationship Id="rId11" Type="http://schemas.openxmlformats.org/officeDocument/2006/relationships/tags" Target="../tags/tag11.xml"/><Relationship Id="rId10" Type="http://schemas.openxmlformats.org/officeDocument/2006/relationships/tags" Target="../tags/tag10.xml"/><Relationship Id="rId1" Type="http://schemas.openxmlformats.org/officeDocument/2006/relationships/tags" Target="../tags/tag1.xml"/></Relationships>
</file>

<file path=ppt/slides/_rels/slide147.xml.rels><?xml version="1.0" encoding="UTF-8" standalone="yes"?>
<Relationships xmlns="http://schemas.openxmlformats.org/package/2006/relationships"><Relationship Id="rId9" Type="http://schemas.openxmlformats.org/officeDocument/2006/relationships/tags" Target="../tags/tag26.xml"/><Relationship Id="rId8" Type="http://schemas.openxmlformats.org/officeDocument/2006/relationships/tags" Target="../tags/tag25.xml"/><Relationship Id="rId7" Type="http://schemas.openxmlformats.org/officeDocument/2006/relationships/tags" Target="../tags/tag24.xml"/><Relationship Id="rId6" Type="http://schemas.openxmlformats.org/officeDocument/2006/relationships/tags" Target="../tags/tag23.xml"/><Relationship Id="rId5" Type="http://schemas.openxmlformats.org/officeDocument/2006/relationships/tags" Target="../tags/tag22.xml"/><Relationship Id="rId4" Type="http://schemas.openxmlformats.org/officeDocument/2006/relationships/tags" Target="../tags/tag21.xml"/><Relationship Id="rId3" Type="http://schemas.openxmlformats.org/officeDocument/2006/relationships/tags" Target="../tags/tag20.xml"/><Relationship Id="rId20" Type="http://schemas.openxmlformats.org/officeDocument/2006/relationships/slideLayout" Target="../slideLayouts/slideLayout7.xml"/><Relationship Id="rId2" Type="http://schemas.openxmlformats.org/officeDocument/2006/relationships/tags" Target="../tags/tag19.xml"/><Relationship Id="rId19" Type="http://schemas.openxmlformats.org/officeDocument/2006/relationships/tags" Target="../tags/tag34.xml"/><Relationship Id="rId18" Type="http://schemas.openxmlformats.org/officeDocument/2006/relationships/image" Target="../media/image12.png"/><Relationship Id="rId17" Type="http://schemas.openxmlformats.org/officeDocument/2006/relationships/tags" Target="../tags/tag33.xml"/><Relationship Id="rId16" Type="http://schemas.openxmlformats.org/officeDocument/2006/relationships/tags" Target="../tags/tag32.xml"/><Relationship Id="rId15" Type="http://schemas.openxmlformats.org/officeDocument/2006/relationships/tags" Target="../tags/tag31.xml"/><Relationship Id="rId14" Type="http://schemas.openxmlformats.org/officeDocument/2006/relationships/tags" Target="../tags/tag30.xml"/><Relationship Id="rId13" Type="http://schemas.openxmlformats.org/officeDocument/2006/relationships/tags" Target="../tags/tag29.xml"/><Relationship Id="rId12" Type="http://schemas.openxmlformats.org/officeDocument/2006/relationships/tags" Target="../tags/tag28.xml"/><Relationship Id="rId11" Type="http://schemas.openxmlformats.org/officeDocument/2006/relationships/image" Target="../media/image13.png"/><Relationship Id="rId10" Type="http://schemas.openxmlformats.org/officeDocument/2006/relationships/tags" Target="../tags/tag27.xml"/><Relationship Id="rId1" Type="http://schemas.openxmlformats.org/officeDocument/2006/relationships/tags" Target="../tags/tag18.xml"/></Relationships>
</file>

<file path=ppt/slides/_rels/slide148.xml.rels><?xml version="1.0" encoding="UTF-8" standalone="yes"?>
<Relationships xmlns="http://schemas.openxmlformats.org/package/2006/relationships"><Relationship Id="rId9" Type="http://schemas.openxmlformats.org/officeDocument/2006/relationships/tags" Target="../tags/tag43.xml"/><Relationship Id="rId8" Type="http://schemas.openxmlformats.org/officeDocument/2006/relationships/tags" Target="../tags/tag42.xml"/><Relationship Id="rId7" Type="http://schemas.openxmlformats.org/officeDocument/2006/relationships/tags" Target="../tags/tag41.xml"/><Relationship Id="rId6" Type="http://schemas.openxmlformats.org/officeDocument/2006/relationships/tags" Target="../tags/tag40.xml"/><Relationship Id="rId5" Type="http://schemas.openxmlformats.org/officeDocument/2006/relationships/tags" Target="../tags/tag39.xml"/><Relationship Id="rId4" Type="http://schemas.openxmlformats.org/officeDocument/2006/relationships/tags" Target="../tags/tag38.xml"/><Relationship Id="rId3" Type="http://schemas.openxmlformats.org/officeDocument/2006/relationships/tags" Target="../tags/tag37.xml"/><Relationship Id="rId2" Type="http://schemas.openxmlformats.org/officeDocument/2006/relationships/tags" Target="../tags/tag36.xml"/><Relationship Id="rId19" Type="http://schemas.openxmlformats.org/officeDocument/2006/relationships/slideLayout" Target="../slideLayouts/slideLayout7.xml"/><Relationship Id="rId18" Type="http://schemas.openxmlformats.org/officeDocument/2006/relationships/tags" Target="../tags/tag51.xml"/><Relationship Id="rId17" Type="http://schemas.openxmlformats.org/officeDocument/2006/relationships/image" Target="../media/image12.png"/><Relationship Id="rId16" Type="http://schemas.openxmlformats.org/officeDocument/2006/relationships/tags" Target="../tags/tag50.xml"/><Relationship Id="rId15" Type="http://schemas.openxmlformats.org/officeDocument/2006/relationships/tags" Target="../tags/tag49.xml"/><Relationship Id="rId14" Type="http://schemas.openxmlformats.org/officeDocument/2006/relationships/tags" Target="../tags/tag48.xml"/><Relationship Id="rId13" Type="http://schemas.openxmlformats.org/officeDocument/2006/relationships/tags" Target="../tags/tag47.xml"/><Relationship Id="rId12" Type="http://schemas.openxmlformats.org/officeDocument/2006/relationships/tags" Target="../tags/tag46.xml"/><Relationship Id="rId11" Type="http://schemas.openxmlformats.org/officeDocument/2006/relationships/tags" Target="../tags/tag45.xml"/><Relationship Id="rId10" Type="http://schemas.openxmlformats.org/officeDocument/2006/relationships/tags" Target="../tags/tag44.xml"/><Relationship Id="rId1" Type="http://schemas.openxmlformats.org/officeDocument/2006/relationships/tags" Target="../tags/tag35.xml"/></Relationships>
</file>

<file path=ppt/slides/_rels/slide149.xml.rels><?xml version="1.0" encoding="UTF-8" standalone="yes"?>
<Relationships xmlns="http://schemas.openxmlformats.org/package/2006/relationships"><Relationship Id="rId9" Type="http://schemas.openxmlformats.org/officeDocument/2006/relationships/tags" Target="../tags/tag60.xml"/><Relationship Id="rId8" Type="http://schemas.openxmlformats.org/officeDocument/2006/relationships/tags" Target="../tags/tag59.xml"/><Relationship Id="rId7" Type="http://schemas.openxmlformats.org/officeDocument/2006/relationships/tags" Target="../tags/tag58.xml"/><Relationship Id="rId6" Type="http://schemas.openxmlformats.org/officeDocument/2006/relationships/tags" Target="../tags/tag57.xml"/><Relationship Id="rId5" Type="http://schemas.openxmlformats.org/officeDocument/2006/relationships/tags" Target="../tags/tag56.xml"/><Relationship Id="rId4" Type="http://schemas.openxmlformats.org/officeDocument/2006/relationships/tags" Target="../tags/tag55.xml"/><Relationship Id="rId3" Type="http://schemas.openxmlformats.org/officeDocument/2006/relationships/tags" Target="../tags/tag54.xml"/><Relationship Id="rId2" Type="http://schemas.openxmlformats.org/officeDocument/2006/relationships/tags" Target="../tags/tag53.xml"/><Relationship Id="rId19" Type="http://schemas.openxmlformats.org/officeDocument/2006/relationships/slideLayout" Target="../slideLayouts/slideLayout7.xml"/><Relationship Id="rId18" Type="http://schemas.openxmlformats.org/officeDocument/2006/relationships/tags" Target="../tags/tag68.xml"/><Relationship Id="rId17" Type="http://schemas.openxmlformats.org/officeDocument/2006/relationships/image" Target="../media/image12.png"/><Relationship Id="rId16" Type="http://schemas.openxmlformats.org/officeDocument/2006/relationships/tags" Target="../tags/tag67.xml"/><Relationship Id="rId15" Type="http://schemas.openxmlformats.org/officeDocument/2006/relationships/tags" Target="../tags/tag66.xml"/><Relationship Id="rId14" Type="http://schemas.openxmlformats.org/officeDocument/2006/relationships/tags" Target="../tags/tag65.xml"/><Relationship Id="rId13" Type="http://schemas.openxmlformats.org/officeDocument/2006/relationships/tags" Target="../tags/tag64.xml"/><Relationship Id="rId12" Type="http://schemas.openxmlformats.org/officeDocument/2006/relationships/tags" Target="../tags/tag63.xml"/><Relationship Id="rId11" Type="http://schemas.openxmlformats.org/officeDocument/2006/relationships/tags" Target="../tags/tag62.xml"/><Relationship Id="rId10" Type="http://schemas.openxmlformats.org/officeDocument/2006/relationships/tags" Target="../tags/tag61.xml"/><Relationship Id="rId1" Type="http://schemas.openxmlformats.org/officeDocument/2006/relationships/tags" Target="../tags/tag52.xml"/></Relationships>
</file>

<file path=ppt/slides/_rels/slide150.xml.rels><?xml version="1.0" encoding="UTF-8" standalone="yes"?>
<Relationships xmlns="http://schemas.openxmlformats.org/package/2006/relationships"><Relationship Id="rId9" Type="http://schemas.openxmlformats.org/officeDocument/2006/relationships/tags" Target="../tags/tag76.xml"/><Relationship Id="rId8" Type="http://schemas.openxmlformats.org/officeDocument/2006/relationships/tags" Target="../tags/tag75.xml"/><Relationship Id="rId7" Type="http://schemas.openxmlformats.org/officeDocument/2006/relationships/image" Target="../media/image14.png"/><Relationship Id="rId6" Type="http://schemas.openxmlformats.org/officeDocument/2006/relationships/tags" Target="../tags/tag74.xml"/><Relationship Id="rId5" Type="http://schemas.openxmlformats.org/officeDocument/2006/relationships/tags" Target="../tags/tag73.xml"/><Relationship Id="rId4" Type="http://schemas.openxmlformats.org/officeDocument/2006/relationships/tags" Target="../tags/tag72.xml"/><Relationship Id="rId3" Type="http://schemas.openxmlformats.org/officeDocument/2006/relationships/tags" Target="../tags/tag71.xml"/><Relationship Id="rId2" Type="http://schemas.openxmlformats.org/officeDocument/2006/relationships/tags" Target="../tags/tag70.xml"/><Relationship Id="rId16" Type="http://schemas.openxmlformats.org/officeDocument/2006/relationships/slideLayout" Target="../slideLayouts/slideLayout7.xml"/><Relationship Id="rId15" Type="http://schemas.openxmlformats.org/officeDocument/2006/relationships/tags" Target="../tags/tag81.xml"/><Relationship Id="rId14" Type="http://schemas.openxmlformats.org/officeDocument/2006/relationships/image" Target="../media/image12.png"/><Relationship Id="rId13" Type="http://schemas.openxmlformats.org/officeDocument/2006/relationships/tags" Target="../tags/tag80.xml"/><Relationship Id="rId12" Type="http://schemas.openxmlformats.org/officeDocument/2006/relationships/tags" Target="../tags/tag79.xml"/><Relationship Id="rId11" Type="http://schemas.openxmlformats.org/officeDocument/2006/relationships/tags" Target="../tags/tag78.xml"/><Relationship Id="rId10" Type="http://schemas.openxmlformats.org/officeDocument/2006/relationships/tags" Target="../tags/tag77.xml"/><Relationship Id="rId1" Type="http://schemas.openxmlformats.org/officeDocument/2006/relationships/tags" Target="../tags/tag69.xml"/></Relationships>
</file>

<file path=ppt/slides/_rels/slide151.xml.rels><?xml version="1.0" encoding="UTF-8" standalone="yes"?>
<Relationships xmlns="http://schemas.openxmlformats.org/package/2006/relationships"><Relationship Id="rId9" Type="http://schemas.openxmlformats.org/officeDocument/2006/relationships/tags" Target="../tags/tag90.xml"/><Relationship Id="rId8" Type="http://schemas.openxmlformats.org/officeDocument/2006/relationships/tags" Target="../tags/tag89.xml"/><Relationship Id="rId7" Type="http://schemas.openxmlformats.org/officeDocument/2006/relationships/tags" Target="../tags/tag88.xml"/><Relationship Id="rId6" Type="http://schemas.openxmlformats.org/officeDocument/2006/relationships/tags" Target="../tags/tag87.xml"/><Relationship Id="rId5" Type="http://schemas.openxmlformats.org/officeDocument/2006/relationships/tags" Target="../tags/tag86.xml"/><Relationship Id="rId4" Type="http://schemas.openxmlformats.org/officeDocument/2006/relationships/tags" Target="../tags/tag85.xml"/><Relationship Id="rId3" Type="http://schemas.openxmlformats.org/officeDocument/2006/relationships/tags" Target="../tags/tag84.xml"/><Relationship Id="rId2" Type="http://schemas.openxmlformats.org/officeDocument/2006/relationships/tags" Target="../tags/tag83.xml"/><Relationship Id="rId19" Type="http://schemas.openxmlformats.org/officeDocument/2006/relationships/slideLayout" Target="../slideLayouts/slideLayout7.xml"/><Relationship Id="rId18" Type="http://schemas.openxmlformats.org/officeDocument/2006/relationships/tags" Target="../tags/tag98.xml"/><Relationship Id="rId17" Type="http://schemas.openxmlformats.org/officeDocument/2006/relationships/image" Target="../media/image12.png"/><Relationship Id="rId16" Type="http://schemas.openxmlformats.org/officeDocument/2006/relationships/tags" Target="../tags/tag97.xml"/><Relationship Id="rId15" Type="http://schemas.openxmlformats.org/officeDocument/2006/relationships/tags" Target="../tags/tag96.xml"/><Relationship Id="rId14" Type="http://schemas.openxmlformats.org/officeDocument/2006/relationships/tags" Target="../tags/tag95.xml"/><Relationship Id="rId13" Type="http://schemas.openxmlformats.org/officeDocument/2006/relationships/tags" Target="../tags/tag94.xml"/><Relationship Id="rId12" Type="http://schemas.openxmlformats.org/officeDocument/2006/relationships/tags" Target="../tags/tag93.xml"/><Relationship Id="rId11" Type="http://schemas.openxmlformats.org/officeDocument/2006/relationships/tags" Target="../tags/tag92.xml"/><Relationship Id="rId10" Type="http://schemas.openxmlformats.org/officeDocument/2006/relationships/tags" Target="../tags/tag91.xml"/><Relationship Id="rId1" Type="http://schemas.openxmlformats.org/officeDocument/2006/relationships/tags" Target="../tags/tag82.xml"/></Relationships>
</file>

<file path=ppt/slides/_rels/slide152.xml.rels><?xml version="1.0" encoding="UTF-8" standalone="yes"?>
<Relationships xmlns="http://schemas.openxmlformats.org/package/2006/relationships"><Relationship Id="rId9" Type="http://schemas.openxmlformats.org/officeDocument/2006/relationships/tags" Target="../tags/tag107.xml"/><Relationship Id="rId8" Type="http://schemas.openxmlformats.org/officeDocument/2006/relationships/tags" Target="../tags/tag106.xml"/><Relationship Id="rId7" Type="http://schemas.openxmlformats.org/officeDocument/2006/relationships/tags" Target="../tags/tag105.xml"/><Relationship Id="rId6" Type="http://schemas.openxmlformats.org/officeDocument/2006/relationships/tags" Target="../tags/tag104.xml"/><Relationship Id="rId5" Type="http://schemas.openxmlformats.org/officeDocument/2006/relationships/tags" Target="../tags/tag103.xml"/><Relationship Id="rId4" Type="http://schemas.openxmlformats.org/officeDocument/2006/relationships/tags" Target="../tags/tag102.xml"/><Relationship Id="rId3" Type="http://schemas.openxmlformats.org/officeDocument/2006/relationships/tags" Target="../tags/tag101.xml"/><Relationship Id="rId2" Type="http://schemas.openxmlformats.org/officeDocument/2006/relationships/tags" Target="../tags/tag100.xml"/><Relationship Id="rId19" Type="http://schemas.openxmlformats.org/officeDocument/2006/relationships/slideLayout" Target="../slideLayouts/slideLayout7.xml"/><Relationship Id="rId18" Type="http://schemas.openxmlformats.org/officeDocument/2006/relationships/tags" Target="../tags/tag115.xml"/><Relationship Id="rId17" Type="http://schemas.openxmlformats.org/officeDocument/2006/relationships/image" Target="../media/image12.png"/><Relationship Id="rId16" Type="http://schemas.openxmlformats.org/officeDocument/2006/relationships/tags" Target="../tags/tag114.xml"/><Relationship Id="rId15" Type="http://schemas.openxmlformats.org/officeDocument/2006/relationships/tags" Target="../tags/tag113.xml"/><Relationship Id="rId14" Type="http://schemas.openxmlformats.org/officeDocument/2006/relationships/tags" Target="../tags/tag112.xml"/><Relationship Id="rId13" Type="http://schemas.openxmlformats.org/officeDocument/2006/relationships/tags" Target="../tags/tag111.xml"/><Relationship Id="rId12" Type="http://schemas.openxmlformats.org/officeDocument/2006/relationships/tags" Target="../tags/tag110.xml"/><Relationship Id="rId11" Type="http://schemas.openxmlformats.org/officeDocument/2006/relationships/tags" Target="../tags/tag109.xml"/><Relationship Id="rId10" Type="http://schemas.openxmlformats.org/officeDocument/2006/relationships/tags" Target="../tags/tag108.xml"/><Relationship Id="rId1" Type="http://schemas.openxmlformats.org/officeDocument/2006/relationships/tags" Target="../tags/tag99.xml"/></Relationships>
</file>

<file path=ppt/slides/_rels/slide153.xml.rels><?xml version="1.0" encoding="UTF-8" standalone="yes"?>
<Relationships xmlns="http://schemas.openxmlformats.org/package/2006/relationships"><Relationship Id="rId9" Type="http://schemas.openxmlformats.org/officeDocument/2006/relationships/tags" Target="../tags/tag124.xml"/><Relationship Id="rId8" Type="http://schemas.openxmlformats.org/officeDocument/2006/relationships/tags" Target="../tags/tag123.xml"/><Relationship Id="rId7" Type="http://schemas.openxmlformats.org/officeDocument/2006/relationships/tags" Target="../tags/tag122.xml"/><Relationship Id="rId6" Type="http://schemas.openxmlformats.org/officeDocument/2006/relationships/tags" Target="../tags/tag121.xml"/><Relationship Id="rId5" Type="http://schemas.openxmlformats.org/officeDocument/2006/relationships/tags" Target="../tags/tag120.xml"/><Relationship Id="rId4" Type="http://schemas.openxmlformats.org/officeDocument/2006/relationships/tags" Target="../tags/tag119.xml"/><Relationship Id="rId3" Type="http://schemas.openxmlformats.org/officeDocument/2006/relationships/tags" Target="../tags/tag118.xml"/><Relationship Id="rId2" Type="http://schemas.openxmlformats.org/officeDocument/2006/relationships/tags" Target="../tags/tag117.xml"/><Relationship Id="rId19" Type="http://schemas.openxmlformats.org/officeDocument/2006/relationships/slideLayout" Target="../slideLayouts/slideLayout7.xml"/><Relationship Id="rId18" Type="http://schemas.openxmlformats.org/officeDocument/2006/relationships/tags" Target="../tags/tag132.xml"/><Relationship Id="rId17" Type="http://schemas.openxmlformats.org/officeDocument/2006/relationships/image" Target="../media/image12.png"/><Relationship Id="rId16" Type="http://schemas.openxmlformats.org/officeDocument/2006/relationships/tags" Target="../tags/tag131.xml"/><Relationship Id="rId15" Type="http://schemas.openxmlformats.org/officeDocument/2006/relationships/tags" Target="../tags/tag130.xml"/><Relationship Id="rId14" Type="http://schemas.openxmlformats.org/officeDocument/2006/relationships/tags" Target="../tags/tag129.xml"/><Relationship Id="rId13" Type="http://schemas.openxmlformats.org/officeDocument/2006/relationships/tags" Target="../tags/tag128.xml"/><Relationship Id="rId12" Type="http://schemas.openxmlformats.org/officeDocument/2006/relationships/tags" Target="../tags/tag127.xml"/><Relationship Id="rId11" Type="http://schemas.openxmlformats.org/officeDocument/2006/relationships/tags" Target="../tags/tag126.xml"/><Relationship Id="rId10" Type="http://schemas.openxmlformats.org/officeDocument/2006/relationships/tags" Target="../tags/tag125.xml"/><Relationship Id="rId1" Type="http://schemas.openxmlformats.org/officeDocument/2006/relationships/tags" Target="../tags/tag1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>
          <a:xfrm>
            <a:off x="1150938" y="2743200"/>
            <a:ext cx="7793037" cy="1143000"/>
          </a:xfrm>
        </p:spPr>
        <p:txBody>
          <a:bodyPr/>
          <a:lstStyle/>
          <a:p>
            <a:pPr algn="ctr" eaLnBrk="1" hangingPunct="1"/>
            <a:r>
              <a:rPr lang="zh-CN" altLang="en-US"/>
              <a:t>第四章  语法分析</a:t>
            </a:r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99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学习重点</a:t>
            </a:r>
            <a:endParaRPr lang="zh-CN" altLang="en-US"/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zh-CN" altLang="en-US" dirty="0"/>
              <a:t>上下文无关文法</a:t>
            </a:r>
            <a:endParaRPr lang="zh-CN" altLang="en-US" dirty="0"/>
          </a:p>
          <a:p>
            <a:pPr eaLnBrk="1" hangingPunct="1"/>
            <a:r>
              <a:rPr lang="zh-CN" altLang="en-US" dirty="0"/>
              <a:t>自顶向下分析方法：递归实现、表驱动</a:t>
            </a:r>
            <a:endParaRPr lang="zh-CN" altLang="en-US" dirty="0"/>
          </a:p>
          <a:p>
            <a:pPr eaLnBrk="1" hangingPunct="1"/>
            <a:r>
              <a:rPr lang="zh-CN" altLang="en-US" dirty="0"/>
              <a:t>自底向上分析方法</a:t>
            </a:r>
            <a:endParaRPr lang="zh-CN" altLang="en-US" dirty="0"/>
          </a:p>
          <a:p>
            <a:pPr lvl="1" eaLnBrk="1" hangingPunct="1"/>
            <a:r>
              <a:rPr lang="zh-CN" altLang="en-US" dirty="0"/>
              <a:t>算符优先分析方法</a:t>
            </a:r>
            <a:endParaRPr lang="zh-CN" altLang="en-US" dirty="0"/>
          </a:p>
          <a:p>
            <a:pPr lvl="1" eaLnBrk="1" hangingPunct="1"/>
            <a:r>
              <a:rPr lang="en-US" altLang="zh-CN" dirty="0"/>
              <a:t>LR</a:t>
            </a:r>
            <a:r>
              <a:rPr lang="zh-CN" altLang="en-US" dirty="0"/>
              <a:t>分析方法</a:t>
            </a:r>
            <a:endParaRPr lang="zh-CN" altLang="en-US" dirty="0"/>
          </a:p>
          <a:p>
            <a:pPr lvl="2" eaLnBrk="1" hangingPunct="1"/>
            <a:r>
              <a:rPr lang="en-US" altLang="zh-CN" dirty="0"/>
              <a:t>SLR</a:t>
            </a:r>
            <a:endParaRPr lang="en-US" altLang="zh-CN" dirty="0"/>
          </a:p>
          <a:p>
            <a:pPr lvl="2" eaLnBrk="1" hangingPunct="1"/>
            <a:r>
              <a:rPr lang="zh-CN" altLang="en-US" dirty="0"/>
              <a:t>规范</a:t>
            </a:r>
            <a:r>
              <a:rPr lang="en-US" altLang="zh-CN" dirty="0"/>
              <a:t>LR</a:t>
            </a:r>
            <a:endParaRPr lang="en-US" altLang="zh-CN" dirty="0"/>
          </a:p>
          <a:p>
            <a:pPr lvl="2" eaLnBrk="1" hangingPunct="1"/>
            <a:r>
              <a:rPr lang="en-US" altLang="zh-CN" dirty="0"/>
              <a:t>LALR</a:t>
            </a:r>
            <a:endParaRPr lang="en-US" altLang="zh-CN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概述</a:t>
            </a:r>
            <a:endParaRPr lang="zh-CN" altLang="en-US"/>
          </a:p>
        </p:txBody>
      </p:sp>
      <p:sp>
        <p:nvSpPr>
          <p:cNvPr id="71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182688" y="1371600"/>
            <a:ext cx="7772400" cy="5029200"/>
          </a:xfrm>
        </p:spPr>
        <p:txBody>
          <a:bodyPr/>
          <a:lstStyle/>
          <a:p>
            <a:pPr eaLnBrk="1" hangingPunct="1"/>
            <a:r>
              <a:rPr lang="zh-CN" altLang="en-US" sz="2800"/>
              <a:t>为什么使用上下文无法文法？</a:t>
            </a:r>
            <a:endParaRPr lang="zh-CN" altLang="en-US" sz="2800"/>
          </a:p>
          <a:p>
            <a:pPr lvl="1" eaLnBrk="1" hangingPunct="1"/>
            <a:r>
              <a:rPr lang="zh-CN" altLang="en-US" sz="2400"/>
              <a:t>精确、容易理解的语法描述</a:t>
            </a:r>
            <a:endParaRPr lang="zh-CN" altLang="en-US" sz="2400"/>
          </a:p>
          <a:p>
            <a:pPr lvl="1" eaLnBrk="1" hangingPunct="1"/>
            <a:r>
              <a:rPr lang="zh-CN" altLang="en-US" sz="2400"/>
              <a:t>特定类别语法</a:t>
            </a:r>
            <a:r>
              <a:rPr lang="en-US" altLang="zh-CN" sz="2400"/>
              <a:t>——</a:t>
            </a:r>
            <a:r>
              <a:rPr lang="zh-CN" altLang="en-US" sz="2400"/>
              <a:t>编译器自动构造</a:t>
            </a:r>
            <a:br>
              <a:rPr lang="zh-CN" altLang="en-US" sz="2400"/>
            </a:br>
            <a:r>
              <a:rPr lang="zh-CN" altLang="en-US" sz="2400"/>
              <a:t>额外好处</a:t>
            </a:r>
            <a:r>
              <a:rPr lang="en-US" altLang="zh-CN" sz="2400"/>
              <a:t>——</a:t>
            </a:r>
            <a:r>
              <a:rPr lang="zh-CN" altLang="en-US" sz="2400"/>
              <a:t>发现二义性和难于分析的结构</a:t>
            </a:r>
            <a:endParaRPr lang="zh-CN" altLang="en-US" sz="2400"/>
          </a:p>
          <a:p>
            <a:pPr lvl="1" eaLnBrk="1" hangingPunct="1"/>
            <a:r>
              <a:rPr lang="zh-CN" altLang="en-US" sz="2400"/>
              <a:t>加入特殊结构</a:t>
            </a:r>
            <a:r>
              <a:rPr lang="en-US" altLang="zh-CN" sz="2400"/>
              <a:t>——</a:t>
            </a:r>
            <a:r>
              <a:rPr lang="zh-CN" altLang="en-US" sz="2400"/>
              <a:t>翻译、错误检测</a:t>
            </a:r>
            <a:br>
              <a:rPr lang="zh-CN" altLang="en-US" sz="2400"/>
            </a:br>
            <a:r>
              <a:rPr lang="zh-CN" altLang="en-US" sz="2400"/>
              <a:t>基于语法的翻译方法描述</a:t>
            </a:r>
            <a:r>
              <a:rPr lang="en-US" altLang="zh-CN" sz="2400">
                <a:latin typeface="Tahoma" panose="020B0604030504040204" pitchFamily="34" charset="0"/>
              </a:rPr>
              <a:t>——</a:t>
            </a:r>
            <a:r>
              <a:rPr lang="en-US" altLang="zh-CN" sz="2400">
                <a:sym typeface="Wingdings" panose="05000000000000000000" pitchFamily="2" charset="2"/>
              </a:rPr>
              <a:t></a:t>
            </a:r>
            <a:r>
              <a:rPr lang="zh-CN" altLang="en-US" sz="2400">
                <a:sym typeface="Wingdings" panose="05000000000000000000" pitchFamily="2" charset="2"/>
              </a:rPr>
              <a:t>程序</a:t>
            </a:r>
            <a:endParaRPr lang="zh-CN" altLang="en-US" sz="2400">
              <a:sym typeface="Wingdings" panose="05000000000000000000" pitchFamily="2" charset="2"/>
            </a:endParaRPr>
          </a:p>
          <a:p>
            <a:pPr lvl="1" eaLnBrk="1" hangingPunct="1"/>
            <a:r>
              <a:rPr lang="zh-CN" altLang="en-US" sz="2400">
                <a:sym typeface="Wingdings" panose="05000000000000000000" pitchFamily="2" charset="2"/>
              </a:rPr>
              <a:t>语言发展变化（新语句，语句变化</a:t>
            </a:r>
            <a:r>
              <a:rPr lang="en-US" altLang="zh-CN" sz="2400">
                <a:latin typeface="Tahoma" panose="020B0604030504040204" pitchFamily="34" charset="0"/>
                <a:sym typeface="Wingdings" panose="05000000000000000000" pitchFamily="2" charset="2"/>
              </a:rPr>
              <a:t>…</a:t>
            </a:r>
            <a:r>
              <a:rPr lang="zh-CN" altLang="en-US" sz="2400">
                <a:sym typeface="Wingdings" panose="05000000000000000000" pitchFamily="2" charset="2"/>
              </a:rPr>
              <a:t>）</a:t>
            </a:r>
            <a:br>
              <a:rPr lang="zh-CN" altLang="en-US" sz="2400">
                <a:sym typeface="Wingdings" panose="05000000000000000000" pitchFamily="2" charset="2"/>
              </a:rPr>
            </a:br>
            <a:r>
              <a:rPr lang="en-US" altLang="zh-CN" sz="2400">
                <a:latin typeface="Tahoma" panose="020B0604030504040204" pitchFamily="34" charset="0"/>
                <a:sym typeface="Wingdings" panose="05000000000000000000" pitchFamily="2" charset="2"/>
              </a:rPr>
              <a:t>——</a:t>
            </a:r>
            <a:r>
              <a:rPr lang="zh-CN" altLang="en-US" sz="2400">
                <a:sym typeface="Wingdings" panose="05000000000000000000" pitchFamily="2" charset="2"/>
              </a:rPr>
              <a:t>容易增加新结构，修改已有部分</a:t>
            </a:r>
            <a:br>
              <a:rPr lang="zh-CN" altLang="en-US" sz="2400">
                <a:sym typeface="Wingdings" panose="05000000000000000000" pitchFamily="2" charset="2"/>
              </a:rPr>
            </a:br>
            <a:r>
              <a:rPr kumimoji="0" lang="en-US" altLang="zh-CN" sz="2400" b="1"/>
              <a:t>ADA </a:t>
            </a:r>
            <a:r>
              <a:rPr kumimoji="0" lang="en-US" altLang="zh-CN" sz="2400" b="1">
                <a:sym typeface="Symbol" panose="05050102010706020507" pitchFamily="18" charset="2"/>
              </a:rPr>
              <a:t> ADA9x,  C++</a:t>
            </a:r>
            <a:r>
              <a:rPr kumimoji="0" lang="zh-CN" altLang="en-US" sz="2400" b="1">
                <a:sym typeface="Symbol" panose="05050102010706020507" pitchFamily="18" charset="2"/>
              </a:rPr>
              <a:t>增加</a:t>
            </a:r>
            <a:r>
              <a:rPr kumimoji="0" lang="en-US" altLang="zh-CN" sz="2400" b="1">
                <a:sym typeface="Symbol" panose="05050102010706020507" pitchFamily="18" charset="2"/>
              </a:rPr>
              <a:t>: </a:t>
            </a:r>
            <a:r>
              <a:rPr kumimoji="0" lang="zh-CN" altLang="en-US" sz="2400" b="1">
                <a:sym typeface="Symbol" panose="05050102010706020507" pitchFamily="18" charset="2"/>
              </a:rPr>
              <a:t>模板、异常</a:t>
            </a:r>
            <a:endParaRPr kumimoji="0" lang="zh-CN" altLang="en-US" sz="2400" b="1">
              <a:sym typeface="Symbol" panose="05050102010706020507" pitchFamily="18" charset="2"/>
            </a:endParaRPr>
          </a:p>
        </p:txBody>
      </p:sp>
      <p:sp>
        <p:nvSpPr>
          <p:cNvPr id="7172" name="Text Box 4"/>
          <p:cNvSpPr txBox="1">
            <a:spLocks noChangeArrowheads="1"/>
          </p:cNvSpPr>
          <p:nvPr/>
        </p:nvSpPr>
        <p:spPr bwMode="auto">
          <a:xfrm>
            <a:off x="5334000" y="3398838"/>
            <a:ext cx="8382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000">
                <a:solidFill>
                  <a:srgbClr val="FF3300"/>
                </a:solidFill>
                <a:latin typeface="Tahoma" panose="020B0604030504040204" pitchFamily="34" charset="0"/>
                <a:ea typeface="黑体" panose="02010609060101010101" pitchFamily="49" charset="-122"/>
              </a:rPr>
              <a:t>工具</a:t>
            </a:r>
            <a:endParaRPr lang="zh-CN" altLang="en-US" sz="2000">
              <a:solidFill>
                <a:srgbClr val="FF3300"/>
              </a:solidFill>
              <a:latin typeface="Tahoma" panose="020B0604030504040204" pitchFamily="34" charset="0"/>
              <a:ea typeface="黑体" panose="02010609060101010101" pitchFamily="49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4.1  </a:t>
            </a:r>
            <a:r>
              <a:rPr lang="zh-CN" altLang="en-US"/>
              <a:t>语法分析器的角色</a:t>
            </a:r>
            <a:endParaRPr lang="zh-CN" altLang="en-US"/>
          </a:p>
        </p:txBody>
      </p:sp>
      <p:grpSp>
        <p:nvGrpSpPr>
          <p:cNvPr id="8195" name="Group 4"/>
          <p:cNvGrpSpPr/>
          <p:nvPr/>
        </p:nvGrpSpPr>
        <p:grpSpPr bwMode="auto">
          <a:xfrm>
            <a:off x="0" y="1447800"/>
            <a:ext cx="9144000" cy="2771775"/>
            <a:chOff x="0" y="1056"/>
            <a:chExt cx="5760" cy="1746"/>
          </a:xfrm>
        </p:grpSpPr>
        <p:sp>
          <p:nvSpPr>
            <p:cNvPr id="8203" name="Text Box 5"/>
            <p:cNvSpPr txBox="1">
              <a:spLocks noChangeArrowheads="1"/>
            </p:cNvSpPr>
            <p:nvPr/>
          </p:nvSpPr>
          <p:spPr bwMode="auto">
            <a:xfrm>
              <a:off x="2448" y="1056"/>
              <a:ext cx="1008" cy="258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000" b="1"/>
                <a:t>errors</a:t>
              </a:r>
              <a:endParaRPr kumimoji="0" lang="en-US" altLang="zh-CN" sz="2000" b="1"/>
            </a:p>
          </p:txBody>
        </p:sp>
        <p:sp>
          <p:nvSpPr>
            <p:cNvPr id="8204" name="Text Box 6"/>
            <p:cNvSpPr txBox="1">
              <a:spLocks noChangeArrowheads="1"/>
            </p:cNvSpPr>
            <p:nvPr/>
          </p:nvSpPr>
          <p:spPr bwMode="auto">
            <a:xfrm>
              <a:off x="864" y="1632"/>
              <a:ext cx="1008" cy="450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000" b="1"/>
                <a:t>lexical analyzer</a:t>
              </a:r>
              <a:endParaRPr kumimoji="0" lang="en-US" altLang="zh-CN" sz="2000" b="1"/>
            </a:p>
          </p:txBody>
        </p:sp>
        <p:sp>
          <p:nvSpPr>
            <p:cNvPr id="8205" name="Text Box 7"/>
            <p:cNvSpPr txBox="1">
              <a:spLocks noChangeArrowheads="1"/>
            </p:cNvSpPr>
            <p:nvPr/>
          </p:nvSpPr>
          <p:spPr bwMode="auto">
            <a:xfrm>
              <a:off x="2448" y="1728"/>
              <a:ext cx="1008" cy="258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000" b="1" i="1"/>
                <a:t>parser</a:t>
              </a:r>
              <a:endParaRPr kumimoji="0" lang="en-US" altLang="zh-CN" sz="2000" b="1" i="1"/>
            </a:p>
          </p:txBody>
        </p:sp>
        <p:sp>
          <p:nvSpPr>
            <p:cNvPr id="8206" name="Text Box 8"/>
            <p:cNvSpPr txBox="1">
              <a:spLocks noChangeArrowheads="1"/>
            </p:cNvSpPr>
            <p:nvPr/>
          </p:nvSpPr>
          <p:spPr bwMode="auto">
            <a:xfrm>
              <a:off x="3888" y="1632"/>
              <a:ext cx="912" cy="450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000" b="1"/>
                <a:t>rest of front end</a:t>
              </a:r>
              <a:endParaRPr kumimoji="0" lang="en-US" altLang="zh-CN" sz="2000" b="1"/>
            </a:p>
          </p:txBody>
        </p:sp>
        <p:sp>
          <p:nvSpPr>
            <p:cNvPr id="8207" name="Text Box 9"/>
            <p:cNvSpPr txBox="1">
              <a:spLocks noChangeArrowheads="1"/>
            </p:cNvSpPr>
            <p:nvPr/>
          </p:nvSpPr>
          <p:spPr bwMode="auto">
            <a:xfrm>
              <a:off x="2448" y="2352"/>
              <a:ext cx="1008" cy="450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000" b="1"/>
                <a:t>symbol  table</a:t>
              </a:r>
              <a:endParaRPr kumimoji="0" lang="en-US" altLang="zh-CN" sz="2000" b="1"/>
            </a:p>
          </p:txBody>
        </p:sp>
        <p:sp>
          <p:nvSpPr>
            <p:cNvPr id="8208" name="Line 10"/>
            <p:cNvSpPr>
              <a:spLocks noChangeShapeType="1"/>
            </p:cNvSpPr>
            <p:nvPr/>
          </p:nvSpPr>
          <p:spPr bwMode="auto">
            <a:xfrm>
              <a:off x="1872" y="1776"/>
              <a:ext cx="576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09" name="Line 11"/>
            <p:cNvSpPr>
              <a:spLocks noChangeShapeType="1"/>
            </p:cNvSpPr>
            <p:nvPr/>
          </p:nvSpPr>
          <p:spPr bwMode="auto">
            <a:xfrm flipH="1">
              <a:off x="1872" y="1920"/>
              <a:ext cx="576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10" name="Line 12"/>
            <p:cNvSpPr>
              <a:spLocks noChangeShapeType="1"/>
            </p:cNvSpPr>
            <p:nvPr/>
          </p:nvSpPr>
          <p:spPr bwMode="auto">
            <a:xfrm flipV="1">
              <a:off x="2928" y="1296"/>
              <a:ext cx="0" cy="43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11" name="Line 13"/>
            <p:cNvSpPr>
              <a:spLocks noChangeShapeType="1"/>
            </p:cNvSpPr>
            <p:nvPr/>
          </p:nvSpPr>
          <p:spPr bwMode="auto">
            <a:xfrm flipV="1">
              <a:off x="1872" y="1296"/>
              <a:ext cx="576" cy="33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12" name="Line 14"/>
            <p:cNvSpPr>
              <a:spLocks noChangeShapeType="1"/>
            </p:cNvSpPr>
            <p:nvPr/>
          </p:nvSpPr>
          <p:spPr bwMode="auto">
            <a:xfrm flipH="1" flipV="1">
              <a:off x="3456" y="1296"/>
              <a:ext cx="432" cy="33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13" name="Line 15"/>
            <p:cNvSpPr>
              <a:spLocks noChangeShapeType="1"/>
            </p:cNvSpPr>
            <p:nvPr/>
          </p:nvSpPr>
          <p:spPr bwMode="auto">
            <a:xfrm>
              <a:off x="4800" y="1824"/>
              <a:ext cx="960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14" name="Line 16"/>
            <p:cNvSpPr>
              <a:spLocks noChangeShapeType="1"/>
            </p:cNvSpPr>
            <p:nvPr/>
          </p:nvSpPr>
          <p:spPr bwMode="auto">
            <a:xfrm>
              <a:off x="3456" y="1872"/>
              <a:ext cx="432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prstDash val="sysDot"/>
              <a:round/>
              <a:headEnd type="none" w="sm" len="sm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15" name="Line 17"/>
            <p:cNvSpPr>
              <a:spLocks noChangeShapeType="1"/>
            </p:cNvSpPr>
            <p:nvPr/>
          </p:nvSpPr>
          <p:spPr bwMode="auto">
            <a:xfrm>
              <a:off x="1872" y="2112"/>
              <a:ext cx="576" cy="24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16" name="Line 18"/>
            <p:cNvSpPr>
              <a:spLocks noChangeShapeType="1"/>
            </p:cNvSpPr>
            <p:nvPr/>
          </p:nvSpPr>
          <p:spPr bwMode="auto">
            <a:xfrm flipV="1">
              <a:off x="3456" y="2064"/>
              <a:ext cx="432" cy="28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17" name="Line 19"/>
            <p:cNvSpPr>
              <a:spLocks noChangeShapeType="1"/>
            </p:cNvSpPr>
            <p:nvPr/>
          </p:nvSpPr>
          <p:spPr bwMode="auto">
            <a:xfrm>
              <a:off x="96" y="1872"/>
              <a:ext cx="76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18" name="Text Box 20"/>
            <p:cNvSpPr txBox="1">
              <a:spLocks noChangeArrowheads="1"/>
            </p:cNvSpPr>
            <p:nvPr/>
          </p:nvSpPr>
          <p:spPr bwMode="auto">
            <a:xfrm>
              <a:off x="0" y="1680"/>
              <a:ext cx="768" cy="4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1800" b="1"/>
                <a:t>source program</a:t>
              </a:r>
              <a:endParaRPr kumimoji="0" lang="en-US" altLang="zh-CN" sz="1800" b="1"/>
            </a:p>
          </p:txBody>
        </p:sp>
        <p:sp>
          <p:nvSpPr>
            <p:cNvPr id="8219" name="Text Box 21"/>
            <p:cNvSpPr txBox="1">
              <a:spLocks noChangeArrowheads="1"/>
            </p:cNvSpPr>
            <p:nvPr/>
          </p:nvSpPr>
          <p:spPr bwMode="auto">
            <a:xfrm>
              <a:off x="3360" y="1680"/>
              <a:ext cx="624" cy="4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1800" b="1"/>
                <a:t>parse tree</a:t>
              </a:r>
              <a:endParaRPr kumimoji="0" lang="en-US" altLang="zh-CN" sz="1800" b="1"/>
            </a:p>
          </p:txBody>
        </p:sp>
        <p:sp>
          <p:nvSpPr>
            <p:cNvPr id="8220" name="Text Box 22"/>
            <p:cNvSpPr txBox="1">
              <a:spLocks noChangeArrowheads="1"/>
            </p:cNvSpPr>
            <p:nvPr/>
          </p:nvSpPr>
          <p:spPr bwMode="auto">
            <a:xfrm>
              <a:off x="1776" y="1872"/>
              <a:ext cx="768" cy="4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1800" b="1" i="1"/>
                <a:t>get next token</a:t>
              </a:r>
              <a:endParaRPr kumimoji="0" lang="en-US" altLang="zh-CN" sz="1800" b="1" i="1"/>
            </a:p>
          </p:txBody>
        </p:sp>
        <p:sp>
          <p:nvSpPr>
            <p:cNvPr id="8221" name="Text Box 23"/>
            <p:cNvSpPr txBox="1">
              <a:spLocks noChangeArrowheads="1"/>
            </p:cNvSpPr>
            <p:nvPr/>
          </p:nvSpPr>
          <p:spPr bwMode="auto">
            <a:xfrm>
              <a:off x="1824" y="1584"/>
              <a:ext cx="624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1800" b="1"/>
                <a:t>token</a:t>
              </a:r>
              <a:endParaRPr kumimoji="0" lang="en-US" altLang="zh-CN" sz="1800" b="1"/>
            </a:p>
          </p:txBody>
        </p:sp>
      </p:grpSp>
      <p:sp>
        <p:nvSpPr>
          <p:cNvPr id="8196" name="Text Box 24"/>
          <p:cNvSpPr txBox="1">
            <a:spLocks noChangeArrowheads="1"/>
          </p:cNvSpPr>
          <p:nvPr/>
        </p:nvSpPr>
        <p:spPr bwMode="auto">
          <a:xfrm>
            <a:off x="1371600" y="1143000"/>
            <a:ext cx="160020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1800" b="1">
                <a:solidFill>
                  <a:srgbClr val="FF6699"/>
                </a:solidFill>
              </a:rPr>
              <a:t>regular expressions</a:t>
            </a:r>
            <a:endParaRPr kumimoji="0" lang="en-US" altLang="zh-CN" sz="1800" b="1">
              <a:solidFill>
                <a:srgbClr val="FF6699"/>
              </a:solidFill>
            </a:endParaRPr>
          </a:p>
        </p:txBody>
      </p:sp>
      <p:sp>
        <p:nvSpPr>
          <p:cNvPr id="8197" name="Line 25"/>
          <p:cNvSpPr>
            <a:spLocks noChangeShapeType="1"/>
          </p:cNvSpPr>
          <p:nvPr/>
        </p:nvSpPr>
        <p:spPr bwMode="auto">
          <a:xfrm>
            <a:off x="2133600" y="1676400"/>
            <a:ext cx="0" cy="685800"/>
          </a:xfrm>
          <a:prstGeom prst="line">
            <a:avLst/>
          </a:prstGeom>
          <a:noFill/>
          <a:ln w="25400">
            <a:solidFill>
              <a:srgbClr val="FF6699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198" name="Text Box 26"/>
          <p:cNvSpPr txBox="1">
            <a:spLocks noChangeArrowheads="1"/>
          </p:cNvSpPr>
          <p:nvPr/>
        </p:nvSpPr>
        <p:spPr bwMode="auto">
          <a:xfrm>
            <a:off x="5867400" y="3733800"/>
            <a:ext cx="3276600" cy="2100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Char char="•"/>
            </a:pPr>
            <a:r>
              <a:rPr kumimoji="0" lang="en-US" altLang="zh-CN" sz="2400" b="1" dirty="0">
                <a:solidFill>
                  <a:srgbClr val="3333CC"/>
                </a:solidFill>
              </a:rPr>
              <a:t> </a:t>
            </a:r>
            <a:r>
              <a:rPr kumimoji="0" lang="zh-CN" altLang="en-US" sz="2400" b="1" dirty="0">
                <a:solidFill>
                  <a:srgbClr val="3333CC"/>
                </a:solidFill>
              </a:rPr>
              <a:t>通常作为语法分析器的一部分实现</a:t>
            </a:r>
            <a:endParaRPr kumimoji="0" lang="zh-CN" altLang="en-US" sz="2400" b="1" dirty="0">
              <a:solidFill>
                <a:srgbClr val="3333CC"/>
              </a:solidFill>
            </a:endParaRPr>
          </a:p>
          <a:p>
            <a:pPr eaLnBrk="1" hangingPunct="1">
              <a:spcBef>
                <a:spcPct val="50000"/>
              </a:spcBef>
              <a:buClrTx/>
              <a:buSzTx/>
              <a:buFontTx/>
              <a:buChar char="•"/>
            </a:pPr>
            <a:r>
              <a:rPr kumimoji="0" lang="zh-CN" altLang="en-US" sz="2400" b="1" dirty="0">
                <a:solidFill>
                  <a:srgbClr val="3333CC"/>
                </a:solidFill>
              </a:rPr>
              <a:t> 包括对单词扩充信息，以进行类型检查、语义分析等工作</a:t>
            </a:r>
            <a:endParaRPr kumimoji="0" lang="zh-CN" altLang="en-US" sz="2400" b="1" dirty="0">
              <a:solidFill>
                <a:srgbClr val="3333CC"/>
              </a:solidFill>
            </a:endParaRPr>
          </a:p>
        </p:txBody>
      </p:sp>
      <p:sp>
        <p:nvSpPr>
          <p:cNvPr id="8199" name="Line 27"/>
          <p:cNvSpPr>
            <a:spLocks noChangeShapeType="1"/>
          </p:cNvSpPr>
          <p:nvPr/>
        </p:nvSpPr>
        <p:spPr bwMode="auto">
          <a:xfrm flipV="1">
            <a:off x="6858000" y="3124200"/>
            <a:ext cx="0" cy="609600"/>
          </a:xfrm>
          <a:prstGeom prst="line">
            <a:avLst/>
          </a:prstGeom>
          <a:noFill/>
          <a:ln w="25400">
            <a:solidFill>
              <a:srgbClr val="3333CC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200" name="Text Box 28"/>
          <p:cNvSpPr txBox="1">
            <a:spLocks noChangeArrowheads="1"/>
          </p:cNvSpPr>
          <p:nvPr/>
        </p:nvSpPr>
        <p:spPr bwMode="auto">
          <a:xfrm>
            <a:off x="533400" y="3851275"/>
            <a:ext cx="3124200" cy="2308324"/>
          </a:xfrm>
          <a:prstGeom prst="rect">
            <a:avLst/>
          </a:prstGeom>
          <a:solidFill>
            <a:srgbClr val="CCFF99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Char char="•"/>
            </a:pPr>
            <a:r>
              <a:rPr kumimoji="0" lang="en-US" altLang="zh-CN" sz="2400" b="1" dirty="0">
                <a:solidFill>
                  <a:srgbClr val="FF3300"/>
                </a:solidFill>
              </a:rPr>
              <a:t> </a:t>
            </a:r>
            <a:r>
              <a:rPr kumimoji="0" lang="zh-CN" altLang="en-US" sz="2400" b="1" dirty="0">
                <a:solidFill>
                  <a:srgbClr val="FF3300"/>
                </a:solidFill>
              </a:rPr>
              <a:t>根据语法检查输入单词流的语法结构</a:t>
            </a:r>
            <a:endParaRPr kumimoji="0" lang="zh-CN" altLang="en-US" sz="2400" b="1" dirty="0">
              <a:solidFill>
                <a:srgbClr val="FF3300"/>
              </a:solidFill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Char char="•"/>
            </a:pPr>
            <a:r>
              <a:rPr kumimoji="0" lang="zh-CN" altLang="en-US" sz="2400" b="1" dirty="0">
                <a:solidFill>
                  <a:srgbClr val="FF3300"/>
                </a:solidFill>
              </a:rPr>
              <a:t> 构造语法分析树</a:t>
            </a:r>
            <a:endParaRPr kumimoji="0" lang="zh-CN" altLang="en-US" sz="2400" b="1" dirty="0">
              <a:solidFill>
                <a:srgbClr val="FF3300"/>
              </a:solidFill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Char char="•"/>
            </a:pPr>
            <a:r>
              <a:rPr kumimoji="0" lang="zh-CN" altLang="en-US" sz="2400" b="1" dirty="0">
                <a:solidFill>
                  <a:srgbClr val="FF3300"/>
                </a:solidFill>
              </a:rPr>
              <a:t> 语法错误和修正</a:t>
            </a:r>
            <a:endParaRPr kumimoji="0" lang="zh-CN" altLang="en-US" sz="2400" b="1" dirty="0">
              <a:solidFill>
                <a:srgbClr val="FF3300"/>
              </a:solidFill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Char char="•"/>
            </a:pPr>
            <a:r>
              <a:rPr kumimoji="0" lang="zh-CN" altLang="en-US" sz="2400" b="1" dirty="0">
                <a:solidFill>
                  <a:srgbClr val="A50021"/>
                </a:solidFill>
              </a:rPr>
              <a:t> 识别正确语法</a:t>
            </a:r>
            <a:endParaRPr kumimoji="0" lang="zh-CN" altLang="en-US" sz="2400" b="1" dirty="0">
              <a:solidFill>
                <a:srgbClr val="A50021"/>
              </a:solidFill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Char char="•"/>
            </a:pPr>
            <a:r>
              <a:rPr kumimoji="0" lang="zh-CN" altLang="en-US" sz="2400" b="1" dirty="0">
                <a:solidFill>
                  <a:srgbClr val="A50021"/>
                </a:solidFill>
              </a:rPr>
              <a:t> 报告错误</a:t>
            </a:r>
            <a:endParaRPr kumimoji="0" lang="zh-CN" altLang="en-US" sz="2400" b="1" dirty="0">
              <a:solidFill>
                <a:srgbClr val="A50021"/>
              </a:solidFill>
            </a:endParaRPr>
          </a:p>
        </p:txBody>
      </p:sp>
      <p:sp>
        <p:nvSpPr>
          <p:cNvPr id="8201" name="Line 29"/>
          <p:cNvSpPr>
            <a:spLocks noChangeShapeType="1"/>
          </p:cNvSpPr>
          <p:nvPr/>
        </p:nvSpPr>
        <p:spPr bwMode="auto">
          <a:xfrm flipV="1">
            <a:off x="2438400" y="2819400"/>
            <a:ext cx="1676400" cy="1143000"/>
          </a:xfrm>
          <a:prstGeom prst="line">
            <a:avLst/>
          </a:prstGeom>
          <a:noFill/>
          <a:ln w="25400">
            <a:solidFill>
              <a:srgbClr val="FF3300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202" name="Text Box 30"/>
          <p:cNvSpPr txBox="1">
            <a:spLocks noChangeArrowheads="1"/>
          </p:cNvSpPr>
          <p:nvPr/>
        </p:nvSpPr>
        <p:spPr bwMode="auto">
          <a:xfrm>
            <a:off x="7543800" y="2362200"/>
            <a:ext cx="167640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1800" b="1"/>
              <a:t>intermediate      representation</a:t>
            </a:r>
            <a:endParaRPr kumimoji="0" lang="en-US" altLang="zh-CN" sz="1800" b="1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三类语法分析器</a:t>
            </a:r>
            <a:endParaRPr lang="zh-CN" altLang="en-US"/>
          </a:p>
        </p:txBody>
      </p:sp>
      <p:sp>
        <p:nvSpPr>
          <p:cNvPr id="921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zh-CN" altLang="en-US" dirty="0"/>
              <a:t>通用分析器，</a:t>
            </a:r>
            <a:r>
              <a:rPr lang="en-US" altLang="zh-CN" dirty="0" err="1">
                <a:solidFill>
                  <a:srgbClr val="FF3300"/>
                </a:solidFill>
              </a:rPr>
              <a:t>Cocke</a:t>
            </a:r>
            <a:r>
              <a:rPr lang="en-US" altLang="zh-CN" dirty="0">
                <a:solidFill>
                  <a:srgbClr val="FF3300"/>
                </a:solidFill>
              </a:rPr>
              <a:t>-Younger-</a:t>
            </a:r>
            <a:r>
              <a:rPr lang="en-US" altLang="zh-CN" dirty="0" err="1">
                <a:solidFill>
                  <a:srgbClr val="FF3300"/>
                </a:solidFill>
              </a:rPr>
              <a:t>Kasami</a:t>
            </a:r>
            <a:r>
              <a:rPr lang="zh-CN" altLang="en-US" dirty="0"/>
              <a:t>算法，适用任何文法，效率低</a:t>
            </a:r>
            <a:endParaRPr lang="zh-CN" altLang="en-US" dirty="0"/>
          </a:p>
          <a:p>
            <a:pPr eaLnBrk="1" hangingPunct="1"/>
            <a:r>
              <a:rPr lang="zh-CN" altLang="en-US" dirty="0"/>
              <a:t>自顶向下分析器，</a:t>
            </a:r>
            <a:r>
              <a:rPr lang="en-US" altLang="zh-CN" dirty="0">
                <a:solidFill>
                  <a:srgbClr val="FF3300"/>
                </a:solidFill>
              </a:rPr>
              <a:t>top-down</a:t>
            </a:r>
            <a:endParaRPr lang="en-US" altLang="zh-CN" dirty="0">
              <a:solidFill>
                <a:srgbClr val="FF3300"/>
              </a:solidFill>
            </a:endParaRPr>
          </a:p>
          <a:p>
            <a:pPr eaLnBrk="1" hangingPunct="1"/>
            <a:r>
              <a:rPr lang="zh-CN" altLang="en-US" dirty="0"/>
              <a:t>自底向上分析器，</a:t>
            </a:r>
            <a:r>
              <a:rPr lang="en-US" altLang="zh-CN" dirty="0">
                <a:solidFill>
                  <a:srgbClr val="FF3300"/>
                </a:solidFill>
              </a:rPr>
              <a:t>bottom-up</a:t>
            </a:r>
            <a:endParaRPr lang="en-US" altLang="zh-CN" dirty="0">
              <a:solidFill>
                <a:srgbClr val="FF3300"/>
              </a:solidFill>
            </a:endParaRPr>
          </a:p>
          <a:p>
            <a:pPr eaLnBrk="1" hangingPunct="1"/>
            <a:r>
              <a:rPr lang="en-US" altLang="zh-CN" dirty="0">
                <a:solidFill>
                  <a:srgbClr val="FF3300"/>
                </a:solidFill>
              </a:rPr>
              <a:t>top-down</a:t>
            </a:r>
            <a:r>
              <a:rPr lang="zh-CN" altLang="en-US" dirty="0"/>
              <a:t>，</a:t>
            </a:r>
            <a:r>
              <a:rPr lang="en-US" altLang="zh-CN" dirty="0">
                <a:solidFill>
                  <a:srgbClr val="FF3300"/>
                </a:solidFill>
              </a:rPr>
              <a:t>bottom-up</a:t>
            </a:r>
            <a:r>
              <a:rPr lang="zh-CN" altLang="en-US" dirty="0"/>
              <a:t>：适用特定类别文法</a:t>
            </a:r>
            <a:r>
              <a:rPr lang="en-US" altLang="zh-CN" dirty="0"/>
              <a:t>——LL</a:t>
            </a:r>
            <a:r>
              <a:rPr lang="zh-CN" altLang="en-US" dirty="0"/>
              <a:t>、</a:t>
            </a:r>
            <a:r>
              <a:rPr lang="en-US" altLang="zh-CN" dirty="0"/>
              <a:t>LR</a:t>
            </a:r>
            <a:r>
              <a:rPr lang="zh-CN" altLang="en-US" dirty="0"/>
              <a:t>，描述能力足够</a:t>
            </a:r>
            <a:endParaRPr lang="zh-CN" alt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4.1.1  </a:t>
            </a:r>
            <a:r>
              <a:rPr lang="zh-CN" altLang="en-US"/>
              <a:t>语法错误处理</a:t>
            </a:r>
            <a:endParaRPr lang="zh-CN" altLang="en-US"/>
          </a:p>
        </p:txBody>
      </p:sp>
      <p:sp>
        <p:nvSpPr>
          <p:cNvPr id="1024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182688" y="1371600"/>
            <a:ext cx="7772400" cy="4953000"/>
          </a:xfrm>
        </p:spPr>
        <p:txBody>
          <a:bodyPr/>
          <a:lstStyle/>
          <a:p>
            <a:pPr eaLnBrk="1" hangingPunct="1"/>
            <a:r>
              <a:rPr lang="zh-CN" altLang="en-US" sz="2800"/>
              <a:t>不同层次的错误</a:t>
            </a:r>
            <a:endParaRPr lang="zh-CN" altLang="en-US" sz="2800"/>
          </a:p>
          <a:p>
            <a:pPr lvl="1" eaLnBrk="1" hangingPunct="1"/>
            <a:r>
              <a:rPr lang="zh-CN" altLang="en-US" sz="2400"/>
              <a:t>词法：拼写错误</a:t>
            </a:r>
            <a:endParaRPr lang="zh-CN" altLang="en-US" sz="2400"/>
          </a:p>
          <a:p>
            <a:pPr lvl="1" eaLnBrk="1" hangingPunct="1"/>
            <a:r>
              <a:rPr lang="zh-CN" altLang="en-US" sz="2400"/>
              <a:t>语法：单词漏掉、顺序错误</a:t>
            </a:r>
            <a:endParaRPr lang="zh-CN" altLang="en-US" sz="2400"/>
          </a:p>
          <a:p>
            <a:pPr lvl="1" eaLnBrk="1" hangingPunct="1"/>
            <a:r>
              <a:rPr lang="zh-CN" altLang="en-US" sz="2400"/>
              <a:t>语义：类型错误</a:t>
            </a:r>
            <a:endParaRPr lang="zh-CN" altLang="en-US" sz="2400"/>
          </a:p>
          <a:p>
            <a:pPr lvl="1" eaLnBrk="1" hangingPunct="1"/>
            <a:r>
              <a:rPr lang="zh-CN" altLang="en-US" sz="2400"/>
              <a:t>逻辑：无限循环</a:t>
            </a:r>
            <a:r>
              <a:rPr lang="en-US" altLang="zh-CN" sz="2400"/>
              <a:t>/</a:t>
            </a:r>
            <a:r>
              <a:rPr lang="zh-CN" altLang="en-US" sz="2400"/>
              <a:t>递归调用</a:t>
            </a:r>
            <a:endParaRPr lang="zh-CN" altLang="en-US" sz="2400"/>
          </a:p>
          <a:p>
            <a:pPr eaLnBrk="1" hangingPunct="1"/>
            <a:r>
              <a:rPr lang="zh-CN" altLang="en-US" sz="2800"/>
              <a:t>语法错误处理为重点</a:t>
            </a:r>
            <a:endParaRPr lang="zh-CN" altLang="en-US" sz="2800"/>
          </a:p>
          <a:p>
            <a:pPr lvl="1" eaLnBrk="1" hangingPunct="1"/>
            <a:r>
              <a:rPr lang="zh-CN" altLang="en-US" sz="2400"/>
              <a:t>语法错误相对较多</a:t>
            </a:r>
            <a:endParaRPr lang="zh-CN" altLang="en-US" sz="2400"/>
          </a:p>
          <a:p>
            <a:pPr lvl="1" eaLnBrk="1" hangingPunct="1"/>
            <a:r>
              <a:rPr lang="zh-CN" altLang="en-US" sz="2400"/>
              <a:t>编译器容易高效检测</a:t>
            </a:r>
            <a:endParaRPr lang="zh-CN" altLang="en-US" sz="24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错误处理目标</a:t>
            </a:r>
            <a:endParaRPr lang="zh-CN" altLang="en-US"/>
          </a:p>
        </p:txBody>
      </p:sp>
      <p:sp>
        <p:nvSpPr>
          <p:cNvPr id="1126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182688" y="1371600"/>
            <a:ext cx="7772400" cy="5029200"/>
          </a:xfrm>
        </p:spPr>
        <p:txBody>
          <a:bodyPr/>
          <a:lstStyle/>
          <a:p>
            <a:pPr eaLnBrk="1" hangingPunct="1"/>
            <a:r>
              <a:rPr lang="zh-CN" altLang="en-US" sz="2800" dirty="0"/>
              <a:t>三个“简单”的目标</a:t>
            </a:r>
            <a:endParaRPr lang="zh-CN" altLang="en-US" sz="2800" dirty="0"/>
          </a:p>
          <a:p>
            <a:pPr lvl="1" eaLnBrk="1" hangingPunct="1"/>
            <a:r>
              <a:rPr lang="zh-CN" altLang="en-US" sz="2400" dirty="0"/>
              <a:t>清楚、准确地检测、报告错误及其发生位置</a:t>
            </a:r>
            <a:endParaRPr lang="zh-CN" altLang="en-US" sz="2400" dirty="0"/>
          </a:p>
          <a:p>
            <a:pPr lvl="1" eaLnBrk="1" hangingPunct="1"/>
            <a:r>
              <a:rPr lang="zh-CN" altLang="en-US" sz="2400" dirty="0"/>
              <a:t>快速恢复，继续编译，以便发现后续错误</a:t>
            </a:r>
            <a:endParaRPr lang="zh-CN" altLang="en-US" sz="2400" dirty="0"/>
          </a:p>
          <a:p>
            <a:pPr lvl="1" eaLnBrk="1" hangingPunct="1"/>
            <a:r>
              <a:rPr lang="zh-CN" altLang="en-US" sz="2400" dirty="0"/>
              <a:t>不能对“正确”程序的编译速度造成很大影响</a:t>
            </a:r>
            <a:endParaRPr lang="zh-CN" altLang="en-US" sz="2400" dirty="0"/>
          </a:p>
          <a:p>
            <a:pPr eaLnBrk="1" hangingPunct="1"/>
            <a:r>
              <a:rPr lang="zh-CN" altLang="en-US" sz="2800" dirty="0"/>
              <a:t>完全实现困难</a:t>
            </a:r>
            <a:endParaRPr lang="zh-CN" altLang="en-US" sz="2800" dirty="0"/>
          </a:p>
          <a:p>
            <a:pPr eaLnBrk="1" hangingPunct="1"/>
            <a:r>
              <a:rPr lang="en-US" altLang="zh-CN" sz="2800" dirty="0"/>
              <a:t>LL</a:t>
            </a:r>
            <a:r>
              <a:rPr lang="zh-CN" altLang="en-US" sz="2800" dirty="0"/>
              <a:t>，</a:t>
            </a:r>
            <a:r>
              <a:rPr lang="en-US" altLang="zh-CN" sz="2800" dirty="0"/>
              <a:t>LR</a:t>
            </a:r>
            <a:r>
              <a:rPr lang="zh-CN" altLang="en-US" sz="2800" dirty="0"/>
              <a:t>，可最快速度发现错误</a:t>
            </a:r>
            <a:endParaRPr lang="zh-CN" altLang="en-US" sz="2800" dirty="0"/>
          </a:p>
          <a:p>
            <a:pPr lvl="1" eaLnBrk="1" hangingPunct="1"/>
            <a:r>
              <a:rPr lang="zh-CN" altLang="en-US" sz="2400" dirty="0"/>
              <a:t>活前缀特性，</a:t>
            </a:r>
            <a:r>
              <a:rPr lang="en-US" altLang="zh-CN" sz="2400" dirty="0">
                <a:solidFill>
                  <a:srgbClr val="FF3300"/>
                </a:solidFill>
              </a:rPr>
              <a:t>viable-prefix property</a:t>
            </a:r>
            <a:endParaRPr lang="en-US" altLang="zh-CN" sz="2400" dirty="0">
              <a:solidFill>
                <a:srgbClr val="FF3300"/>
              </a:solidFill>
            </a:endParaRPr>
          </a:p>
          <a:p>
            <a:pPr lvl="1" eaLnBrk="1" hangingPunct="1"/>
            <a:r>
              <a:rPr lang="zh-CN" altLang="en-US" sz="2400" dirty="0"/>
              <a:t>一个输入前缀不是语言中任何符号串的前缀</a:t>
            </a:r>
            <a:br>
              <a:rPr lang="zh-CN" altLang="en-US" sz="2400" dirty="0"/>
            </a:br>
            <a:r>
              <a:rPr lang="en-US" altLang="zh-CN" sz="2400" dirty="0"/>
              <a:t>——</a:t>
            </a:r>
            <a:r>
              <a:rPr lang="zh-CN" altLang="en-US" sz="2400" dirty="0"/>
              <a:t>发生错误</a:t>
            </a:r>
            <a:endParaRPr lang="zh-CN" altLang="en-US" sz="2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例</a:t>
            </a:r>
            <a:r>
              <a:rPr lang="en-US" altLang="zh-CN"/>
              <a:t>4.1</a:t>
            </a:r>
            <a:endParaRPr lang="en-US" altLang="zh-CN"/>
          </a:p>
        </p:txBody>
      </p:sp>
      <p:sp>
        <p:nvSpPr>
          <p:cNvPr id="1229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有关程序错误的统计</a:t>
            </a:r>
            <a:endParaRPr lang="zh-CN" altLang="en-US"/>
          </a:p>
          <a:p>
            <a:pPr lvl="1" eaLnBrk="1" hangingPunct="1"/>
            <a:r>
              <a:rPr lang="en-US" altLang="zh-CN"/>
              <a:t>60%</a:t>
            </a:r>
            <a:r>
              <a:rPr lang="zh-CN" altLang="en-US"/>
              <a:t>的程序无语法、语义错误</a:t>
            </a:r>
            <a:endParaRPr lang="zh-CN" altLang="en-US"/>
          </a:p>
          <a:p>
            <a:pPr lvl="1" eaLnBrk="1" hangingPunct="1"/>
            <a:r>
              <a:rPr lang="zh-CN" altLang="en-US"/>
              <a:t>错误发生是分散的：错误语句中</a:t>
            </a:r>
            <a:r>
              <a:rPr lang="en-US" altLang="zh-CN"/>
              <a:t>80%</a:t>
            </a:r>
            <a:r>
              <a:rPr lang="zh-CN" altLang="en-US"/>
              <a:t>只有一个错误，</a:t>
            </a:r>
            <a:r>
              <a:rPr lang="en-US" altLang="zh-CN"/>
              <a:t>13%</a:t>
            </a:r>
            <a:r>
              <a:rPr lang="zh-CN" altLang="en-US"/>
              <a:t>有两个</a:t>
            </a:r>
            <a:endParaRPr lang="zh-CN" altLang="en-US"/>
          </a:p>
          <a:p>
            <a:pPr lvl="1" eaLnBrk="1" hangingPunct="1"/>
            <a:r>
              <a:rPr lang="zh-CN" altLang="en-US"/>
              <a:t>多数错误是简单的：</a:t>
            </a:r>
            <a:r>
              <a:rPr lang="en-US" altLang="zh-CN"/>
              <a:t>90%</a:t>
            </a:r>
            <a:r>
              <a:rPr lang="zh-CN" altLang="en-US"/>
              <a:t>的错误是单个单词错误</a:t>
            </a:r>
            <a:endParaRPr lang="zh-CN" altLang="en-US"/>
          </a:p>
          <a:p>
            <a:pPr lvl="1" eaLnBrk="1" hangingPunct="1"/>
            <a:r>
              <a:rPr lang="zh-CN" altLang="en-US"/>
              <a:t>错误分类：</a:t>
            </a:r>
            <a:r>
              <a:rPr lang="en-US" altLang="zh-CN"/>
              <a:t>60%</a:t>
            </a:r>
            <a:r>
              <a:rPr lang="zh-CN" altLang="en-US"/>
              <a:t>是标点符号错误，</a:t>
            </a:r>
            <a:r>
              <a:rPr lang="en-US" altLang="zh-CN"/>
              <a:t>20%</a:t>
            </a:r>
            <a:r>
              <a:rPr lang="zh-CN" altLang="en-US"/>
              <a:t>是运算符和运算对象错误，</a:t>
            </a:r>
            <a:r>
              <a:rPr lang="en-US" altLang="zh-CN"/>
              <a:t>15%</a:t>
            </a:r>
            <a:r>
              <a:rPr lang="zh-CN" altLang="en-US"/>
              <a:t>是关键字错误</a:t>
            </a:r>
            <a:endParaRPr lang="zh-CN" alt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例</a:t>
            </a:r>
            <a:r>
              <a:rPr lang="en-US" altLang="zh-CN"/>
              <a:t>4.1</a:t>
            </a:r>
            <a:r>
              <a:rPr lang="zh-CN" altLang="en-US"/>
              <a:t>（续）</a:t>
            </a:r>
            <a:endParaRPr lang="zh-CN" altLang="en-US"/>
          </a:p>
        </p:txBody>
      </p:sp>
      <p:sp>
        <p:nvSpPr>
          <p:cNvPr id="1331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182688" y="1371600"/>
            <a:ext cx="7772400" cy="5181600"/>
          </a:xfrm>
        </p:spPr>
        <p:txBody>
          <a:bodyPr/>
          <a:lstStyle/>
          <a:p>
            <a:pPr eaLnBrk="1" hangingPunct="1">
              <a:lnSpc>
                <a:spcPct val="80000"/>
              </a:lnSpc>
              <a:spcBef>
                <a:spcPct val="10000"/>
              </a:spcBef>
              <a:buClrTx/>
              <a:buSzTx/>
              <a:buFontTx/>
              <a:buNone/>
            </a:pPr>
            <a:r>
              <a:rPr kumimoji="0" lang="en-US" altLang="zh-CN" sz="2000" b="1">
                <a:latin typeface="Courier New" panose="02070309020205020404" pitchFamily="49" charset="0"/>
              </a:rPr>
              <a:t>#include&lt;stdio.h&gt;</a:t>
            </a:r>
            <a:endParaRPr kumimoji="0" lang="en-US" altLang="zh-CN" sz="2000" b="1">
              <a:latin typeface="Courier New" panose="02070309020205020404" pitchFamily="49" charset="0"/>
            </a:endParaRPr>
          </a:p>
          <a:p>
            <a:pPr eaLnBrk="1" hangingPunct="1">
              <a:lnSpc>
                <a:spcPct val="80000"/>
              </a:lnSpc>
              <a:spcBef>
                <a:spcPct val="10000"/>
              </a:spcBef>
              <a:buClrTx/>
              <a:buSzTx/>
              <a:buFontTx/>
              <a:buNone/>
            </a:pPr>
            <a:r>
              <a:rPr kumimoji="0" lang="en-US" altLang="zh-CN" sz="2000" b="1">
                <a:latin typeface="Courier New" panose="02070309020205020404" pitchFamily="49" charset="0"/>
              </a:rPr>
              <a:t>int f1(int v)</a:t>
            </a:r>
            <a:endParaRPr kumimoji="0" lang="en-US" altLang="zh-CN" sz="2000" b="1">
              <a:latin typeface="Courier New" panose="02070309020205020404" pitchFamily="49" charset="0"/>
            </a:endParaRPr>
          </a:p>
          <a:p>
            <a:pPr eaLnBrk="1" hangingPunct="1">
              <a:lnSpc>
                <a:spcPct val="80000"/>
              </a:lnSpc>
              <a:spcBef>
                <a:spcPct val="10000"/>
              </a:spcBef>
              <a:buClrTx/>
              <a:buSzTx/>
              <a:buFontTx/>
              <a:buNone/>
            </a:pPr>
            <a:r>
              <a:rPr kumimoji="0" lang="en-US" altLang="zh-CN" sz="2000" b="1">
                <a:latin typeface="Courier New" panose="02070309020205020404" pitchFamily="49" charset="0"/>
              </a:rPr>
              <a:t>{  int i,j=0;</a:t>
            </a:r>
            <a:endParaRPr kumimoji="0" lang="en-US" altLang="zh-CN" sz="2000" b="1">
              <a:latin typeface="Courier New" panose="02070309020205020404" pitchFamily="49" charset="0"/>
            </a:endParaRPr>
          </a:p>
          <a:p>
            <a:pPr eaLnBrk="1" hangingPunct="1">
              <a:lnSpc>
                <a:spcPct val="80000"/>
              </a:lnSpc>
              <a:spcBef>
                <a:spcPct val="10000"/>
              </a:spcBef>
              <a:buClrTx/>
              <a:buSzTx/>
              <a:buFontTx/>
              <a:buNone/>
            </a:pPr>
            <a:r>
              <a:rPr kumimoji="0" lang="en-US" altLang="zh-CN" sz="2000" b="1">
                <a:latin typeface="Courier New" panose="02070309020205020404" pitchFamily="49" charset="0"/>
              </a:rPr>
              <a:t>   for (i=1;i&lt;5;i++)</a:t>
            </a:r>
            <a:endParaRPr kumimoji="0" lang="en-US" altLang="zh-CN" sz="2000" b="1">
              <a:latin typeface="Courier New" panose="02070309020205020404" pitchFamily="49" charset="0"/>
            </a:endParaRPr>
          </a:p>
          <a:p>
            <a:pPr eaLnBrk="1" hangingPunct="1">
              <a:lnSpc>
                <a:spcPct val="80000"/>
              </a:lnSpc>
              <a:spcBef>
                <a:spcPct val="10000"/>
              </a:spcBef>
              <a:buClrTx/>
              <a:buSzTx/>
              <a:buFontTx/>
              <a:buNone/>
            </a:pPr>
            <a:r>
              <a:rPr kumimoji="0" lang="en-US" altLang="zh-CN" sz="2000" b="1">
                <a:latin typeface="Courier New" panose="02070309020205020404" pitchFamily="49" charset="0"/>
              </a:rPr>
              <a:t>   {   j=v+f2(i) }</a:t>
            </a:r>
            <a:endParaRPr kumimoji="0" lang="en-US" altLang="zh-CN" sz="2000" b="1">
              <a:latin typeface="Courier New" panose="02070309020205020404" pitchFamily="49" charset="0"/>
            </a:endParaRPr>
          </a:p>
          <a:p>
            <a:pPr eaLnBrk="1" hangingPunct="1">
              <a:lnSpc>
                <a:spcPct val="80000"/>
              </a:lnSpc>
              <a:spcBef>
                <a:spcPct val="10000"/>
              </a:spcBef>
              <a:buClrTx/>
              <a:buSzTx/>
              <a:buFontTx/>
              <a:buNone/>
            </a:pPr>
            <a:r>
              <a:rPr kumimoji="0" lang="en-US" altLang="zh-CN" sz="2000" b="1">
                <a:latin typeface="Courier New" panose="02070309020205020404" pitchFamily="49" charset="0"/>
              </a:rPr>
              <a:t>   return j;</a:t>
            </a:r>
            <a:endParaRPr kumimoji="0" lang="en-US" altLang="zh-CN" sz="2000" b="1">
              <a:latin typeface="Courier New" panose="02070309020205020404" pitchFamily="49" charset="0"/>
            </a:endParaRPr>
          </a:p>
          <a:p>
            <a:pPr eaLnBrk="1" hangingPunct="1">
              <a:lnSpc>
                <a:spcPct val="80000"/>
              </a:lnSpc>
              <a:spcBef>
                <a:spcPct val="10000"/>
              </a:spcBef>
              <a:buClrTx/>
              <a:buSzTx/>
              <a:buFontTx/>
              <a:buNone/>
            </a:pPr>
            <a:r>
              <a:rPr kumimoji="0" lang="en-US" altLang="zh-CN" sz="2000" b="1">
                <a:latin typeface="Courier New" panose="02070309020205020404" pitchFamily="49" charset="0"/>
              </a:rPr>
              <a:t>}</a:t>
            </a:r>
            <a:endParaRPr kumimoji="0" lang="en-US" altLang="zh-CN" sz="2000" b="1">
              <a:latin typeface="Courier New" panose="02070309020205020404" pitchFamily="49" charset="0"/>
            </a:endParaRPr>
          </a:p>
          <a:p>
            <a:pPr eaLnBrk="1" hangingPunct="1">
              <a:lnSpc>
                <a:spcPct val="80000"/>
              </a:lnSpc>
              <a:spcBef>
                <a:spcPct val="10000"/>
              </a:spcBef>
              <a:buClrTx/>
              <a:buSzTx/>
              <a:buFontTx/>
              <a:buNone/>
            </a:pPr>
            <a:r>
              <a:rPr kumimoji="0" lang="en-US" altLang="zh-CN" sz="2000" b="1">
                <a:latin typeface="Courier New" panose="02070309020205020404" pitchFamily="49" charset="0"/>
              </a:rPr>
              <a:t>int f2(int u)</a:t>
            </a:r>
            <a:endParaRPr kumimoji="0" lang="en-US" altLang="zh-CN" sz="2000" b="1">
              <a:latin typeface="Courier New" panose="02070309020205020404" pitchFamily="49" charset="0"/>
            </a:endParaRPr>
          </a:p>
          <a:p>
            <a:pPr eaLnBrk="1" hangingPunct="1">
              <a:lnSpc>
                <a:spcPct val="80000"/>
              </a:lnSpc>
              <a:spcBef>
                <a:spcPct val="10000"/>
              </a:spcBef>
              <a:buClrTx/>
              <a:buSzTx/>
              <a:buFontTx/>
              <a:buNone/>
            </a:pPr>
            <a:r>
              <a:rPr kumimoji="0" lang="en-US" altLang="zh-CN" sz="2000" b="1">
                <a:latin typeface="Courier New" panose="02070309020205020404" pitchFamily="49" charset="0"/>
              </a:rPr>
              <a:t>{  int j;</a:t>
            </a:r>
            <a:endParaRPr kumimoji="0" lang="en-US" altLang="zh-CN" sz="2000" b="1">
              <a:latin typeface="Courier New" panose="02070309020205020404" pitchFamily="49" charset="0"/>
            </a:endParaRPr>
          </a:p>
          <a:p>
            <a:pPr eaLnBrk="1" hangingPunct="1">
              <a:lnSpc>
                <a:spcPct val="80000"/>
              </a:lnSpc>
              <a:spcBef>
                <a:spcPct val="10000"/>
              </a:spcBef>
              <a:buClrTx/>
              <a:buSzTx/>
              <a:buFontTx/>
              <a:buNone/>
            </a:pPr>
            <a:r>
              <a:rPr kumimoji="0" lang="en-US" altLang="zh-CN" sz="2000" b="1">
                <a:latin typeface="Courier New" panose="02070309020205020404" pitchFamily="49" charset="0"/>
              </a:rPr>
              <a:t>   j=u+f1(u*u);</a:t>
            </a:r>
            <a:endParaRPr kumimoji="0" lang="en-US" altLang="zh-CN" sz="2000" b="1">
              <a:latin typeface="Courier New" panose="02070309020205020404" pitchFamily="49" charset="0"/>
            </a:endParaRPr>
          </a:p>
          <a:p>
            <a:pPr eaLnBrk="1" hangingPunct="1">
              <a:lnSpc>
                <a:spcPct val="80000"/>
              </a:lnSpc>
              <a:spcBef>
                <a:spcPct val="10000"/>
              </a:spcBef>
              <a:buClrTx/>
              <a:buSzTx/>
              <a:buFontTx/>
              <a:buNone/>
            </a:pPr>
            <a:r>
              <a:rPr kumimoji="0" lang="en-US" altLang="zh-CN" sz="2000" b="1">
                <a:latin typeface="Courier New" panose="02070309020205020404" pitchFamily="49" charset="0"/>
              </a:rPr>
              <a:t>   return j;</a:t>
            </a:r>
            <a:endParaRPr kumimoji="0" lang="en-US" altLang="zh-CN" sz="2000" b="1">
              <a:latin typeface="Courier New" panose="02070309020205020404" pitchFamily="49" charset="0"/>
            </a:endParaRPr>
          </a:p>
          <a:p>
            <a:pPr eaLnBrk="1" hangingPunct="1">
              <a:lnSpc>
                <a:spcPct val="80000"/>
              </a:lnSpc>
              <a:spcBef>
                <a:spcPct val="10000"/>
              </a:spcBef>
              <a:buClrTx/>
              <a:buSzTx/>
              <a:buFontTx/>
              <a:buNone/>
            </a:pPr>
            <a:r>
              <a:rPr kumimoji="0" lang="en-US" altLang="zh-CN" sz="2000" b="1">
                <a:latin typeface="Courier New" panose="02070309020205020404" pitchFamily="49" charset="0"/>
              </a:rPr>
              <a:t>}</a:t>
            </a:r>
            <a:endParaRPr kumimoji="0" lang="en-US" altLang="zh-CN" sz="2000" b="1">
              <a:latin typeface="Courier New" panose="02070309020205020404" pitchFamily="49" charset="0"/>
            </a:endParaRPr>
          </a:p>
          <a:p>
            <a:pPr eaLnBrk="1" hangingPunct="1">
              <a:lnSpc>
                <a:spcPct val="80000"/>
              </a:lnSpc>
              <a:spcBef>
                <a:spcPct val="10000"/>
              </a:spcBef>
              <a:buClrTx/>
              <a:buSzTx/>
              <a:buFontTx/>
              <a:buNone/>
            </a:pPr>
            <a:r>
              <a:rPr kumimoji="0" lang="en-US" altLang="zh-CN" sz="2000" b="1">
                <a:latin typeface="Courier New" panose="02070309020205020404" pitchFamily="49" charset="0"/>
              </a:rPr>
              <a:t>int main()</a:t>
            </a:r>
            <a:endParaRPr kumimoji="0" lang="en-US" altLang="zh-CN" sz="2000" b="1">
              <a:latin typeface="Courier New" panose="02070309020205020404" pitchFamily="49" charset="0"/>
            </a:endParaRPr>
          </a:p>
          <a:p>
            <a:pPr eaLnBrk="1" hangingPunct="1">
              <a:lnSpc>
                <a:spcPct val="80000"/>
              </a:lnSpc>
              <a:spcBef>
                <a:spcPct val="10000"/>
              </a:spcBef>
              <a:buClrTx/>
              <a:buSzTx/>
              <a:buFontTx/>
              <a:buNone/>
            </a:pPr>
            <a:r>
              <a:rPr kumimoji="0" lang="en-US" altLang="zh-CN" sz="2000" b="1">
                <a:latin typeface="Courier New" panose="02070309020205020404" pitchFamily="49" charset="0"/>
              </a:rPr>
              <a:t>{  int i,j=0;</a:t>
            </a:r>
            <a:endParaRPr kumimoji="0" lang="en-US" altLang="zh-CN" sz="2000" b="1">
              <a:latin typeface="Courier New" panose="02070309020205020404" pitchFamily="49" charset="0"/>
            </a:endParaRPr>
          </a:p>
          <a:p>
            <a:pPr eaLnBrk="1" hangingPunct="1">
              <a:lnSpc>
                <a:spcPct val="80000"/>
              </a:lnSpc>
              <a:spcBef>
                <a:spcPct val="10000"/>
              </a:spcBef>
              <a:buClrTx/>
              <a:buSzTx/>
              <a:buFontTx/>
              <a:buNone/>
            </a:pPr>
            <a:r>
              <a:rPr kumimoji="0" lang="en-US" altLang="zh-CN" sz="2000" b="1">
                <a:latin typeface="Courier New" panose="02070309020205020404" pitchFamily="49" charset="0"/>
              </a:rPr>
              <a:t>	 for (i=1;i&lt;10;i++)</a:t>
            </a:r>
            <a:endParaRPr kumimoji="0" lang="en-US" altLang="zh-CN" sz="2000" b="1">
              <a:latin typeface="Courier New" panose="02070309020205020404" pitchFamily="49" charset="0"/>
            </a:endParaRPr>
          </a:p>
          <a:p>
            <a:pPr eaLnBrk="1" hangingPunct="1">
              <a:lnSpc>
                <a:spcPct val="80000"/>
              </a:lnSpc>
              <a:spcBef>
                <a:spcPct val="10000"/>
              </a:spcBef>
              <a:buClrTx/>
              <a:buSzTx/>
              <a:buFontTx/>
              <a:buNone/>
            </a:pPr>
            <a:r>
              <a:rPr kumimoji="0" lang="en-US" altLang="zh-CN" sz="2000" b="1">
                <a:latin typeface="Courier New" panose="02070309020205020404" pitchFamily="49" charset="0"/>
              </a:rPr>
              <a:t>   {  j=j+i*i  printf(“%d\n”,i); 	}</a:t>
            </a:r>
            <a:endParaRPr kumimoji="0" lang="en-US" altLang="zh-CN" sz="2000" b="1">
              <a:latin typeface="Courier New" panose="02070309020205020404" pitchFamily="49" charset="0"/>
            </a:endParaRPr>
          </a:p>
          <a:p>
            <a:pPr eaLnBrk="1" hangingPunct="1">
              <a:lnSpc>
                <a:spcPct val="80000"/>
              </a:lnSpc>
              <a:spcBef>
                <a:spcPct val="10000"/>
              </a:spcBef>
              <a:buClrTx/>
              <a:buSzTx/>
              <a:buFontTx/>
              <a:buNone/>
            </a:pPr>
            <a:r>
              <a:rPr kumimoji="0" lang="en-US" altLang="zh-CN" sz="2000" b="1">
                <a:latin typeface="Courier New" panose="02070309020205020404" pitchFamily="49" charset="0"/>
              </a:rPr>
              <a:t>   printf("%d\n",f1(j));</a:t>
            </a:r>
            <a:endParaRPr kumimoji="0" lang="en-US" altLang="zh-CN" sz="2000" b="1">
              <a:latin typeface="Courier New" panose="02070309020205020404" pitchFamily="49" charset="0"/>
            </a:endParaRPr>
          </a:p>
          <a:p>
            <a:pPr eaLnBrk="1" hangingPunct="1">
              <a:lnSpc>
                <a:spcPct val="80000"/>
              </a:lnSpc>
              <a:spcBef>
                <a:spcPct val="10000"/>
              </a:spcBef>
              <a:buClrTx/>
              <a:buSzTx/>
              <a:buFontTx/>
              <a:buNone/>
            </a:pPr>
            <a:r>
              <a:rPr kumimoji="0" lang="en-US" altLang="zh-CN" sz="2000" b="1">
                <a:latin typeface="Courier New" panose="02070309020205020404" pitchFamily="49" charset="0"/>
              </a:rPr>
              <a:t>   return 0;</a:t>
            </a:r>
            <a:endParaRPr kumimoji="0" lang="en-US" altLang="zh-CN" sz="2000" b="1">
              <a:latin typeface="Courier New" panose="02070309020205020404" pitchFamily="49" charset="0"/>
            </a:endParaRPr>
          </a:p>
          <a:p>
            <a:pPr eaLnBrk="1" hangingPunct="1">
              <a:lnSpc>
                <a:spcPct val="80000"/>
              </a:lnSpc>
              <a:spcBef>
                <a:spcPct val="10000"/>
              </a:spcBef>
              <a:buClrTx/>
              <a:buSzTx/>
              <a:buFontTx/>
              <a:buNone/>
            </a:pPr>
            <a:r>
              <a:rPr kumimoji="0" lang="en-US" altLang="zh-CN" sz="2000" b="1">
                <a:latin typeface="Courier New" panose="02070309020205020404" pitchFamily="49" charset="0"/>
              </a:rPr>
              <a:t>}</a:t>
            </a:r>
            <a:endParaRPr lang="en-US" altLang="zh-CN" sz="2000"/>
          </a:p>
        </p:txBody>
      </p:sp>
      <p:sp>
        <p:nvSpPr>
          <p:cNvPr id="13316" name="Text Box 4"/>
          <p:cNvSpPr txBox="1">
            <a:spLocks noChangeArrowheads="1"/>
          </p:cNvSpPr>
          <p:nvPr/>
        </p:nvSpPr>
        <p:spPr bwMode="auto">
          <a:xfrm>
            <a:off x="5715000" y="4114800"/>
            <a:ext cx="2246312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zh-CN" altLang="en-US" sz="2000" b="1" dirty="0">
                <a:solidFill>
                  <a:srgbClr val="FF3300"/>
                </a:solidFill>
              </a:rPr>
              <a:t>哪些“容易”恢复？哪些“困难” </a:t>
            </a:r>
            <a:r>
              <a:rPr kumimoji="0" lang="en-US" altLang="zh-CN" sz="2000" b="1" dirty="0">
                <a:solidFill>
                  <a:srgbClr val="FF3300"/>
                </a:solidFill>
              </a:rPr>
              <a:t>?</a:t>
            </a:r>
            <a:endParaRPr kumimoji="0" lang="en-US" altLang="zh-CN" sz="2000" b="1" dirty="0">
              <a:solidFill>
                <a:srgbClr val="FF3300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4.1.2  </a:t>
            </a:r>
            <a:r>
              <a:rPr lang="zh-CN" altLang="en-US"/>
              <a:t>错误恢复策略</a:t>
            </a:r>
            <a:endParaRPr lang="zh-CN" altLang="en-US"/>
          </a:p>
        </p:txBody>
      </p:sp>
      <p:sp>
        <p:nvSpPr>
          <p:cNvPr id="1433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609600" indent="-609600" eaLnBrk="1" hangingPunct="1">
              <a:buFont typeface="Wingdings" panose="05000000000000000000" pitchFamily="2" charset="2"/>
              <a:buAutoNum type="arabicPeriod"/>
            </a:pPr>
            <a:r>
              <a:rPr lang="en-US" altLang="zh-CN">
                <a:solidFill>
                  <a:srgbClr val="FF3300"/>
                </a:solidFill>
              </a:rPr>
              <a:t>Panic</a:t>
            </a:r>
            <a:r>
              <a:rPr lang="zh-CN" altLang="en-US"/>
              <a:t>模式</a:t>
            </a:r>
            <a:endParaRPr lang="zh-CN" altLang="en-US"/>
          </a:p>
          <a:p>
            <a:pPr marL="990600" lvl="1" indent="-533400" eaLnBrk="1" hangingPunct="1"/>
            <a:r>
              <a:rPr lang="zh-CN" altLang="en-US"/>
              <a:t>丢弃单词，直到发现 “同步”单词</a:t>
            </a:r>
            <a:endParaRPr lang="zh-CN" altLang="en-US"/>
          </a:p>
          <a:p>
            <a:pPr marL="990600" lvl="1" indent="-533400" eaLnBrk="1" hangingPunct="1"/>
            <a:r>
              <a:rPr lang="zh-CN" altLang="en-US"/>
              <a:t>设计者指定同步单词集，</a:t>
            </a:r>
            <a:r>
              <a:rPr lang="en-US" altLang="zh-CN"/>
              <a:t>{</a:t>
            </a:r>
            <a:r>
              <a:rPr lang="en-US" altLang="zh-CN" b="1">
                <a:solidFill>
                  <a:srgbClr val="FF3300"/>
                </a:solidFill>
              </a:rPr>
              <a:t>end</a:t>
            </a:r>
            <a:r>
              <a:rPr lang="en-US" altLang="zh-CN"/>
              <a:t>, “</a:t>
            </a:r>
            <a:r>
              <a:rPr lang="en-US" altLang="zh-CN" b="1">
                <a:solidFill>
                  <a:srgbClr val="FF3300"/>
                </a:solidFill>
              </a:rPr>
              <a:t>;</a:t>
            </a:r>
            <a:r>
              <a:rPr lang="en-US" altLang="zh-CN"/>
              <a:t>”, “</a:t>
            </a:r>
            <a:r>
              <a:rPr lang="en-US" altLang="zh-CN" b="1">
                <a:solidFill>
                  <a:srgbClr val="FF3300"/>
                </a:solidFill>
              </a:rPr>
              <a:t>}</a:t>
            </a:r>
            <a:r>
              <a:rPr lang="en-US" altLang="zh-CN"/>
              <a:t>”, …}</a:t>
            </a:r>
            <a:endParaRPr lang="en-US" altLang="zh-CN"/>
          </a:p>
          <a:p>
            <a:pPr marL="990600" lvl="1" indent="-533400" eaLnBrk="1" hangingPunct="1"/>
            <a:r>
              <a:rPr lang="zh-CN" altLang="en-US"/>
              <a:t>缺点</a:t>
            </a:r>
            <a:endParaRPr lang="zh-CN" altLang="en-US"/>
          </a:p>
          <a:p>
            <a:pPr marL="1371600" lvl="2" indent="-457200" eaLnBrk="1" hangingPunct="1"/>
            <a:r>
              <a:rPr lang="zh-CN" altLang="en-US"/>
              <a:t>丢弃输入</a:t>
            </a:r>
            <a:r>
              <a:rPr kumimoji="0" lang="zh-CN" altLang="en-US" b="1">
                <a:sym typeface="Symbol" panose="05050102010706020507" pitchFamily="18" charset="2"/>
              </a:rPr>
              <a:t></a:t>
            </a:r>
            <a:r>
              <a:rPr kumimoji="0" lang="zh-CN" altLang="en-US">
                <a:sym typeface="Symbol" panose="05050102010706020507" pitchFamily="18" charset="2"/>
              </a:rPr>
              <a:t>遗漏定义，造成更多错误</a:t>
            </a:r>
            <a:endParaRPr kumimoji="0" lang="zh-CN" altLang="en-US">
              <a:sym typeface="Symbol" panose="05050102010706020507" pitchFamily="18" charset="2"/>
            </a:endParaRPr>
          </a:p>
          <a:p>
            <a:pPr marL="1371600" lvl="2" indent="-457200" eaLnBrk="1" hangingPunct="1"/>
            <a:r>
              <a:rPr kumimoji="0" lang="zh-CN" altLang="en-US">
                <a:sym typeface="Symbol" panose="05050102010706020507" pitchFamily="18" charset="2"/>
              </a:rPr>
              <a:t>遗漏错误</a:t>
            </a:r>
            <a:endParaRPr kumimoji="0" lang="zh-CN" altLang="en-US">
              <a:sym typeface="Symbol" panose="05050102010706020507" pitchFamily="18" charset="2"/>
            </a:endParaRPr>
          </a:p>
          <a:p>
            <a:pPr marL="990600" lvl="1" indent="-533400" eaLnBrk="1" hangingPunct="1"/>
            <a:r>
              <a:rPr kumimoji="0" lang="zh-CN" altLang="en-US">
                <a:sym typeface="Symbol" panose="05050102010706020507" pitchFamily="18" charset="2"/>
              </a:rPr>
              <a:t>优点</a:t>
            </a:r>
            <a:endParaRPr kumimoji="0" lang="zh-CN" altLang="en-US">
              <a:sym typeface="Symbol" panose="05050102010706020507" pitchFamily="18" charset="2"/>
            </a:endParaRPr>
          </a:p>
          <a:p>
            <a:pPr marL="1371600" lvl="2" indent="-457200" eaLnBrk="1" hangingPunct="1"/>
            <a:r>
              <a:rPr kumimoji="0" lang="zh-CN" altLang="en-US">
                <a:sym typeface="Symbol" panose="05050102010706020507" pitchFamily="18" charset="2"/>
              </a:rPr>
              <a:t>简单</a:t>
            </a:r>
            <a:r>
              <a:rPr kumimoji="0" lang="zh-CN" altLang="en-US" b="1">
                <a:sym typeface="Symbol" panose="05050102010706020507" pitchFamily="18" charset="2"/>
              </a:rPr>
              <a:t></a:t>
            </a:r>
            <a:r>
              <a:rPr kumimoji="0" lang="zh-CN" altLang="en-US">
                <a:sym typeface="Symbol" panose="05050102010706020507" pitchFamily="18" charset="2"/>
              </a:rPr>
              <a:t>适合每个语句一个错误的情况</a:t>
            </a:r>
            <a:endParaRPr kumimoji="0" lang="zh-CN" altLang="en-US">
              <a:sym typeface="Symbol" panose="05050102010706020507" pitchFamily="18" charset="2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错误恢复策略（续）</a:t>
            </a:r>
            <a:endParaRPr lang="zh-CN" altLang="en-US"/>
          </a:p>
        </p:txBody>
      </p:sp>
      <p:sp>
        <p:nvSpPr>
          <p:cNvPr id="1536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609600" indent="-609600" eaLnBrk="1" hangingPunct="1">
              <a:buFont typeface="Wingdings" panose="05000000000000000000" pitchFamily="2" charset="2"/>
              <a:buAutoNum type="arabicPeriod" startAt="2"/>
            </a:pPr>
            <a:r>
              <a:rPr lang="zh-CN" altLang="en-US" dirty="0"/>
              <a:t>短语级（</a:t>
            </a:r>
            <a:r>
              <a:rPr lang="en-US" altLang="zh-CN" dirty="0">
                <a:solidFill>
                  <a:srgbClr val="FF3300"/>
                </a:solidFill>
              </a:rPr>
              <a:t>phrase level</a:t>
            </a:r>
            <a:r>
              <a:rPr lang="zh-CN" altLang="en-US" dirty="0"/>
              <a:t>）</a:t>
            </a:r>
            <a:endParaRPr lang="zh-CN" altLang="en-US" dirty="0"/>
          </a:p>
          <a:p>
            <a:pPr marL="990600" lvl="1" indent="-533400" eaLnBrk="1" hangingPunct="1"/>
            <a:r>
              <a:rPr lang="zh-CN" altLang="en-US" dirty="0"/>
              <a:t>局部修正，继续分析</a:t>
            </a:r>
            <a:endParaRPr lang="zh-CN" altLang="en-US" dirty="0"/>
          </a:p>
          <a:p>
            <a:pPr marL="990600" lvl="1" indent="-533400" eaLnBrk="1" hangingPunct="1"/>
            <a:r>
              <a:rPr kumimoji="0" lang="en-US" altLang="zh-CN" dirty="0">
                <a:sym typeface="Symbol" panose="05050102010706020507" pitchFamily="18" charset="2"/>
              </a:rPr>
              <a:t>“</a:t>
            </a:r>
            <a:r>
              <a:rPr kumimoji="0" lang="en-US" altLang="zh-CN" b="1" dirty="0">
                <a:sym typeface="Symbol" panose="05050102010706020507" pitchFamily="18" charset="2"/>
              </a:rPr>
              <a:t>,</a:t>
            </a:r>
            <a:r>
              <a:rPr kumimoji="0" lang="en-US" altLang="zh-CN" dirty="0">
                <a:sym typeface="Symbol" panose="05050102010706020507" pitchFamily="18" charset="2"/>
              </a:rPr>
              <a:t>”</a:t>
            </a:r>
            <a:r>
              <a:rPr kumimoji="0" lang="en-US" altLang="zh-CN" b="1" dirty="0">
                <a:sym typeface="Symbol" panose="05050102010706020507" pitchFamily="18" charset="2"/>
              </a:rPr>
              <a:t>  </a:t>
            </a:r>
            <a:r>
              <a:rPr kumimoji="0" lang="en-US" altLang="zh-CN" dirty="0">
                <a:sym typeface="Symbol" panose="05050102010706020507" pitchFamily="18" charset="2"/>
              </a:rPr>
              <a:t>“</a:t>
            </a:r>
            <a:r>
              <a:rPr kumimoji="0" lang="en-US" altLang="zh-CN" b="1" dirty="0">
                <a:sym typeface="Symbol" panose="05050102010706020507" pitchFamily="18" charset="2"/>
              </a:rPr>
              <a:t>;</a:t>
            </a:r>
            <a:r>
              <a:rPr kumimoji="0" lang="en-US" altLang="zh-CN" dirty="0">
                <a:sym typeface="Symbol" panose="05050102010706020507" pitchFamily="18" charset="2"/>
              </a:rPr>
              <a:t>”</a:t>
            </a:r>
            <a:r>
              <a:rPr kumimoji="0" lang="zh-CN" altLang="en-US" dirty="0">
                <a:sym typeface="Symbol" panose="05050102010706020507" pitchFamily="18" charset="2"/>
              </a:rPr>
              <a:t>，删除</a:t>
            </a:r>
            <a:r>
              <a:rPr kumimoji="0" lang="en-US" altLang="zh-CN" dirty="0">
                <a:sym typeface="Symbol" panose="05050102010706020507" pitchFamily="18" charset="2"/>
              </a:rPr>
              <a:t>“</a:t>
            </a:r>
            <a:r>
              <a:rPr kumimoji="0" lang="en-US" altLang="zh-CN" b="1" dirty="0">
                <a:sym typeface="Symbol" panose="05050102010706020507" pitchFamily="18" charset="2"/>
              </a:rPr>
              <a:t>,</a:t>
            </a:r>
            <a:r>
              <a:rPr kumimoji="0" lang="en-US" altLang="zh-CN" dirty="0">
                <a:sym typeface="Symbol" panose="05050102010706020507" pitchFamily="18" charset="2"/>
              </a:rPr>
              <a:t>”</a:t>
            </a:r>
            <a:r>
              <a:rPr kumimoji="0" lang="zh-CN" altLang="en-US" dirty="0">
                <a:sym typeface="Symbol" panose="05050102010706020507" pitchFamily="18" charset="2"/>
              </a:rPr>
              <a:t>，插入</a:t>
            </a:r>
            <a:r>
              <a:rPr kumimoji="0" lang="en-US" altLang="zh-CN" dirty="0">
                <a:sym typeface="Symbol" panose="05050102010706020507" pitchFamily="18" charset="2"/>
              </a:rPr>
              <a:t>“</a:t>
            </a:r>
            <a:r>
              <a:rPr kumimoji="0" lang="en-US" altLang="zh-CN" b="1" dirty="0">
                <a:sym typeface="Symbol" panose="05050102010706020507" pitchFamily="18" charset="2"/>
              </a:rPr>
              <a:t>;</a:t>
            </a:r>
            <a:r>
              <a:rPr kumimoji="0" lang="en-US" altLang="zh-CN" dirty="0">
                <a:sym typeface="Symbol" panose="05050102010706020507" pitchFamily="18" charset="2"/>
              </a:rPr>
              <a:t>”</a:t>
            </a:r>
            <a:endParaRPr kumimoji="0" lang="en-US" altLang="zh-CN" dirty="0">
              <a:sym typeface="Symbol" panose="05050102010706020507" pitchFamily="18" charset="2"/>
            </a:endParaRPr>
          </a:p>
          <a:p>
            <a:pPr marL="990600" lvl="1" indent="-533400" eaLnBrk="1" hangingPunct="1"/>
            <a:r>
              <a:rPr kumimoji="0" lang="zh-CN" altLang="en-US" dirty="0">
                <a:sym typeface="Symbol" panose="05050102010706020507" pitchFamily="18" charset="2"/>
              </a:rPr>
              <a:t>同样由设计者指定修正方法</a:t>
            </a:r>
            <a:endParaRPr kumimoji="0" lang="zh-CN" altLang="en-US" dirty="0">
              <a:sym typeface="Symbol" panose="05050102010706020507" pitchFamily="18" charset="2"/>
            </a:endParaRPr>
          </a:p>
          <a:p>
            <a:pPr marL="990600" lvl="1" indent="-533400" eaLnBrk="1" hangingPunct="1"/>
            <a:r>
              <a:rPr kumimoji="0" lang="zh-CN" altLang="en-US" dirty="0">
                <a:sym typeface="Symbol" panose="05050102010706020507" pitchFamily="18" charset="2"/>
              </a:rPr>
              <a:t>避免无限循环</a:t>
            </a:r>
            <a:endParaRPr kumimoji="0" lang="zh-CN" altLang="en-US" dirty="0">
              <a:sym typeface="Symbol" panose="05050102010706020507" pitchFamily="18" charset="2"/>
            </a:endParaRPr>
          </a:p>
          <a:p>
            <a:pPr marL="990600" lvl="1" indent="-533400" eaLnBrk="1" hangingPunct="1"/>
            <a:r>
              <a:rPr kumimoji="0" lang="zh-CN" altLang="en-US" dirty="0">
                <a:sym typeface="Symbol" panose="05050102010706020507" pitchFamily="18" charset="2"/>
              </a:rPr>
              <a:t>有些情况不适用</a:t>
            </a:r>
            <a:endParaRPr kumimoji="0" lang="zh-CN" altLang="en-US" dirty="0">
              <a:sym typeface="Symbol" panose="05050102010706020507" pitchFamily="18" charset="2"/>
            </a:endParaRPr>
          </a:p>
          <a:p>
            <a:pPr marL="990600" lvl="1" indent="-533400" eaLnBrk="1" hangingPunct="1"/>
            <a:r>
              <a:rPr kumimoji="0" lang="zh-CN" altLang="en-US" dirty="0">
                <a:sym typeface="Symbol" panose="05050102010706020507" pitchFamily="18" charset="2"/>
              </a:rPr>
              <a:t>与</a:t>
            </a:r>
            <a:r>
              <a:rPr kumimoji="0" lang="en-US" altLang="zh-CN" dirty="0">
                <a:sym typeface="Symbol" panose="05050102010706020507" pitchFamily="18" charset="2"/>
              </a:rPr>
              <a:t>Panic</a:t>
            </a:r>
            <a:r>
              <a:rPr kumimoji="0" lang="zh-CN" altLang="en-US" dirty="0">
                <a:sym typeface="Symbol" panose="05050102010706020507" pitchFamily="18" charset="2"/>
              </a:rPr>
              <a:t>模式相结合，避免丢弃过多单词</a:t>
            </a:r>
            <a:endParaRPr kumimoji="0" lang="zh-CN" altLang="en-US" dirty="0">
              <a:sym typeface="Symbol" panose="05050102010706020507" pitchFamily="18" charset="2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错误恢复策略（续）</a:t>
            </a:r>
            <a:endParaRPr lang="zh-CN" altLang="en-US"/>
          </a:p>
        </p:txBody>
      </p:sp>
      <p:sp>
        <p:nvSpPr>
          <p:cNvPr id="1638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609600" indent="-609600" eaLnBrk="1" hangingPunct="1">
              <a:buFont typeface="Wingdings" panose="05000000000000000000" pitchFamily="2" charset="2"/>
              <a:buAutoNum type="arabicPeriod" startAt="3"/>
            </a:pPr>
            <a:r>
              <a:rPr lang="zh-CN" altLang="en-US" dirty="0"/>
              <a:t>错误产生式（</a:t>
            </a:r>
            <a:r>
              <a:rPr lang="en-US" altLang="zh-CN" dirty="0">
                <a:solidFill>
                  <a:srgbClr val="FF3300"/>
                </a:solidFill>
              </a:rPr>
              <a:t>error production</a:t>
            </a:r>
            <a:r>
              <a:rPr lang="zh-CN" altLang="en-US" dirty="0"/>
              <a:t>）</a:t>
            </a:r>
            <a:endParaRPr lang="zh-CN" altLang="en-US" dirty="0"/>
          </a:p>
          <a:p>
            <a:pPr marL="990600" lvl="1" indent="-533400" eaLnBrk="1" hangingPunct="1"/>
            <a:r>
              <a:rPr kumimoji="0" lang="zh-CN" altLang="en-US" dirty="0">
                <a:sym typeface="Symbol" panose="05050102010706020507" pitchFamily="18" charset="2"/>
              </a:rPr>
              <a:t>理解、描述错误模式</a:t>
            </a:r>
            <a:endParaRPr kumimoji="0" lang="zh-CN" altLang="en-US" dirty="0">
              <a:sym typeface="Symbol" panose="05050102010706020507" pitchFamily="18" charset="2"/>
            </a:endParaRPr>
          </a:p>
          <a:p>
            <a:pPr marL="990600" lvl="1" indent="-533400" eaLnBrk="1" hangingPunct="1"/>
            <a:r>
              <a:rPr kumimoji="0" lang="zh-CN" altLang="en-US" dirty="0">
                <a:sym typeface="Symbol" panose="05050102010706020507" pitchFamily="18" charset="2"/>
              </a:rPr>
              <a:t>文法添加生成错误语句的产生式</a:t>
            </a:r>
            <a:endParaRPr kumimoji="0" lang="zh-CN" altLang="en-US" dirty="0">
              <a:sym typeface="Symbol" panose="05050102010706020507" pitchFamily="18" charset="2"/>
            </a:endParaRPr>
          </a:p>
          <a:p>
            <a:pPr marL="990600" lvl="1" indent="-533400" eaLnBrk="1" hangingPunct="1"/>
            <a:r>
              <a:rPr kumimoji="0" lang="zh-CN" altLang="en-US" dirty="0">
                <a:sym typeface="Symbol" panose="05050102010706020507" pitchFamily="18" charset="2"/>
              </a:rPr>
              <a:t>拓广文法</a:t>
            </a:r>
            <a:r>
              <a:rPr kumimoji="0" lang="zh-CN" altLang="en-US" dirty="0">
                <a:sym typeface="Wingdings" panose="05000000000000000000" pitchFamily="2" charset="2"/>
              </a:rPr>
              <a:t>语法分析器程序</a:t>
            </a:r>
            <a:endParaRPr kumimoji="0" lang="zh-CN" altLang="en-US" dirty="0">
              <a:sym typeface="Wingdings" panose="05000000000000000000" pitchFamily="2" charset="2"/>
            </a:endParaRPr>
          </a:p>
          <a:p>
            <a:pPr marL="990600" lvl="1" indent="-533400" eaLnBrk="1" hangingPunct="1"/>
            <a:r>
              <a:rPr kumimoji="0" lang="zh-CN" altLang="en-US" dirty="0">
                <a:sym typeface="Wingdings" panose="05000000000000000000" pitchFamily="2" charset="2"/>
              </a:rPr>
              <a:t>如，对</a:t>
            </a:r>
            <a:r>
              <a:rPr kumimoji="0" lang="en-US" altLang="zh-CN" dirty="0">
                <a:sym typeface="Wingdings" panose="05000000000000000000" pitchFamily="2" charset="2"/>
              </a:rPr>
              <a:t>C</a:t>
            </a:r>
            <a:r>
              <a:rPr kumimoji="0" lang="zh-CN" altLang="en-US" dirty="0">
                <a:sym typeface="Wingdings" panose="05000000000000000000" pitchFamily="2" charset="2"/>
              </a:rPr>
              <a:t>语言赋值语句，为</a:t>
            </a:r>
            <a:r>
              <a:rPr kumimoji="0" lang="en-US" altLang="zh-CN" dirty="0">
                <a:sym typeface="Symbol" panose="05050102010706020507" pitchFamily="18" charset="2"/>
              </a:rPr>
              <a:t>“</a:t>
            </a:r>
            <a:r>
              <a:rPr kumimoji="0" lang="en-US" altLang="zh-CN" b="1" dirty="0">
                <a:sym typeface="Symbol" panose="05050102010706020507" pitchFamily="18" charset="2"/>
              </a:rPr>
              <a:t>:=</a:t>
            </a:r>
            <a:r>
              <a:rPr kumimoji="0" lang="en-US" altLang="zh-CN" dirty="0">
                <a:sym typeface="Symbol" panose="05050102010706020507" pitchFamily="18" charset="2"/>
              </a:rPr>
              <a:t>”</a:t>
            </a:r>
            <a:r>
              <a:rPr kumimoji="0" lang="zh-CN" altLang="en-US" dirty="0">
                <a:sym typeface="Wingdings" panose="05000000000000000000" pitchFamily="2" charset="2"/>
              </a:rPr>
              <a:t>添加规则</a:t>
            </a:r>
            <a:br>
              <a:rPr kumimoji="0" lang="zh-CN" altLang="en-US" dirty="0">
                <a:sym typeface="Wingdings" panose="05000000000000000000" pitchFamily="2" charset="2"/>
              </a:rPr>
            </a:br>
            <a:r>
              <a:rPr kumimoji="0" lang="zh-CN" altLang="en-US" dirty="0">
                <a:sym typeface="Wingdings" panose="05000000000000000000" pitchFamily="2" charset="2"/>
              </a:rPr>
              <a:t>报告错误，但继续编译</a:t>
            </a:r>
            <a:endParaRPr kumimoji="0" lang="zh-CN" altLang="en-US" dirty="0">
              <a:sym typeface="Wingdings" panose="05000000000000000000" pitchFamily="2" charset="2"/>
            </a:endParaRPr>
          </a:p>
          <a:p>
            <a:pPr marL="990600" lvl="1" indent="-533400" eaLnBrk="1" hangingPunct="1"/>
            <a:r>
              <a:rPr kumimoji="0" lang="zh-CN" altLang="en-US" dirty="0">
                <a:sym typeface="Wingdings" panose="05000000000000000000" pitchFamily="2" charset="2"/>
              </a:rPr>
              <a:t>错误检测信息＋自动修正</a:t>
            </a:r>
            <a:endParaRPr kumimoji="0" lang="zh-CN" altLang="en-US" dirty="0">
              <a:sym typeface="Symbol" panose="05050102010706020507" pitchFamily="18" charset="2"/>
            </a:endParaRPr>
          </a:p>
          <a:p>
            <a:pPr marL="990600" lvl="1" indent="-533400" eaLnBrk="1" hangingPunct="1"/>
            <a:endParaRPr kumimoji="0" lang="en-US" altLang="zh-CN" dirty="0">
              <a:sym typeface="Symbol" panose="05050102010706020507" pitchFamily="18" charset="2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错误恢复策略（续）</a:t>
            </a:r>
            <a:endParaRPr lang="zh-CN" altLang="en-US"/>
          </a:p>
        </p:txBody>
      </p:sp>
      <p:sp>
        <p:nvSpPr>
          <p:cNvPr id="1741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609600" indent="-609600" eaLnBrk="1" hangingPunct="1">
              <a:buFont typeface="Wingdings" panose="05000000000000000000" pitchFamily="2" charset="2"/>
              <a:buAutoNum type="arabicPeriod" startAt="4"/>
            </a:pPr>
            <a:r>
              <a:rPr lang="zh-CN" altLang="en-US"/>
              <a:t>全局修正（</a:t>
            </a:r>
            <a:r>
              <a:rPr lang="en-US" altLang="zh-CN">
                <a:solidFill>
                  <a:srgbClr val="FF3300"/>
                </a:solidFill>
              </a:rPr>
              <a:t>global correction</a:t>
            </a:r>
            <a:r>
              <a:rPr lang="zh-CN" altLang="en-US"/>
              <a:t>）</a:t>
            </a:r>
            <a:endParaRPr lang="zh-CN" altLang="en-US"/>
          </a:p>
          <a:p>
            <a:pPr marL="990600" lvl="1" indent="-533400" eaLnBrk="1" hangingPunct="1"/>
            <a:r>
              <a:rPr lang="zh-CN" altLang="en-US"/>
              <a:t>错误程序</a:t>
            </a:r>
            <a:r>
              <a:rPr lang="zh-CN" altLang="en-US">
                <a:sym typeface="Wingdings" panose="05000000000000000000" pitchFamily="2" charset="2"/>
              </a:rPr>
              <a:t>正确程序</a:t>
            </a:r>
            <a:endParaRPr lang="zh-CN" altLang="en-US">
              <a:sym typeface="Wingdings" panose="05000000000000000000" pitchFamily="2" charset="2"/>
            </a:endParaRPr>
          </a:p>
          <a:p>
            <a:pPr marL="990600" lvl="1" indent="-533400" eaLnBrk="1" hangingPunct="1"/>
            <a:r>
              <a:rPr lang="zh-CN" altLang="en-US">
                <a:sym typeface="Wingdings" panose="05000000000000000000" pitchFamily="2" charset="2"/>
              </a:rPr>
              <a:t>寻找最少修正步骤，插入、删除、替换</a:t>
            </a:r>
            <a:endParaRPr lang="zh-CN" altLang="en-US">
              <a:sym typeface="Wingdings" panose="05000000000000000000" pitchFamily="2" charset="2"/>
            </a:endParaRPr>
          </a:p>
          <a:p>
            <a:pPr marL="990600" lvl="1" indent="-533400" eaLnBrk="1" hangingPunct="1"/>
            <a:r>
              <a:rPr lang="zh-CN" altLang="en-US">
                <a:sym typeface="Wingdings" panose="05000000000000000000" pitchFamily="2" charset="2"/>
              </a:rPr>
              <a:t>不正确输入</a:t>
            </a:r>
            <a:r>
              <a:rPr lang="en-US" altLang="zh-CN">
                <a:sym typeface="Wingdings" panose="05000000000000000000" pitchFamily="2" charset="2"/>
              </a:rPr>
              <a:t>x</a:t>
            </a:r>
            <a:r>
              <a:rPr lang="zh-CN" altLang="en-US">
                <a:sym typeface="Wingdings" panose="05000000000000000000" pitchFamily="2" charset="2"/>
              </a:rPr>
              <a:t>，文法</a:t>
            </a:r>
            <a:r>
              <a:rPr lang="en-US" altLang="zh-CN">
                <a:sym typeface="Wingdings" panose="05000000000000000000" pitchFamily="2" charset="2"/>
              </a:rPr>
              <a:t>G </a:t>
            </a:r>
            <a:r>
              <a:rPr lang="en-US" altLang="zh-CN">
                <a:latin typeface="Tahoma" panose="020B0604030504040204" pitchFamily="34" charset="0"/>
              </a:rPr>
              <a:t>—————</a:t>
            </a:r>
            <a:r>
              <a:rPr lang="en-US" altLang="zh-CN">
                <a:sym typeface="Wingdings" panose="05000000000000000000" pitchFamily="2" charset="2"/>
              </a:rPr>
              <a:t></a:t>
            </a:r>
            <a:br>
              <a:rPr lang="en-US" altLang="zh-CN">
                <a:sym typeface="Wingdings" panose="05000000000000000000" pitchFamily="2" charset="2"/>
              </a:rPr>
            </a:br>
            <a:r>
              <a:rPr lang="en-US" altLang="zh-CN">
                <a:sym typeface="Wingdings" panose="05000000000000000000" pitchFamily="2" charset="2"/>
              </a:rPr>
              <a:t>y</a:t>
            </a:r>
            <a:r>
              <a:rPr lang="zh-CN" altLang="en-US">
                <a:sym typeface="Wingdings" panose="05000000000000000000" pitchFamily="2" charset="2"/>
              </a:rPr>
              <a:t>对应的语法分析树</a:t>
            </a:r>
            <a:endParaRPr lang="zh-CN" altLang="en-US">
              <a:sym typeface="Wingdings" panose="05000000000000000000" pitchFamily="2" charset="2"/>
            </a:endParaRPr>
          </a:p>
          <a:p>
            <a:pPr marL="990600" lvl="1" indent="-533400" eaLnBrk="1" hangingPunct="1"/>
            <a:r>
              <a:rPr lang="zh-CN" altLang="en-US">
                <a:sym typeface="Wingdings" panose="05000000000000000000" pitchFamily="2" charset="2"/>
              </a:rPr>
              <a:t>过于复杂，时空效率低</a:t>
            </a:r>
            <a:endParaRPr lang="zh-CN" altLang="en-US">
              <a:sym typeface="Wingdings" panose="05000000000000000000" pitchFamily="2" charset="2"/>
            </a:endParaRPr>
          </a:p>
        </p:txBody>
      </p:sp>
      <p:sp>
        <p:nvSpPr>
          <p:cNvPr id="17412" name="Text Box 4"/>
          <p:cNvSpPr txBox="1">
            <a:spLocks noChangeArrowheads="1"/>
          </p:cNvSpPr>
          <p:nvPr/>
        </p:nvSpPr>
        <p:spPr bwMode="auto">
          <a:xfrm>
            <a:off x="5715000" y="2862263"/>
            <a:ext cx="18288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000">
                <a:solidFill>
                  <a:srgbClr val="FF3300"/>
                </a:solidFill>
                <a:latin typeface="Tahoma" panose="020B0604030504040204" pitchFamily="34" charset="0"/>
                <a:ea typeface="黑体" panose="02010609060101010101" pitchFamily="49" charset="-122"/>
              </a:rPr>
              <a:t>最少修正</a:t>
            </a:r>
            <a:r>
              <a:rPr lang="en-US" altLang="zh-CN" sz="2000">
                <a:solidFill>
                  <a:srgbClr val="FF3300"/>
                </a:solidFill>
                <a:latin typeface="Tahoma" panose="020B0604030504040204" pitchFamily="34" charset="0"/>
                <a:ea typeface="黑体" panose="02010609060101010101" pitchFamily="49" charset="-122"/>
              </a:rPr>
              <a:t>x</a:t>
            </a:r>
            <a:r>
              <a:rPr lang="en-US" altLang="zh-CN" sz="2000">
                <a:solidFill>
                  <a:srgbClr val="FF3300"/>
                </a:solidFill>
                <a:latin typeface="Tahoma" panose="020B0604030504040204" pitchFamily="34" charset="0"/>
                <a:ea typeface="黑体" panose="02010609060101010101" pitchFamily="49" charset="-122"/>
                <a:sym typeface="Wingdings" panose="05000000000000000000" pitchFamily="2" charset="2"/>
              </a:rPr>
              <a:t>y</a:t>
            </a:r>
            <a:endParaRPr lang="en-US" altLang="zh-CN" sz="2000">
              <a:solidFill>
                <a:srgbClr val="FF3300"/>
              </a:solidFill>
              <a:latin typeface="Tahoma" panose="020B0604030504040204" pitchFamily="34" charset="0"/>
              <a:ea typeface="黑体" panose="02010609060101010101" pitchFamily="49" charset="-122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4.2  </a:t>
            </a:r>
            <a:r>
              <a:rPr lang="zh-CN" altLang="en-US"/>
              <a:t>上下文无关文法</a:t>
            </a:r>
            <a:endParaRPr lang="zh-CN" altLang="en-US"/>
          </a:p>
        </p:txBody>
      </p:sp>
      <p:sp>
        <p:nvSpPr>
          <p:cNvPr id="1843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38200" y="1371600"/>
            <a:ext cx="8116888" cy="4953000"/>
          </a:xfrm>
        </p:spPr>
        <p:txBody>
          <a:bodyPr/>
          <a:lstStyle/>
          <a:p>
            <a:pPr marL="609600" indent="-609600" eaLnBrk="1" hangingPunct="1"/>
            <a:r>
              <a:rPr lang="zh-CN" altLang="en-US" sz="2800"/>
              <a:t>定义：四元式</a:t>
            </a:r>
            <a:r>
              <a:rPr lang="en-US" altLang="zh-CN" sz="2800"/>
              <a:t>(V</a:t>
            </a:r>
            <a:r>
              <a:rPr lang="en-US" altLang="zh-CN" sz="2800" baseline="-25000"/>
              <a:t>T</a:t>
            </a:r>
            <a:r>
              <a:rPr lang="en-US" altLang="zh-CN" sz="2800"/>
              <a:t>, V</a:t>
            </a:r>
            <a:r>
              <a:rPr lang="en-US" altLang="zh-CN" sz="2800" baseline="-25000"/>
              <a:t>N</a:t>
            </a:r>
            <a:r>
              <a:rPr lang="en-US" altLang="zh-CN" sz="2800"/>
              <a:t>, S, </a:t>
            </a:r>
            <a:r>
              <a:rPr lang="en-US" altLang="zh-CN" sz="2800">
                <a:latin typeface="Monotype Corsiva" panose="03010101010201010101" pitchFamily="66" charset="0"/>
                <a:ea typeface="Batang" panose="02030600000101010101" pitchFamily="18" charset="-127"/>
              </a:rPr>
              <a:t>P</a:t>
            </a:r>
            <a:r>
              <a:rPr lang="en-US" altLang="zh-CN" sz="2800"/>
              <a:t>)</a:t>
            </a:r>
            <a:endParaRPr lang="en-US" altLang="zh-CN" sz="2800"/>
          </a:p>
          <a:p>
            <a:pPr marL="609600" indent="-609600" eaLnBrk="1" hangingPunct="1">
              <a:buFont typeface="Wingdings" panose="05000000000000000000" pitchFamily="2" charset="2"/>
              <a:buAutoNum type="arabicPeriod"/>
            </a:pPr>
            <a:r>
              <a:rPr lang="en-US" altLang="zh-CN" sz="2800"/>
              <a:t>V</a:t>
            </a:r>
            <a:r>
              <a:rPr lang="en-US" altLang="zh-CN" sz="2800" baseline="-25000"/>
              <a:t>T</a:t>
            </a:r>
            <a:r>
              <a:rPr lang="zh-CN" altLang="en-US" sz="2800"/>
              <a:t>：终结符号（单词）集，</a:t>
            </a:r>
            <a:r>
              <a:rPr lang="en-US" altLang="zh-CN" sz="2800"/>
              <a:t>T</a:t>
            </a:r>
            <a:endParaRPr lang="en-US" altLang="zh-CN" sz="2800"/>
          </a:p>
          <a:p>
            <a:pPr marL="609600" indent="-609600" eaLnBrk="1" hangingPunct="1">
              <a:buFont typeface="Wingdings" panose="05000000000000000000" pitchFamily="2" charset="2"/>
              <a:buAutoNum type="arabicPeriod"/>
            </a:pPr>
            <a:r>
              <a:rPr lang="en-US" altLang="zh-CN" sz="2800"/>
              <a:t>V</a:t>
            </a:r>
            <a:r>
              <a:rPr lang="en-US" altLang="zh-CN" sz="2800" baseline="-25000"/>
              <a:t>N</a:t>
            </a:r>
            <a:r>
              <a:rPr lang="zh-CN" altLang="en-US" sz="2800"/>
              <a:t>：非终结符（语法变量）集，</a:t>
            </a:r>
            <a:r>
              <a:rPr lang="en-US" altLang="zh-CN" sz="2800"/>
              <a:t>NT</a:t>
            </a:r>
            <a:r>
              <a:rPr lang="zh-CN" altLang="en-US" sz="2800"/>
              <a:t>，定义了文法</a:t>
            </a:r>
            <a:r>
              <a:rPr lang="en-US" altLang="zh-CN" sz="2800"/>
              <a:t>/</a:t>
            </a:r>
            <a:r>
              <a:rPr lang="zh-CN" altLang="en-US" sz="2800"/>
              <a:t>语言可生成的符号串集合</a:t>
            </a:r>
            <a:endParaRPr lang="zh-CN" altLang="en-US" sz="2800"/>
          </a:p>
          <a:p>
            <a:pPr marL="609600" indent="-609600" eaLnBrk="1" hangingPunct="1">
              <a:buFont typeface="Wingdings" panose="05000000000000000000" pitchFamily="2" charset="2"/>
              <a:buAutoNum type="arabicPeriod"/>
            </a:pPr>
            <a:r>
              <a:rPr lang="en-US" altLang="zh-CN" sz="2800"/>
              <a:t>S</a:t>
            </a:r>
            <a:r>
              <a:rPr lang="zh-CN" altLang="en-US" sz="2800"/>
              <a:t>：</a:t>
            </a:r>
            <a:r>
              <a:rPr lang="en-US" altLang="zh-CN" sz="2800"/>
              <a:t>S</a:t>
            </a:r>
            <a:r>
              <a:rPr lang="en-US" altLang="zh-CN" sz="2800">
                <a:latin typeface="宋体" panose="02010600030101010101" pitchFamily="2" charset="-122"/>
              </a:rPr>
              <a:t>∈</a:t>
            </a:r>
            <a:r>
              <a:rPr lang="en-US" altLang="zh-CN" sz="2800"/>
              <a:t>NT</a:t>
            </a:r>
            <a:r>
              <a:rPr lang="zh-CN" altLang="en-US" sz="2800"/>
              <a:t>，开始符号，定义语言的所有符号串</a:t>
            </a:r>
            <a:endParaRPr lang="zh-CN" altLang="en-US" sz="2800"/>
          </a:p>
          <a:p>
            <a:pPr marL="609600" indent="-609600" eaLnBrk="1" hangingPunct="1">
              <a:buFont typeface="Wingdings" panose="05000000000000000000" pitchFamily="2" charset="2"/>
              <a:buAutoNum type="arabicPeriod"/>
            </a:pPr>
            <a:r>
              <a:rPr lang="en-US" altLang="zh-CN" sz="2800">
                <a:latin typeface="Monotype Corsiva" panose="03010101010201010101" pitchFamily="66" charset="0"/>
                <a:ea typeface="Batang" panose="02030600000101010101" pitchFamily="18" charset="-127"/>
              </a:rPr>
              <a:t>P</a:t>
            </a:r>
            <a:r>
              <a:rPr lang="zh-CN" altLang="en-US" sz="2800">
                <a:latin typeface="Monotype Corsiva" panose="03010101010201010101" pitchFamily="66" charset="0"/>
              </a:rPr>
              <a:t>，产生式集</a:t>
            </a:r>
            <a:r>
              <a:rPr lang="zh-CN" altLang="en-US" sz="2800"/>
              <a:t>，</a:t>
            </a:r>
            <a:r>
              <a:rPr lang="en-US" altLang="zh-CN" sz="2800"/>
              <a:t>PR</a:t>
            </a:r>
            <a:r>
              <a:rPr lang="zh-CN" altLang="en-US" sz="2800"/>
              <a:t>，</a:t>
            </a:r>
            <a:r>
              <a:rPr kumimoji="0" lang="en-US" altLang="zh-CN" sz="2800">
                <a:sym typeface="Symbol" panose="05050102010706020507" pitchFamily="18" charset="2"/>
              </a:rPr>
              <a:t>NT(T | NT)*</a:t>
            </a:r>
            <a:br>
              <a:rPr kumimoji="0" lang="en-US" altLang="zh-CN" sz="2800">
                <a:sym typeface="Symbol" panose="05050102010706020507" pitchFamily="18" charset="2"/>
              </a:rPr>
            </a:br>
            <a:r>
              <a:rPr kumimoji="0" lang="zh-CN" altLang="en-US" sz="2800">
                <a:sym typeface="Symbol" panose="05050102010706020507" pitchFamily="18" charset="2"/>
              </a:rPr>
              <a:t>规则</a:t>
            </a:r>
            <a:r>
              <a:rPr kumimoji="0" lang="zh-CN" altLang="en-US" sz="2800">
                <a:sym typeface="Wingdings" panose="05000000000000000000" pitchFamily="2" charset="2"/>
              </a:rPr>
              <a:t></a:t>
            </a:r>
            <a:r>
              <a:rPr kumimoji="0" lang="en-US" altLang="zh-CN" sz="2800">
                <a:sym typeface="Wingdings" panose="05000000000000000000" pitchFamily="2" charset="2"/>
              </a:rPr>
              <a:t>T</a:t>
            </a:r>
            <a:r>
              <a:rPr kumimoji="0" lang="zh-CN" altLang="en-US" sz="2800">
                <a:sym typeface="Wingdings" panose="05000000000000000000" pitchFamily="2" charset="2"/>
              </a:rPr>
              <a:t>、</a:t>
            </a:r>
            <a:r>
              <a:rPr kumimoji="0" lang="en-US" altLang="zh-CN" sz="2800">
                <a:sym typeface="Wingdings" panose="05000000000000000000" pitchFamily="2" charset="2"/>
              </a:rPr>
              <a:t>NT</a:t>
            </a:r>
            <a:r>
              <a:rPr kumimoji="0" lang="zh-CN" altLang="en-US" sz="2800">
                <a:sym typeface="Wingdings" panose="05000000000000000000" pitchFamily="2" charset="2"/>
              </a:rPr>
              <a:t>如何组合，生成语言的合法符号串</a:t>
            </a:r>
            <a:endParaRPr kumimoji="0" lang="zh-CN" altLang="en-US" sz="2800">
              <a:sym typeface="Wingdings" panose="05000000000000000000" pitchFamily="2" charset="2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例</a:t>
            </a:r>
            <a:r>
              <a:rPr lang="en-US" altLang="zh-CN"/>
              <a:t>4.2</a:t>
            </a:r>
            <a:r>
              <a:rPr lang="zh-CN" altLang="en-US"/>
              <a:t>：简单表达式</a:t>
            </a:r>
            <a:endParaRPr lang="zh-CN" altLang="en-US"/>
          </a:p>
        </p:txBody>
      </p:sp>
      <p:sp>
        <p:nvSpPr>
          <p:cNvPr id="19459" name="Text Box 5"/>
          <p:cNvSpPr txBox="1">
            <a:spLocks noChangeArrowheads="1"/>
          </p:cNvSpPr>
          <p:nvPr/>
        </p:nvSpPr>
        <p:spPr bwMode="auto">
          <a:xfrm>
            <a:off x="1295400" y="1371600"/>
            <a:ext cx="3657600" cy="3962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b="1" i="1"/>
              <a:t>expr  </a:t>
            </a:r>
            <a:r>
              <a:rPr kumimoji="0" lang="en-US" altLang="zh-CN" sz="2400" b="1">
                <a:sym typeface="Symbol" panose="05050102010706020507" pitchFamily="18" charset="2"/>
              </a:rPr>
              <a:t></a:t>
            </a:r>
            <a:r>
              <a:rPr kumimoji="0" lang="en-US" altLang="zh-CN" sz="2400" b="1" i="1">
                <a:sym typeface="Symbol" panose="05050102010706020507" pitchFamily="18" charset="2"/>
              </a:rPr>
              <a:t> expr  op  expr</a:t>
            </a:r>
            <a:endParaRPr kumimoji="0" lang="en-US" altLang="zh-CN" sz="2400" b="1" i="1">
              <a:sym typeface="Symbol" panose="05050102010706020507" pitchFamily="18" charset="2"/>
            </a:endParaRPr>
          </a:p>
          <a:p>
            <a:pPr eaLnBrk="1" hangingPunct="1">
              <a:lnSpc>
                <a:spcPct val="7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b="1" i="1"/>
              <a:t>expr  </a:t>
            </a:r>
            <a:r>
              <a:rPr kumimoji="0" lang="en-US" altLang="zh-CN" sz="2400" b="1">
                <a:sym typeface="Symbol" panose="05050102010706020507" pitchFamily="18" charset="2"/>
              </a:rPr>
              <a:t></a:t>
            </a:r>
            <a:r>
              <a:rPr kumimoji="0" lang="en-US" altLang="zh-CN" sz="2400" b="1" i="1">
                <a:sym typeface="Symbol" panose="05050102010706020507" pitchFamily="18" charset="2"/>
              </a:rPr>
              <a:t> </a:t>
            </a:r>
            <a:r>
              <a:rPr kumimoji="0" lang="en-US" altLang="zh-CN" sz="2400" b="1" i="1">
                <a:solidFill>
                  <a:srgbClr val="3333CC"/>
                </a:solidFill>
                <a:sym typeface="Symbol" panose="05050102010706020507" pitchFamily="18" charset="2"/>
              </a:rPr>
              <a:t>(</a:t>
            </a:r>
            <a:r>
              <a:rPr kumimoji="0" lang="en-US" altLang="zh-CN" sz="2400" b="1" i="1">
                <a:sym typeface="Symbol" panose="05050102010706020507" pitchFamily="18" charset="2"/>
              </a:rPr>
              <a:t> expr </a:t>
            </a:r>
            <a:r>
              <a:rPr kumimoji="0" lang="en-US" altLang="zh-CN" sz="2400" b="1" i="1">
                <a:solidFill>
                  <a:srgbClr val="3333CC"/>
                </a:solidFill>
                <a:sym typeface="Symbol" panose="05050102010706020507" pitchFamily="18" charset="2"/>
              </a:rPr>
              <a:t>)</a:t>
            </a:r>
            <a:endParaRPr kumimoji="0" lang="en-US" altLang="zh-CN" sz="2400" b="1" i="1">
              <a:solidFill>
                <a:srgbClr val="3333CC"/>
              </a:solidFill>
              <a:sym typeface="Symbol" panose="05050102010706020507" pitchFamily="18" charset="2"/>
            </a:endParaRPr>
          </a:p>
          <a:p>
            <a:pPr eaLnBrk="1" hangingPunct="1">
              <a:lnSpc>
                <a:spcPct val="7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b="1" i="1"/>
              <a:t>expr  </a:t>
            </a:r>
            <a:r>
              <a:rPr kumimoji="0" lang="en-US" altLang="zh-CN" sz="2400" b="1">
                <a:sym typeface="Symbol" panose="05050102010706020507" pitchFamily="18" charset="2"/>
              </a:rPr>
              <a:t></a:t>
            </a:r>
            <a:r>
              <a:rPr kumimoji="0" lang="en-US" altLang="zh-CN" sz="2400" b="1" i="1">
                <a:sym typeface="Symbol" panose="05050102010706020507" pitchFamily="18" charset="2"/>
              </a:rPr>
              <a:t> </a:t>
            </a:r>
            <a:r>
              <a:rPr kumimoji="0" lang="en-US" altLang="zh-CN" sz="2400" b="1" i="1">
                <a:solidFill>
                  <a:srgbClr val="3333CC"/>
                </a:solidFill>
                <a:sym typeface="Symbol" panose="05050102010706020507" pitchFamily="18" charset="2"/>
              </a:rPr>
              <a:t>-</a:t>
            </a:r>
            <a:r>
              <a:rPr kumimoji="0" lang="en-US" altLang="zh-CN" sz="2400" b="1" i="1">
                <a:sym typeface="Symbol" panose="05050102010706020507" pitchFamily="18" charset="2"/>
              </a:rPr>
              <a:t> expr</a:t>
            </a:r>
            <a:endParaRPr kumimoji="0" lang="en-US" altLang="zh-CN" sz="2400" b="1" i="1">
              <a:sym typeface="Symbol" panose="05050102010706020507" pitchFamily="18" charset="2"/>
            </a:endParaRPr>
          </a:p>
          <a:p>
            <a:pPr eaLnBrk="1" hangingPunct="1">
              <a:lnSpc>
                <a:spcPct val="7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b="1" i="1"/>
              <a:t>expr  </a:t>
            </a:r>
            <a:r>
              <a:rPr kumimoji="0" lang="en-US" altLang="zh-CN" sz="2400" b="1">
                <a:sym typeface="Symbol" panose="05050102010706020507" pitchFamily="18" charset="2"/>
              </a:rPr>
              <a:t></a:t>
            </a:r>
            <a:r>
              <a:rPr kumimoji="0" lang="en-US" altLang="zh-CN" sz="2400" b="1" i="1">
                <a:sym typeface="Symbol" panose="05050102010706020507" pitchFamily="18" charset="2"/>
              </a:rPr>
              <a:t> </a:t>
            </a:r>
            <a:r>
              <a:rPr kumimoji="0" lang="en-US" altLang="zh-CN" sz="2400" b="1" i="1">
                <a:solidFill>
                  <a:srgbClr val="3333CC"/>
                </a:solidFill>
                <a:sym typeface="Symbol" panose="05050102010706020507" pitchFamily="18" charset="2"/>
              </a:rPr>
              <a:t>id</a:t>
            </a:r>
            <a:endParaRPr kumimoji="0" lang="en-US" altLang="zh-CN" sz="2400" b="1" i="1">
              <a:solidFill>
                <a:srgbClr val="3333CC"/>
              </a:solidFill>
              <a:sym typeface="Symbol" panose="05050102010706020507" pitchFamily="18" charset="2"/>
            </a:endParaRPr>
          </a:p>
          <a:p>
            <a:pPr eaLnBrk="1" hangingPunct="1">
              <a:lnSpc>
                <a:spcPct val="7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b="1" i="1"/>
              <a:t>op  </a:t>
            </a:r>
            <a:r>
              <a:rPr kumimoji="0" lang="en-US" altLang="zh-CN" sz="2400" b="1">
                <a:sym typeface="Symbol" panose="05050102010706020507" pitchFamily="18" charset="2"/>
              </a:rPr>
              <a:t></a:t>
            </a:r>
            <a:r>
              <a:rPr kumimoji="0" lang="en-US" altLang="zh-CN" sz="2400" b="1" i="1">
                <a:sym typeface="Symbol" panose="05050102010706020507" pitchFamily="18" charset="2"/>
              </a:rPr>
              <a:t> </a:t>
            </a:r>
            <a:r>
              <a:rPr kumimoji="0" lang="en-US" altLang="zh-CN" sz="2400" b="1" i="1">
                <a:solidFill>
                  <a:srgbClr val="3333CC"/>
                </a:solidFill>
                <a:sym typeface="Symbol" panose="05050102010706020507" pitchFamily="18" charset="2"/>
              </a:rPr>
              <a:t>+</a:t>
            </a:r>
            <a:endParaRPr kumimoji="0" lang="en-US" altLang="zh-CN" sz="2400" b="1" i="1">
              <a:solidFill>
                <a:srgbClr val="3333CC"/>
              </a:solidFill>
              <a:sym typeface="Symbol" panose="05050102010706020507" pitchFamily="18" charset="2"/>
            </a:endParaRPr>
          </a:p>
          <a:p>
            <a:pPr eaLnBrk="1" hangingPunct="1">
              <a:lnSpc>
                <a:spcPct val="7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b="1" i="1"/>
              <a:t>op  </a:t>
            </a:r>
            <a:r>
              <a:rPr kumimoji="0" lang="en-US" altLang="zh-CN" sz="2400" b="1">
                <a:sym typeface="Symbol" panose="05050102010706020507" pitchFamily="18" charset="2"/>
              </a:rPr>
              <a:t></a:t>
            </a:r>
            <a:r>
              <a:rPr kumimoji="0" lang="en-US" altLang="zh-CN" sz="2400" b="1" i="1">
                <a:sym typeface="Symbol" panose="05050102010706020507" pitchFamily="18" charset="2"/>
              </a:rPr>
              <a:t> </a:t>
            </a:r>
            <a:r>
              <a:rPr kumimoji="0" lang="en-US" altLang="zh-CN" sz="2400" b="1" i="1">
                <a:solidFill>
                  <a:srgbClr val="3333CC"/>
                </a:solidFill>
                <a:sym typeface="Symbol" panose="05050102010706020507" pitchFamily="18" charset="2"/>
              </a:rPr>
              <a:t>-</a:t>
            </a:r>
            <a:endParaRPr kumimoji="0" lang="en-US" altLang="zh-CN" sz="2400" b="1" i="1">
              <a:solidFill>
                <a:srgbClr val="3333CC"/>
              </a:solidFill>
              <a:sym typeface="Symbol" panose="05050102010706020507" pitchFamily="18" charset="2"/>
            </a:endParaRPr>
          </a:p>
          <a:p>
            <a:pPr eaLnBrk="1" hangingPunct="1">
              <a:lnSpc>
                <a:spcPct val="7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b="1" i="1"/>
              <a:t>op  </a:t>
            </a:r>
            <a:r>
              <a:rPr kumimoji="0" lang="en-US" altLang="zh-CN" sz="2400" b="1">
                <a:sym typeface="Symbol" panose="05050102010706020507" pitchFamily="18" charset="2"/>
              </a:rPr>
              <a:t></a:t>
            </a:r>
            <a:r>
              <a:rPr kumimoji="0" lang="en-US" altLang="zh-CN" sz="2400" b="1" i="1">
                <a:sym typeface="Symbol" panose="05050102010706020507" pitchFamily="18" charset="2"/>
              </a:rPr>
              <a:t> </a:t>
            </a:r>
            <a:r>
              <a:rPr kumimoji="0" lang="en-US" altLang="zh-CN" sz="2400" b="1" i="1">
                <a:solidFill>
                  <a:srgbClr val="3333CC"/>
                </a:solidFill>
                <a:sym typeface="Symbol" panose="05050102010706020507" pitchFamily="18" charset="2"/>
              </a:rPr>
              <a:t>*</a:t>
            </a:r>
            <a:endParaRPr kumimoji="0" lang="en-US" altLang="zh-CN" sz="2400" b="1" i="1">
              <a:solidFill>
                <a:srgbClr val="3333CC"/>
              </a:solidFill>
              <a:sym typeface="Symbol" panose="05050102010706020507" pitchFamily="18" charset="2"/>
            </a:endParaRPr>
          </a:p>
          <a:p>
            <a:pPr eaLnBrk="1" hangingPunct="1">
              <a:lnSpc>
                <a:spcPct val="7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b="1" i="1"/>
              <a:t>op  </a:t>
            </a:r>
            <a:r>
              <a:rPr kumimoji="0" lang="en-US" altLang="zh-CN" sz="2400" b="1">
                <a:sym typeface="Symbol" panose="05050102010706020507" pitchFamily="18" charset="2"/>
              </a:rPr>
              <a:t></a:t>
            </a:r>
            <a:r>
              <a:rPr kumimoji="0" lang="en-US" altLang="zh-CN" sz="2400" b="1" i="1">
                <a:sym typeface="Symbol" panose="05050102010706020507" pitchFamily="18" charset="2"/>
              </a:rPr>
              <a:t> </a:t>
            </a:r>
            <a:r>
              <a:rPr kumimoji="0" lang="en-US" altLang="zh-CN" sz="2400" b="1" i="1">
                <a:solidFill>
                  <a:srgbClr val="3333CC"/>
                </a:solidFill>
                <a:sym typeface="Symbol" panose="05050102010706020507" pitchFamily="18" charset="2"/>
              </a:rPr>
              <a:t>/</a:t>
            </a:r>
            <a:endParaRPr kumimoji="0" lang="en-US" altLang="zh-CN" sz="2400" b="1" i="1">
              <a:solidFill>
                <a:srgbClr val="3333CC"/>
              </a:solidFill>
              <a:sym typeface="Symbol" panose="05050102010706020507" pitchFamily="18" charset="2"/>
            </a:endParaRPr>
          </a:p>
          <a:p>
            <a:pPr eaLnBrk="1" hangingPunct="1">
              <a:lnSpc>
                <a:spcPct val="7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b="1" i="1"/>
              <a:t>op  </a:t>
            </a:r>
            <a:r>
              <a:rPr kumimoji="0" lang="en-US" altLang="zh-CN" sz="2400" b="1">
                <a:sym typeface="Symbol" panose="05050102010706020507" pitchFamily="18" charset="2"/>
              </a:rPr>
              <a:t></a:t>
            </a:r>
            <a:r>
              <a:rPr kumimoji="0" lang="en-US" altLang="zh-CN" sz="2400" b="1" i="1">
                <a:sym typeface="Symbol" panose="05050102010706020507" pitchFamily="18" charset="2"/>
              </a:rPr>
              <a:t> </a:t>
            </a:r>
            <a:r>
              <a:rPr kumimoji="0" lang="en-US" altLang="zh-CN" sz="2400" b="1">
                <a:solidFill>
                  <a:srgbClr val="3333CC"/>
                </a:solidFill>
                <a:sym typeface="Symbol" panose="05050102010706020507" pitchFamily="18" charset="2"/>
              </a:rPr>
              <a:t></a:t>
            </a:r>
            <a:endParaRPr kumimoji="0" lang="en-US" altLang="zh-CN" sz="2400" b="1">
              <a:solidFill>
                <a:srgbClr val="3333CC"/>
              </a:solidFill>
              <a:sym typeface="Symbol" panose="05050102010706020507" pitchFamily="18" charset="2"/>
            </a:endParaRPr>
          </a:p>
        </p:txBody>
      </p:sp>
      <p:sp>
        <p:nvSpPr>
          <p:cNvPr id="19460" name="Text Box 6"/>
          <p:cNvSpPr txBox="1">
            <a:spLocks noChangeArrowheads="1"/>
          </p:cNvSpPr>
          <p:nvPr/>
        </p:nvSpPr>
        <p:spPr bwMode="auto">
          <a:xfrm>
            <a:off x="4038600" y="2057400"/>
            <a:ext cx="4876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zh-CN" altLang="en-US" sz="2400" b="1">
                <a:solidFill>
                  <a:srgbClr val="3333CC"/>
                </a:solidFill>
              </a:rPr>
              <a:t>蓝色符号</a:t>
            </a:r>
            <a:r>
              <a:rPr kumimoji="0" lang="en-US" altLang="zh-CN" sz="2400" b="1">
                <a:solidFill>
                  <a:srgbClr val="3333CC"/>
                </a:solidFill>
              </a:rPr>
              <a:t>——T</a:t>
            </a:r>
            <a:r>
              <a:rPr kumimoji="0" lang="zh-CN" altLang="en-US" sz="2400" b="1">
                <a:solidFill>
                  <a:srgbClr val="3333CC"/>
                </a:solidFill>
              </a:rPr>
              <a:t>，黑色符号</a:t>
            </a:r>
            <a:r>
              <a:rPr kumimoji="0" lang="en-US" altLang="zh-CN" sz="2400" b="1">
                <a:solidFill>
                  <a:srgbClr val="3333CC"/>
                </a:solidFill>
              </a:rPr>
              <a:t>——NT</a:t>
            </a:r>
            <a:endParaRPr kumimoji="0" lang="en-US" altLang="zh-CN" sz="2400" b="1">
              <a:solidFill>
                <a:srgbClr val="3333CC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4.2.1  </a:t>
            </a:r>
            <a:r>
              <a:rPr lang="zh-CN" altLang="en-US"/>
              <a:t>符号约定</a:t>
            </a:r>
            <a:endParaRPr lang="zh-CN" altLang="en-US"/>
          </a:p>
        </p:txBody>
      </p:sp>
      <p:sp>
        <p:nvSpPr>
          <p:cNvPr id="2048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609600" indent="-609600" eaLnBrk="1" hangingPunct="1">
              <a:buFont typeface="Wingdings" panose="05000000000000000000" pitchFamily="2" charset="2"/>
              <a:buAutoNum type="arabicPeriod"/>
            </a:pPr>
            <a:r>
              <a:rPr lang="zh-CN" altLang="en-US" dirty="0"/>
              <a:t>终结符</a:t>
            </a:r>
            <a:endParaRPr lang="zh-CN" altLang="en-US" dirty="0"/>
          </a:p>
          <a:p>
            <a:pPr marL="990600" lvl="1" indent="-533400" eaLnBrk="1" hangingPunct="1"/>
            <a:r>
              <a:rPr lang="zh-CN" altLang="en-US" dirty="0"/>
              <a:t>字母表靠前的小写字母，</a:t>
            </a:r>
            <a:r>
              <a:rPr lang="en-US" altLang="zh-CN" dirty="0"/>
              <a:t>a</a:t>
            </a:r>
            <a:r>
              <a:rPr lang="zh-CN" altLang="en-US" dirty="0"/>
              <a:t>、</a:t>
            </a:r>
            <a:r>
              <a:rPr lang="en-US" altLang="zh-CN" dirty="0"/>
              <a:t>b</a:t>
            </a:r>
            <a:r>
              <a:rPr lang="zh-CN" altLang="en-US" dirty="0"/>
              <a:t>、</a:t>
            </a:r>
            <a:r>
              <a:rPr lang="en-US" altLang="zh-CN" dirty="0"/>
              <a:t>c  …</a:t>
            </a:r>
            <a:endParaRPr lang="en-US" altLang="zh-CN" dirty="0"/>
          </a:p>
          <a:p>
            <a:pPr marL="990600" lvl="1" indent="-533400" eaLnBrk="1" hangingPunct="1"/>
            <a:r>
              <a:rPr lang="zh-CN" altLang="en-US" dirty="0"/>
              <a:t>运算符，</a:t>
            </a:r>
            <a:r>
              <a:rPr lang="en-US" altLang="zh-CN" dirty="0"/>
              <a:t>+</a:t>
            </a:r>
            <a:r>
              <a:rPr lang="zh-CN" altLang="en-US" dirty="0"/>
              <a:t>、</a:t>
            </a:r>
            <a:r>
              <a:rPr lang="en-US" altLang="zh-CN" dirty="0"/>
              <a:t>-  …</a:t>
            </a:r>
            <a:endParaRPr lang="en-US" altLang="zh-CN" dirty="0"/>
          </a:p>
          <a:p>
            <a:pPr marL="990600" lvl="1" indent="-533400" eaLnBrk="1" hangingPunct="1"/>
            <a:r>
              <a:rPr lang="zh-CN" altLang="en-US" dirty="0"/>
              <a:t>标点符号，</a:t>
            </a:r>
            <a:r>
              <a:rPr lang="en-US" altLang="zh-CN" dirty="0"/>
              <a:t>(</a:t>
            </a:r>
            <a:r>
              <a:rPr lang="zh-CN" altLang="en-US" dirty="0"/>
              <a:t>、</a:t>
            </a:r>
            <a:r>
              <a:rPr lang="en-US" altLang="zh-CN" dirty="0"/>
              <a:t>)</a:t>
            </a:r>
            <a:r>
              <a:rPr lang="zh-CN" altLang="en-US" dirty="0"/>
              <a:t>、</a:t>
            </a:r>
            <a:r>
              <a:rPr lang="en-US" altLang="zh-CN" dirty="0"/>
              <a:t>,  …</a:t>
            </a:r>
            <a:endParaRPr lang="en-US" altLang="zh-CN" dirty="0"/>
          </a:p>
          <a:p>
            <a:pPr marL="990600" lvl="1" indent="-533400" eaLnBrk="1" hangingPunct="1"/>
            <a:r>
              <a:rPr lang="zh-CN" altLang="en-US" dirty="0"/>
              <a:t>数字，</a:t>
            </a:r>
            <a:r>
              <a:rPr lang="en-US" altLang="zh-CN" dirty="0"/>
              <a:t>0</a:t>
            </a:r>
            <a:r>
              <a:rPr lang="zh-CN" altLang="en-US" dirty="0"/>
              <a:t>、</a:t>
            </a:r>
            <a:r>
              <a:rPr lang="en-US" altLang="zh-CN" dirty="0"/>
              <a:t>1</a:t>
            </a:r>
            <a:r>
              <a:rPr lang="zh-CN" altLang="en-US" dirty="0"/>
              <a:t>、</a:t>
            </a:r>
            <a:r>
              <a:rPr lang="en-US" altLang="zh-CN" dirty="0"/>
              <a:t>…</a:t>
            </a:r>
            <a:r>
              <a:rPr lang="zh-CN" altLang="en-US" dirty="0"/>
              <a:t>、</a:t>
            </a:r>
            <a:r>
              <a:rPr lang="en-US" altLang="zh-CN" dirty="0"/>
              <a:t>9</a:t>
            </a:r>
            <a:endParaRPr lang="en-US" altLang="zh-CN" dirty="0"/>
          </a:p>
          <a:p>
            <a:pPr marL="990600" lvl="1" indent="-533400" eaLnBrk="1" hangingPunct="1"/>
            <a:r>
              <a:rPr lang="zh-CN" altLang="en-US" dirty="0"/>
              <a:t>粗体突出显示的名字，</a:t>
            </a:r>
            <a:r>
              <a:rPr lang="en-US" altLang="zh-CN" b="1" dirty="0"/>
              <a:t>id</a:t>
            </a:r>
            <a:r>
              <a:rPr lang="zh-CN" altLang="en-US" b="1" dirty="0"/>
              <a:t>、</a:t>
            </a:r>
            <a:r>
              <a:rPr lang="en-US" altLang="zh-CN" b="1" dirty="0"/>
              <a:t>if  …</a:t>
            </a:r>
            <a:br>
              <a:rPr lang="en-US" altLang="zh-CN" b="1" dirty="0"/>
            </a:br>
            <a:r>
              <a:rPr lang="zh-CN" altLang="en-US" dirty="0"/>
              <a:t>蓝色突出显示的名字，</a:t>
            </a:r>
            <a:r>
              <a:rPr lang="en-US" altLang="zh-CN" dirty="0"/>
              <a:t>id</a:t>
            </a:r>
            <a:r>
              <a:rPr lang="zh-CN" altLang="en-US" dirty="0"/>
              <a:t>、</a:t>
            </a:r>
            <a:r>
              <a:rPr lang="en-US" altLang="zh-CN" dirty="0"/>
              <a:t>if …</a:t>
            </a:r>
            <a:endParaRPr lang="en-US" altLang="zh-CN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符号约定（续）</a:t>
            </a:r>
            <a:endParaRPr lang="zh-CN" altLang="en-US"/>
          </a:p>
        </p:txBody>
      </p:sp>
      <p:sp>
        <p:nvSpPr>
          <p:cNvPr id="2150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609600" indent="-609600" eaLnBrk="1" hangingPunct="1">
              <a:buFont typeface="Wingdings" panose="05000000000000000000" pitchFamily="2" charset="2"/>
              <a:buAutoNum type="arabicPeriod" startAt="2"/>
            </a:pPr>
            <a:r>
              <a:rPr lang="zh-CN" altLang="en-US" sz="2800" dirty="0"/>
              <a:t>非终结符</a:t>
            </a:r>
            <a:endParaRPr lang="zh-CN" altLang="en-US" sz="2800" dirty="0"/>
          </a:p>
          <a:p>
            <a:pPr marL="990600" lvl="1" indent="-533400" eaLnBrk="1" hangingPunct="1"/>
            <a:r>
              <a:rPr lang="zh-CN" altLang="en-US" sz="2400" dirty="0"/>
              <a:t>字母表靠前的大写字母，</a:t>
            </a:r>
            <a:r>
              <a:rPr lang="en-US" altLang="zh-CN" sz="2400" dirty="0"/>
              <a:t>A</a:t>
            </a:r>
            <a:r>
              <a:rPr lang="zh-CN" altLang="en-US" sz="2400" dirty="0"/>
              <a:t>、</a:t>
            </a:r>
            <a:r>
              <a:rPr lang="en-US" altLang="zh-CN" sz="2400" dirty="0"/>
              <a:t>B</a:t>
            </a:r>
            <a:r>
              <a:rPr lang="zh-CN" altLang="en-US" sz="2400" dirty="0"/>
              <a:t>、</a:t>
            </a:r>
            <a:r>
              <a:rPr lang="en-US" altLang="zh-CN" sz="2400" dirty="0"/>
              <a:t>C  …</a:t>
            </a:r>
            <a:endParaRPr lang="en-US" altLang="zh-CN" sz="2400" dirty="0"/>
          </a:p>
          <a:p>
            <a:pPr marL="990600" lvl="1" indent="-533400" eaLnBrk="1" hangingPunct="1"/>
            <a:r>
              <a:rPr lang="en-US" altLang="zh-CN" sz="2400" dirty="0"/>
              <a:t>S</a:t>
            </a:r>
            <a:r>
              <a:rPr lang="zh-CN" altLang="en-US" sz="2400" dirty="0"/>
              <a:t>，通常作为开始符号</a:t>
            </a:r>
            <a:endParaRPr lang="zh-CN" altLang="en-US" sz="2400" dirty="0"/>
          </a:p>
          <a:p>
            <a:pPr marL="990600" lvl="1" indent="-533400" eaLnBrk="1" hangingPunct="1"/>
            <a:r>
              <a:rPr lang="zh-CN" altLang="en-US" sz="2400" dirty="0"/>
              <a:t>斜体小写字符串，</a:t>
            </a:r>
            <a:r>
              <a:rPr lang="en-US" altLang="zh-CN" sz="2400" i="1" dirty="0"/>
              <a:t>expr</a:t>
            </a:r>
            <a:r>
              <a:rPr lang="zh-CN" altLang="en-US" sz="2400" dirty="0"/>
              <a:t>、</a:t>
            </a:r>
            <a:r>
              <a:rPr lang="en-US" altLang="zh-CN" sz="2400" i="1" dirty="0"/>
              <a:t>term</a:t>
            </a:r>
            <a:r>
              <a:rPr lang="zh-CN" altLang="en-US" sz="2400" dirty="0"/>
              <a:t>、</a:t>
            </a:r>
            <a:r>
              <a:rPr lang="en-US" altLang="zh-CN" sz="2400" dirty="0"/>
              <a:t>…</a:t>
            </a:r>
            <a:endParaRPr lang="en-US" altLang="zh-CN" sz="2400" dirty="0"/>
          </a:p>
          <a:p>
            <a:pPr marL="609600" indent="-609600" eaLnBrk="1" hangingPunct="1">
              <a:buFont typeface="Wingdings" panose="05000000000000000000" pitchFamily="2" charset="2"/>
              <a:buAutoNum type="arabicPeriod" startAt="3"/>
            </a:pPr>
            <a:r>
              <a:rPr lang="zh-CN" altLang="en-US" sz="2800" dirty="0"/>
              <a:t>字母表靠后的大写字母</a:t>
            </a:r>
            <a:endParaRPr lang="zh-CN" altLang="en-US" sz="2800" dirty="0"/>
          </a:p>
          <a:p>
            <a:pPr marL="990600" lvl="1" indent="-533400" eaLnBrk="1" hangingPunct="1"/>
            <a:r>
              <a:rPr lang="en-US" altLang="zh-CN" sz="2400" dirty="0"/>
              <a:t>X</a:t>
            </a:r>
            <a:r>
              <a:rPr lang="zh-CN" altLang="en-US" sz="2400" dirty="0"/>
              <a:t>、</a:t>
            </a:r>
            <a:r>
              <a:rPr lang="en-US" altLang="zh-CN" sz="2400" dirty="0"/>
              <a:t>Y</a:t>
            </a:r>
            <a:r>
              <a:rPr lang="zh-CN" altLang="en-US" sz="2400" dirty="0"/>
              <a:t>、</a:t>
            </a:r>
            <a:r>
              <a:rPr lang="en-US" altLang="zh-CN" sz="2400" dirty="0"/>
              <a:t>Z</a:t>
            </a:r>
            <a:r>
              <a:rPr lang="zh-CN" altLang="en-US" sz="2400" dirty="0"/>
              <a:t>，语法符号</a:t>
            </a:r>
            <a:r>
              <a:rPr lang="en-US" altLang="zh-CN" sz="2400" dirty="0"/>
              <a:t>——T</a:t>
            </a:r>
            <a:r>
              <a:rPr lang="zh-CN" altLang="en-US" sz="2400" dirty="0"/>
              <a:t>或</a:t>
            </a:r>
            <a:r>
              <a:rPr lang="en-US" altLang="zh-CN" sz="2400" dirty="0"/>
              <a:t>NT</a:t>
            </a:r>
            <a:r>
              <a:rPr lang="zh-CN" altLang="en-US" sz="2400" dirty="0"/>
              <a:t>（变量）</a:t>
            </a:r>
            <a:endParaRPr lang="en-US" altLang="zh-CN" sz="2400" dirty="0"/>
          </a:p>
          <a:p>
            <a:pPr marL="609600" indent="-609600" eaLnBrk="1" hangingPunct="1">
              <a:buFont typeface="Wingdings" panose="05000000000000000000" pitchFamily="2" charset="2"/>
              <a:buAutoNum type="arabicPeriod" startAt="3"/>
            </a:pPr>
            <a:r>
              <a:rPr lang="zh-CN" altLang="en-US" sz="2800" dirty="0"/>
              <a:t>字母表靠后的小写字母</a:t>
            </a:r>
            <a:endParaRPr lang="zh-CN" altLang="en-US" sz="2800" dirty="0"/>
          </a:p>
          <a:p>
            <a:pPr marL="990600" lvl="1" indent="-533400" eaLnBrk="1" hangingPunct="1"/>
            <a:r>
              <a:rPr lang="en-US" altLang="zh-CN" sz="2400" dirty="0"/>
              <a:t>u</a:t>
            </a:r>
            <a:r>
              <a:rPr lang="zh-CN" altLang="en-US" sz="2400" dirty="0"/>
              <a:t>、</a:t>
            </a:r>
            <a:r>
              <a:rPr lang="en-US" altLang="zh-CN" sz="2400" dirty="0"/>
              <a:t>v  …</a:t>
            </a:r>
            <a:r>
              <a:rPr lang="zh-CN" altLang="en-US" sz="2400" dirty="0"/>
              <a:t>，终结符号串，</a:t>
            </a:r>
            <a:r>
              <a:rPr lang="en-US" altLang="zh-CN" sz="2400" dirty="0"/>
              <a:t>T</a:t>
            </a:r>
            <a:r>
              <a:rPr lang="en-US" altLang="zh-CN" sz="2400" baseline="30000" dirty="0"/>
              <a:t>*</a:t>
            </a:r>
            <a:r>
              <a:rPr lang="zh-CN" altLang="en-US" sz="2400" dirty="0"/>
              <a:t>（变量）</a:t>
            </a:r>
            <a:endParaRPr lang="en-US" altLang="zh-CN" sz="24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符号约定（续）</a:t>
            </a:r>
            <a:endParaRPr lang="zh-CN" altLang="en-US"/>
          </a:p>
        </p:txBody>
      </p:sp>
      <p:sp>
        <p:nvSpPr>
          <p:cNvPr id="2253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182688" y="1371600"/>
            <a:ext cx="7772400" cy="3352800"/>
          </a:xfrm>
        </p:spPr>
        <p:txBody>
          <a:bodyPr/>
          <a:lstStyle/>
          <a:p>
            <a:pPr marL="609600" indent="-609600" eaLnBrk="1" hangingPunct="1">
              <a:buFont typeface="Wingdings" panose="05000000000000000000" pitchFamily="2" charset="2"/>
              <a:buAutoNum type="arabicPeriod" startAt="5"/>
            </a:pPr>
            <a:r>
              <a:rPr lang="zh-CN" altLang="en-US" dirty="0"/>
              <a:t>小写希腊字母</a:t>
            </a:r>
            <a:endParaRPr lang="zh-CN" altLang="en-US" dirty="0"/>
          </a:p>
          <a:p>
            <a:pPr marL="990600" lvl="1" indent="-533400" eaLnBrk="1" hangingPunct="1"/>
            <a:r>
              <a:rPr lang="en-US" altLang="zh-CN" dirty="0">
                <a:latin typeface="Symbol" panose="05050102010706020507" pitchFamily="18" charset="2"/>
              </a:rPr>
              <a:t>a</a:t>
            </a:r>
            <a:r>
              <a:rPr lang="zh-CN" altLang="en-US" dirty="0"/>
              <a:t>、</a:t>
            </a:r>
            <a:r>
              <a:rPr lang="en-US" altLang="zh-CN" dirty="0">
                <a:latin typeface="Symbol" panose="05050102010706020507" pitchFamily="18" charset="2"/>
              </a:rPr>
              <a:t>b</a:t>
            </a:r>
            <a:r>
              <a:rPr lang="zh-CN" altLang="en-US" dirty="0"/>
              <a:t>、</a:t>
            </a:r>
            <a:r>
              <a:rPr lang="en-US" altLang="zh-CN" dirty="0">
                <a:latin typeface="Symbol" panose="05050102010706020507" pitchFamily="18" charset="2"/>
              </a:rPr>
              <a:t>g</a:t>
            </a:r>
            <a:r>
              <a:rPr lang="en-US" altLang="zh-CN" dirty="0"/>
              <a:t>…</a:t>
            </a:r>
            <a:r>
              <a:rPr lang="zh-CN" altLang="en-US" dirty="0"/>
              <a:t>，语法符号串，</a:t>
            </a:r>
            <a:r>
              <a:rPr kumimoji="0" lang="en-US" altLang="zh-CN" dirty="0">
                <a:sym typeface="Symbol" panose="05050102010706020507" pitchFamily="18" charset="2"/>
              </a:rPr>
              <a:t>(T  NT)*</a:t>
            </a:r>
            <a:r>
              <a:rPr lang="zh-CN" altLang="en-US" sz="2800" dirty="0"/>
              <a:t>（变量）</a:t>
            </a:r>
            <a:endParaRPr kumimoji="0" lang="en-US" altLang="zh-CN" dirty="0">
              <a:sym typeface="Symbol" panose="05050102010706020507" pitchFamily="18" charset="2"/>
            </a:endParaRPr>
          </a:p>
          <a:p>
            <a:pPr marL="609600" indent="-609600" eaLnBrk="1" hangingPunct="1">
              <a:buFont typeface="Wingdings" panose="05000000000000000000" pitchFamily="2" charset="2"/>
              <a:buAutoNum type="arabicPeriod" startAt="5"/>
            </a:pPr>
            <a:r>
              <a:rPr lang="zh-CN" altLang="en-US" dirty="0"/>
              <a:t>左部相同的产生式可合并，</a:t>
            </a:r>
            <a:r>
              <a:rPr lang="en-US" altLang="zh-CN" sz="3200" dirty="0"/>
              <a:t>‘</a:t>
            </a:r>
            <a:r>
              <a:rPr lang="en-US" altLang="zh-CN" dirty="0"/>
              <a:t>|’——“</a:t>
            </a:r>
            <a:r>
              <a:rPr lang="zh-CN" altLang="en-US" dirty="0"/>
              <a:t>或</a:t>
            </a:r>
            <a:r>
              <a:rPr lang="en-US" altLang="zh-CN" dirty="0"/>
              <a:t>”</a:t>
            </a:r>
            <a:endParaRPr lang="zh-CN" altLang="en-US" dirty="0"/>
          </a:p>
          <a:p>
            <a:pPr marL="990600" lvl="1" indent="-533400" eaLnBrk="1" hangingPunct="1"/>
            <a:r>
              <a:rPr kumimoji="0" lang="en-US" altLang="zh-CN" dirty="0">
                <a:sym typeface="Symbol" panose="05050102010706020507" pitchFamily="18" charset="2"/>
              </a:rPr>
              <a:t>A </a:t>
            </a:r>
            <a:r>
              <a:rPr kumimoji="0" lang="en-US" altLang="zh-CN" baseline="-25000" dirty="0">
                <a:sym typeface="Symbol" panose="05050102010706020507" pitchFamily="18" charset="2"/>
              </a:rPr>
              <a:t>1</a:t>
            </a:r>
            <a:r>
              <a:rPr kumimoji="0" lang="en-US" altLang="zh-CN" dirty="0">
                <a:sym typeface="Symbol" panose="05050102010706020507" pitchFamily="18" charset="2"/>
              </a:rPr>
              <a:t>; A </a:t>
            </a:r>
            <a:r>
              <a:rPr kumimoji="0" lang="en-US" altLang="zh-CN" baseline="-25000" dirty="0">
                <a:sym typeface="Symbol" panose="05050102010706020507" pitchFamily="18" charset="2"/>
              </a:rPr>
              <a:t>2</a:t>
            </a:r>
            <a:r>
              <a:rPr kumimoji="0" lang="en-US" altLang="zh-CN" dirty="0">
                <a:sym typeface="Symbol" panose="05050102010706020507" pitchFamily="18" charset="2"/>
              </a:rPr>
              <a:t>; …; A </a:t>
            </a:r>
            <a:r>
              <a:rPr kumimoji="0" lang="en-US" altLang="zh-CN" baseline="-25000" dirty="0">
                <a:sym typeface="Symbol" panose="05050102010706020507" pitchFamily="18" charset="2"/>
              </a:rPr>
              <a:t>k</a:t>
            </a:r>
            <a:r>
              <a:rPr kumimoji="0" lang="en-US" altLang="zh-CN" dirty="0">
                <a:sym typeface="Symbol" panose="05050102010706020507" pitchFamily="18" charset="2"/>
              </a:rPr>
              <a:t>;</a:t>
            </a:r>
            <a:br>
              <a:rPr kumimoji="0" lang="en-US" altLang="zh-CN" dirty="0">
                <a:sym typeface="Symbol" panose="05050102010706020507" pitchFamily="18" charset="2"/>
              </a:rPr>
            </a:br>
            <a:r>
              <a:rPr kumimoji="0" lang="en-US" altLang="zh-CN" dirty="0">
                <a:sym typeface="Symbol" panose="05050102010706020507" pitchFamily="18" charset="2"/>
              </a:rPr>
              <a:t> A  </a:t>
            </a:r>
            <a:r>
              <a:rPr kumimoji="0" lang="en-US" altLang="zh-CN" baseline="-25000" dirty="0">
                <a:sym typeface="Symbol" panose="05050102010706020507" pitchFamily="18" charset="2"/>
              </a:rPr>
              <a:t>1</a:t>
            </a:r>
            <a:r>
              <a:rPr kumimoji="0" lang="en-US" altLang="zh-CN" dirty="0">
                <a:sym typeface="Symbol" panose="05050102010706020507" pitchFamily="18" charset="2"/>
              </a:rPr>
              <a:t> | </a:t>
            </a:r>
            <a:r>
              <a:rPr kumimoji="0" lang="en-US" altLang="zh-CN" baseline="-25000" dirty="0">
                <a:sym typeface="Symbol" panose="05050102010706020507" pitchFamily="18" charset="2"/>
              </a:rPr>
              <a:t>2 </a:t>
            </a:r>
            <a:r>
              <a:rPr kumimoji="0" lang="en-US" altLang="zh-CN" dirty="0">
                <a:sym typeface="Symbol" panose="05050102010706020507" pitchFamily="18" charset="2"/>
              </a:rPr>
              <a:t> | … | </a:t>
            </a:r>
            <a:r>
              <a:rPr kumimoji="0" lang="en-US" altLang="zh-CN" baseline="-25000" dirty="0">
                <a:sym typeface="Symbol" panose="05050102010706020507" pitchFamily="18" charset="2"/>
              </a:rPr>
              <a:t>k</a:t>
            </a:r>
            <a:r>
              <a:rPr kumimoji="0" lang="zh-CN" altLang="en-US" dirty="0">
                <a:sym typeface="Symbol" panose="05050102010706020507" pitchFamily="18" charset="2"/>
              </a:rPr>
              <a:t>，候选式</a:t>
            </a:r>
            <a:endParaRPr kumimoji="0" lang="zh-CN" altLang="en-US" dirty="0">
              <a:sym typeface="Symbol" panose="05050102010706020507" pitchFamily="18" charset="2"/>
            </a:endParaRPr>
          </a:p>
          <a:p>
            <a:pPr marL="609600" indent="-609600" eaLnBrk="1" hangingPunct="1">
              <a:buFont typeface="Wingdings" panose="05000000000000000000" pitchFamily="2" charset="2"/>
              <a:buAutoNum type="arabicPeriod" startAt="5"/>
            </a:pPr>
            <a:r>
              <a:rPr kumimoji="0" lang="zh-CN" altLang="en-US" dirty="0">
                <a:sym typeface="Symbol" panose="05050102010706020507" pitchFamily="18" charset="2"/>
              </a:rPr>
              <a:t>第一个产生式的左部为开始符号</a:t>
            </a:r>
            <a:endParaRPr kumimoji="0" lang="zh-CN" altLang="en-US" dirty="0">
              <a:sym typeface="Symbol" panose="05050102010706020507" pitchFamily="18" charset="2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例</a:t>
            </a:r>
            <a:r>
              <a:rPr lang="en-US" altLang="zh-CN"/>
              <a:t>4.3  </a:t>
            </a:r>
            <a:r>
              <a:rPr lang="zh-CN" altLang="en-US"/>
              <a:t>利用符号约定简化文法</a:t>
            </a:r>
            <a:endParaRPr lang="zh-CN" altLang="en-US"/>
          </a:p>
        </p:txBody>
      </p:sp>
      <p:sp>
        <p:nvSpPr>
          <p:cNvPr id="23555" name="Rectangle 5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例</a:t>
            </a:r>
            <a:r>
              <a:rPr lang="en-US" altLang="zh-CN"/>
              <a:t>4.2</a:t>
            </a:r>
            <a:r>
              <a:rPr lang="zh-CN" altLang="en-US"/>
              <a:t>中表达式文法简化后结果</a:t>
            </a:r>
            <a:endParaRPr lang="zh-CN" altLang="en-US"/>
          </a:p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zh-CN" altLang="en-US" sz="2800"/>
              <a:t>	</a:t>
            </a:r>
            <a:r>
              <a:rPr kumimoji="0" lang="en-US" altLang="zh-CN" sz="2800"/>
              <a:t>E </a:t>
            </a:r>
            <a:r>
              <a:rPr kumimoji="0" lang="en-US" altLang="zh-CN" sz="2800">
                <a:sym typeface="Symbol" panose="05050102010706020507" pitchFamily="18" charset="2"/>
              </a:rPr>
              <a:t> E A E | ( E ) | -E | </a:t>
            </a:r>
            <a:r>
              <a:rPr kumimoji="0" lang="en-US" altLang="zh-CN" sz="2800" b="1">
                <a:sym typeface="Symbol" panose="05050102010706020507" pitchFamily="18" charset="2"/>
              </a:rPr>
              <a:t>id</a:t>
            </a:r>
            <a:endParaRPr kumimoji="0" lang="en-US" altLang="zh-CN" sz="2800" b="1">
              <a:sym typeface="Symbol" panose="05050102010706020507" pitchFamily="18" charset="2"/>
            </a:endParaRPr>
          </a:p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800">
                <a:sym typeface="Symbol" panose="05050102010706020507" pitchFamily="18" charset="2"/>
              </a:rPr>
              <a:t>	A  + | - | * |  /  | </a:t>
            </a:r>
            <a:endParaRPr kumimoji="0" lang="en-US" altLang="zh-CN" sz="2800">
              <a:sym typeface="Symbol" panose="05050102010706020507" pitchFamily="18" charset="2"/>
            </a:endParaRPr>
          </a:p>
          <a:p>
            <a:pPr eaLnBrk="1" hangingPunct="1"/>
            <a:endParaRPr lang="en-US" altLang="zh-CN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4.2.2  </a:t>
            </a:r>
            <a:r>
              <a:rPr lang="zh-CN" altLang="en-US"/>
              <a:t>推导（</a:t>
            </a:r>
            <a:r>
              <a:rPr lang="en-US" altLang="zh-CN">
                <a:solidFill>
                  <a:srgbClr val="FF3300"/>
                </a:solidFill>
              </a:rPr>
              <a:t>derivation</a:t>
            </a:r>
            <a:r>
              <a:rPr lang="zh-CN" altLang="en-US"/>
              <a:t>）</a:t>
            </a:r>
            <a:endParaRPr lang="zh-CN" altLang="en-US"/>
          </a:p>
        </p:txBody>
      </p:sp>
      <p:sp>
        <p:nvSpPr>
          <p:cNvPr id="2457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182688" y="1371600"/>
            <a:ext cx="7772400" cy="5105400"/>
          </a:xfrm>
        </p:spPr>
        <p:txBody>
          <a:bodyPr/>
          <a:lstStyle/>
          <a:p>
            <a:pPr eaLnBrk="1" hangingPunct="1"/>
            <a:r>
              <a:rPr lang="zh-CN" altLang="en-US" dirty="0"/>
              <a:t>描述文法</a:t>
            </a:r>
            <a:r>
              <a:rPr lang="zh-CN" altLang="en-US" dirty="0">
                <a:solidFill>
                  <a:schemeClr val="folHlink"/>
                </a:solidFill>
                <a:ea typeface="黑体" panose="02010609060101010101" pitchFamily="49" charset="-122"/>
              </a:rPr>
              <a:t>定义</a:t>
            </a:r>
            <a:r>
              <a:rPr lang="zh-CN" altLang="en-US" dirty="0"/>
              <a:t>语言的过程</a:t>
            </a:r>
            <a:endParaRPr lang="zh-CN" altLang="en-US" dirty="0"/>
          </a:p>
          <a:p>
            <a:pPr eaLnBrk="1" hangingPunct="1"/>
            <a:r>
              <a:rPr lang="zh-CN" altLang="en-US" dirty="0">
                <a:solidFill>
                  <a:schemeClr val="folHlink"/>
                </a:solidFill>
                <a:ea typeface="黑体" panose="02010609060101010101" pitchFamily="49" charset="-122"/>
              </a:rPr>
              <a:t>自顶向下</a:t>
            </a:r>
            <a:r>
              <a:rPr lang="zh-CN" altLang="en-US" dirty="0"/>
              <a:t>构造</a:t>
            </a:r>
            <a:r>
              <a:rPr lang="zh-CN" altLang="en-US" dirty="0">
                <a:solidFill>
                  <a:schemeClr val="folHlink"/>
                </a:solidFill>
                <a:ea typeface="黑体" panose="02010609060101010101" pitchFamily="49" charset="-122"/>
              </a:rPr>
              <a:t>语法分析树</a:t>
            </a:r>
            <a:r>
              <a:rPr lang="zh-CN" altLang="en-US" dirty="0"/>
              <a:t>的精确描述</a:t>
            </a:r>
            <a:endParaRPr lang="zh-CN" altLang="en-US" dirty="0"/>
          </a:p>
          <a:p>
            <a:pPr eaLnBrk="1" hangingPunct="1"/>
            <a:r>
              <a:rPr lang="zh-CN" altLang="en-US" dirty="0"/>
              <a:t>将产生式</a:t>
            </a:r>
            <a:r>
              <a:rPr lang="zh-CN" altLang="en-US" dirty="0">
                <a:sym typeface="Wingdings" panose="05000000000000000000" pitchFamily="2" charset="2"/>
              </a:rPr>
              <a:t>用作</a:t>
            </a:r>
            <a:r>
              <a:rPr lang="zh-CN" altLang="en-US" dirty="0"/>
              <a:t>重写规则</a:t>
            </a:r>
            <a:endParaRPr lang="zh-CN" altLang="en-US" dirty="0"/>
          </a:p>
          <a:p>
            <a:pPr lvl="1" eaLnBrk="1" hangingPunct="1"/>
            <a:r>
              <a:rPr lang="zh-CN" altLang="en-US" dirty="0"/>
              <a:t>由开始符号起始</a:t>
            </a:r>
            <a:endParaRPr lang="zh-CN" altLang="en-US" dirty="0"/>
          </a:p>
          <a:p>
            <a:pPr lvl="1" eaLnBrk="1" hangingPunct="1"/>
            <a:r>
              <a:rPr lang="zh-CN" altLang="en-US" dirty="0"/>
              <a:t>每个步骤将符号串转换为另一个符号串</a:t>
            </a:r>
            <a:endParaRPr lang="zh-CN" altLang="en-US" dirty="0"/>
          </a:p>
          <a:p>
            <a:pPr lvl="1" eaLnBrk="1" hangingPunct="1"/>
            <a:r>
              <a:rPr lang="zh-CN" altLang="en-US" dirty="0"/>
              <a:t>转换规则：利用某个产生式，将符号串中出现的其</a:t>
            </a:r>
            <a:r>
              <a:rPr lang="zh-CN" altLang="en-US" dirty="0">
                <a:solidFill>
                  <a:schemeClr val="hlink"/>
                </a:solidFill>
                <a:ea typeface="黑体" panose="02010609060101010101" pitchFamily="49" charset="-122"/>
              </a:rPr>
              <a:t>左部</a:t>
            </a:r>
            <a:r>
              <a:rPr lang="en-US" altLang="zh-CN" dirty="0"/>
              <a:t>NT</a:t>
            </a:r>
            <a:r>
              <a:rPr lang="zh-CN" altLang="en-US" dirty="0">
                <a:sym typeface="Wingdings" panose="05000000000000000000" pitchFamily="2" charset="2"/>
              </a:rPr>
              <a:t>替换为其</a:t>
            </a:r>
            <a:r>
              <a:rPr lang="zh-CN" altLang="en-US" dirty="0">
                <a:solidFill>
                  <a:schemeClr val="hlink"/>
                </a:solidFill>
                <a:ea typeface="黑体" panose="02010609060101010101" pitchFamily="49" charset="-122"/>
                <a:sym typeface="Wingdings" panose="05000000000000000000" pitchFamily="2" charset="2"/>
              </a:rPr>
              <a:t>右部</a:t>
            </a:r>
            <a:r>
              <a:rPr lang="zh-CN" altLang="en-US" dirty="0">
                <a:sym typeface="Wingdings" panose="05000000000000000000" pitchFamily="2" charset="2"/>
              </a:rPr>
              <a:t>符号串</a:t>
            </a:r>
            <a:endParaRPr lang="zh-CN" altLang="en-US" dirty="0">
              <a:sym typeface="Wingdings" panose="05000000000000000000" pitchFamily="2" charset="2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推导（续）</a:t>
            </a:r>
            <a:endParaRPr lang="zh-CN" altLang="en-US"/>
          </a:p>
        </p:txBody>
      </p:sp>
      <p:sp>
        <p:nvSpPr>
          <p:cNvPr id="2560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182688" y="1371600"/>
            <a:ext cx="7772400" cy="5029200"/>
          </a:xfrm>
        </p:spPr>
        <p:txBody>
          <a:bodyPr/>
          <a:lstStyle/>
          <a:p>
            <a:pPr eaLnBrk="1" hangingPunct="1"/>
            <a:r>
              <a:rPr kumimoji="0" lang="en-US" altLang="zh-CN" dirty="0"/>
              <a:t>E </a:t>
            </a:r>
            <a:r>
              <a:rPr kumimoji="0" lang="en-US" altLang="zh-CN" dirty="0">
                <a:sym typeface="Symbol" panose="05050102010706020507" pitchFamily="18" charset="2"/>
              </a:rPr>
              <a:t> E + E | E * E | ( E ) | -E |</a:t>
            </a:r>
            <a:r>
              <a:rPr kumimoji="0" lang="en-US" altLang="zh-CN" b="1" dirty="0">
                <a:sym typeface="Symbol" panose="05050102010706020507" pitchFamily="18" charset="2"/>
              </a:rPr>
              <a:t> id</a:t>
            </a:r>
            <a:endParaRPr lang="en-US" altLang="zh-CN" dirty="0"/>
          </a:p>
          <a:p>
            <a:pPr eaLnBrk="1" hangingPunct="1"/>
            <a:r>
              <a:rPr lang="en-US" altLang="zh-CN" dirty="0"/>
              <a:t>E </a:t>
            </a:r>
            <a:r>
              <a:rPr kumimoji="0" lang="en-US" altLang="zh-CN" dirty="0">
                <a:sym typeface="Symbol" panose="05050102010706020507" pitchFamily="18" charset="2"/>
              </a:rPr>
              <a:t> -E</a:t>
            </a:r>
            <a:r>
              <a:rPr kumimoji="0" lang="zh-CN" altLang="en-US" dirty="0">
                <a:sym typeface="Symbol" panose="05050102010706020507" pitchFamily="18" charset="2"/>
              </a:rPr>
              <a:t>，</a:t>
            </a:r>
            <a:r>
              <a:rPr kumimoji="0" lang="en-US" altLang="zh-CN" dirty="0">
                <a:sym typeface="Symbol" panose="05050102010706020507" pitchFamily="18" charset="2"/>
              </a:rPr>
              <a:t>E</a:t>
            </a:r>
            <a:r>
              <a:rPr kumimoji="0" lang="zh-CN" altLang="en-US" dirty="0">
                <a:sym typeface="Symbol" panose="05050102010706020507" pitchFamily="18" charset="2"/>
              </a:rPr>
              <a:t>可替换为</a:t>
            </a:r>
            <a:r>
              <a:rPr kumimoji="0" lang="en-US" altLang="zh-CN" dirty="0">
                <a:sym typeface="Symbol" panose="05050102010706020507" pitchFamily="18" charset="2"/>
              </a:rPr>
              <a:t>-E</a:t>
            </a:r>
            <a:br>
              <a:rPr kumimoji="0" lang="en-US" altLang="zh-CN" dirty="0">
                <a:sym typeface="Symbol" panose="05050102010706020507" pitchFamily="18" charset="2"/>
              </a:rPr>
            </a:br>
            <a:r>
              <a:rPr kumimoji="0" lang="en-US" altLang="zh-CN" dirty="0">
                <a:sym typeface="Symbol" panose="05050102010706020507" pitchFamily="18" charset="2"/>
              </a:rPr>
              <a:t>E  -E</a:t>
            </a:r>
            <a:r>
              <a:rPr kumimoji="0" lang="zh-CN" altLang="en-US" dirty="0">
                <a:sym typeface="Symbol" panose="05050102010706020507" pitchFamily="18" charset="2"/>
              </a:rPr>
              <a:t>，</a:t>
            </a:r>
            <a:r>
              <a:rPr lang="zh-CN" altLang="en-US" dirty="0"/>
              <a:t>“</a:t>
            </a:r>
            <a:r>
              <a:rPr kumimoji="0" lang="en-US" altLang="zh-CN" dirty="0">
                <a:sym typeface="Symbol" panose="05050102010706020507" pitchFamily="18" charset="2"/>
              </a:rPr>
              <a:t>E</a:t>
            </a:r>
            <a:r>
              <a:rPr kumimoji="0" lang="zh-CN" altLang="en-US" b="1" dirty="0">
                <a:solidFill>
                  <a:schemeClr val="folHlink"/>
                </a:solidFill>
                <a:ea typeface="黑体" panose="02010609060101010101" pitchFamily="49" charset="-122"/>
                <a:sym typeface="Symbol" panose="05050102010706020507" pitchFamily="18" charset="2"/>
              </a:rPr>
              <a:t>直接推出</a:t>
            </a:r>
            <a:r>
              <a:rPr kumimoji="0" lang="en-US" altLang="zh-CN" dirty="0">
                <a:sym typeface="Symbol" panose="05050102010706020507" pitchFamily="18" charset="2"/>
              </a:rPr>
              <a:t>-E</a:t>
            </a:r>
            <a:r>
              <a:rPr kumimoji="0" lang="zh-CN" altLang="en-US" dirty="0">
                <a:sym typeface="Symbol" panose="05050102010706020507" pitchFamily="18" charset="2"/>
              </a:rPr>
              <a:t>”</a:t>
            </a:r>
            <a:br>
              <a:rPr kumimoji="0" lang="en-US" altLang="zh-CN" dirty="0">
                <a:sym typeface="Symbol" panose="05050102010706020507" pitchFamily="18" charset="2"/>
              </a:rPr>
            </a:br>
            <a:r>
              <a:rPr kumimoji="0" lang="en-US" altLang="zh-CN" dirty="0">
                <a:sym typeface="Symbol" panose="05050102010706020507" pitchFamily="18" charset="2"/>
              </a:rPr>
              <a:t>E*E  (E)*E</a:t>
            </a:r>
            <a:endParaRPr kumimoji="0" lang="en-US" altLang="zh-CN" dirty="0">
              <a:sym typeface="Symbol" panose="05050102010706020507" pitchFamily="18" charset="2"/>
            </a:endParaRPr>
          </a:p>
          <a:p>
            <a:pPr eaLnBrk="1" hangingPunct="1"/>
            <a:r>
              <a:rPr kumimoji="0" lang="en-US" altLang="zh-CN" dirty="0">
                <a:sym typeface="Symbol" panose="05050102010706020507" pitchFamily="18" charset="2"/>
              </a:rPr>
              <a:t>E  -E  -(E)  -(</a:t>
            </a:r>
            <a:r>
              <a:rPr kumimoji="0" lang="en-US" altLang="zh-CN" b="1" dirty="0">
                <a:sym typeface="Symbol" panose="05050102010706020507" pitchFamily="18" charset="2"/>
              </a:rPr>
              <a:t>id</a:t>
            </a:r>
            <a:r>
              <a:rPr kumimoji="0" lang="en-US" altLang="zh-CN" dirty="0">
                <a:sym typeface="Symbol" panose="05050102010706020507" pitchFamily="18" charset="2"/>
              </a:rPr>
              <a:t>)</a:t>
            </a:r>
            <a:br>
              <a:rPr kumimoji="0" lang="en-US" altLang="zh-CN" dirty="0">
                <a:sym typeface="Symbol" panose="05050102010706020507" pitchFamily="18" charset="2"/>
              </a:rPr>
            </a:br>
            <a:r>
              <a:rPr kumimoji="0" lang="zh-CN" altLang="en-US" dirty="0">
                <a:sym typeface="Symbol" panose="05050102010706020507" pitchFamily="18" charset="2"/>
              </a:rPr>
              <a:t>替换序列，</a:t>
            </a:r>
            <a:r>
              <a:rPr kumimoji="0" lang="en-US" altLang="zh-CN" dirty="0">
                <a:sym typeface="Symbol" panose="05050102010706020507" pitchFamily="18" charset="2"/>
              </a:rPr>
              <a:t>E</a:t>
            </a:r>
            <a:r>
              <a:rPr kumimoji="0" lang="en-US" altLang="zh-CN" dirty="0">
                <a:sym typeface="Wingdings" panose="05000000000000000000" pitchFamily="2" charset="2"/>
              </a:rPr>
              <a:t></a:t>
            </a:r>
            <a:r>
              <a:rPr kumimoji="0" lang="en-US" altLang="zh-CN" dirty="0">
                <a:sym typeface="Symbol" panose="05050102010706020507" pitchFamily="18" charset="2"/>
              </a:rPr>
              <a:t>-(</a:t>
            </a:r>
            <a:r>
              <a:rPr kumimoji="0" lang="en-US" altLang="zh-CN" b="1" dirty="0">
                <a:sym typeface="Symbol" panose="05050102010706020507" pitchFamily="18" charset="2"/>
              </a:rPr>
              <a:t>id</a:t>
            </a:r>
            <a:r>
              <a:rPr kumimoji="0" lang="en-US" altLang="zh-CN" dirty="0">
                <a:sym typeface="Symbol" panose="05050102010706020507" pitchFamily="18" charset="2"/>
              </a:rPr>
              <a:t>)</a:t>
            </a:r>
            <a:r>
              <a:rPr kumimoji="0" lang="zh-CN" altLang="en-US" dirty="0">
                <a:sym typeface="Symbol" panose="05050102010706020507" pitchFamily="18" charset="2"/>
              </a:rPr>
              <a:t>的一个</a:t>
            </a:r>
            <a:r>
              <a:rPr kumimoji="0" lang="zh-CN" altLang="en-US" b="1" dirty="0">
                <a:solidFill>
                  <a:schemeClr val="folHlink"/>
                </a:solidFill>
                <a:ea typeface="黑体" panose="02010609060101010101" pitchFamily="49" charset="-122"/>
                <a:sym typeface="Symbol" panose="05050102010706020507" pitchFamily="18" charset="2"/>
              </a:rPr>
              <a:t>推导</a:t>
            </a:r>
            <a:endParaRPr kumimoji="0" lang="zh-CN" altLang="en-US" dirty="0">
              <a:sym typeface="Symbol" panose="05050102010706020507" pitchFamily="18" charset="2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定义</a:t>
            </a:r>
            <a:endParaRPr lang="zh-CN" altLang="en-US"/>
          </a:p>
        </p:txBody>
      </p:sp>
      <p:sp>
        <p:nvSpPr>
          <p:cNvPr id="2662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182688" y="1371600"/>
            <a:ext cx="7772400" cy="5181600"/>
          </a:xfrm>
        </p:spPr>
        <p:txBody>
          <a:bodyPr/>
          <a:lstStyle/>
          <a:p>
            <a:pPr eaLnBrk="1" hangingPunct="1"/>
            <a:r>
              <a:rPr kumimoji="0" lang="zh-CN" altLang="en-US">
                <a:sym typeface="Symbol" panose="05050102010706020507" pitchFamily="18" charset="2"/>
              </a:rPr>
              <a:t>形式化定义</a:t>
            </a:r>
            <a:endParaRPr kumimoji="0" lang="zh-CN" altLang="en-US">
              <a:sym typeface="Symbol" panose="05050102010706020507" pitchFamily="18" charset="2"/>
            </a:endParaRPr>
          </a:p>
          <a:p>
            <a:pPr lvl="1" eaLnBrk="1" hangingPunct="1"/>
            <a:r>
              <a:rPr kumimoji="0" lang="zh-CN" altLang="en-US">
                <a:sym typeface="Symbol" panose="05050102010706020507" pitchFamily="18" charset="2"/>
              </a:rPr>
              <a:t></a:t>
            </a:r>
            <a:r>
              <a:rPr kumimoji="0" lang="en-US" altLang="zh-CN">
                <a:sym typeface="Symbol" panose="05050102010706020507" pitchFamily="18" charset="2"/>
              </a:rPr>
              <a:t>A  </a:t>
            </a:r>
            <a:r>
              <a:rPr kumimoji="0" lang="zh-CN" altLang="en-US">
                <a:sym typeface="Symbol" panose="05050102010706020507" pitchFamily="18" charset="2"/>
              </a:rPr>
              <a:t>仅当存在产生式</a:t>
            </a:r>
            <a:r>
              <a:rPr kumimoji="0" lang="en-US" altLang="zh-CN">
                <a:sym typeface="Symbol" panose="05050102010706020507" pitchFamily="18" charset="2"/>
              </a:rPr>
              <a:t>A  </a:t>
            </a:r>
            <a:endParaRPr kumimoji="0" lang="en-US" altLang="zh-CN">
              <a:sym typeface="Symbol" panose="05050102010706020507" pitchFamily="18" charset="2"/>
            </a:endParaRPr>
          </a:p>
          <a:p>
            <a:pPr lvl="1" eaLnBrk="1" hangingPunct="1"/>
            <a:r>
              <a:rPr kumimoji="0" lang="en-US" altLang="zh-CN">
                <a:sym typeface="Symbol" panose="05050102010706020507" pitchFamily="18" charset="2"/>
              </a:rPr>
              <a:t></a:t>
            </a:r>
            <a:r>
              <a:rPr kumimoji="0" lang="en-US" altLang="zh-CN" baseline="-25000">
                <a:sym typeface="Symbol" panose="05050102010706020507" pitchFamily="18" charset="2"/>
              </a:rPr>
              <a:t>1</a:t>
            </a:r>
            <a:r>
              <a:rPr kumimoji="0" lang="en-US" altLang="zh-CN">
                <a:sym typeface="Symbol" panose="05050102010706020507" pitchFamily="18" charset="2"/>
              </a:rPr>
              <a:t>  </a:t>
            </a:r>
            <a:r>
              <a:rPr kumimoji="0" lang="en-US" altLang="zh-CN" baseline="-25000">
                <a:sym typeface="Symbol" panose="05050102010706020507" pitchFamily="18" charset="2"/>
              </a:rPr>
              <a:t>2</a:t>
            </a:r>
            <a:r>
              <a:rPr kumimoji="0" lang="en-US" altLang="zh-CN">
                <a:sym typeface="Symbol" panose="05050102010706020507" pitchFamily="18" charset="2"/>
              </a:rPr>
              <a:t> …  </a:t>
            </a:r>
            <a:r>
              <a:rPr kumimoji="0" lang="en-US" altLang="zh-CN" baseline="-25000">
                <a:sym typeface="Symbol" panose="05050102010706020507" pitchFamily="18" charset="2"/>
              </a:rPr>
              <a:t>n</a:t>
            </a:r>
            <a:r>
              <a:rPr kumimoji="0" lang="en-US" altLang="zh-CN">
                <a:sym typeface="Symbol" panose="05050102010706020507" pitchFamily="18" charset="2"/>
              </a:rPr>
              <a:t> ——</a:t>
            </a:r>
            <a:r>
              <a:rPr kumimoji="0" lang="en-US" altLang="zh-CN" baseline="-25000">
                <a:sym typeface="Symbol" panose="05050102010706020507" pitchFamily="18" charset="2"/>
              </a:rPr>
              <a:t>1</a:t>
            </a:r>
            <a:r>
              <a:rPr kumimoji="0" lang="en-US" altLang="zh-CN">
                <a:sym typeface="Symbol" panose="05050102010706020507" pitchFamily="18" charset="2"/>
              </a:rPr>
              <a:t>  </a:t>
            </a:r>
            <a:r>
              <a:rPr kumimoji="0" lang="en-US" altLang="zh-CN" baseline="-25000">
                <a:sym typeface="Symbol" panose="05050102010706020507" pitchFamily="18" charset="2"/>
              </a:rPr>
              <a:t>n</a:t>
            </a:r>
            <a:endParaRPr kumimoji="0" lang="en-US" altLang="zh-CN" baseline="-25000">
              <a:sym typeface="Symbol" panose="05050102010706020507" pitchFamily="18" charset="2"/>
            </a:endParaRPr>
          </a:p>
          <a:p>
            <a:pPr lvl="1" eaLnBrk="1" hangingPunct="1"/>
            <a:r>
              <a:rPr kumimoji="0" lang="zh-CN" altLang="en-US">
                <a:sym typeface="Symbol" panose="05050102010706020507" pitchFamily="18" charset="2"/>
              </a:rPr>
              <a:t>若  且  ，则  </a:t>
            </a:r>
            <a:endParaRPr kumimoji="0" lang="zh-CN" altLang="en-US">
              <a:sym typeface="Symbol" panose="05050102010706020507" pitchFamily="18" charset="2"/>
            </a:endParaRPr>
          </a:p>
          <a:p>
            <a:pPr eaLnBrk="1" hangingPunct="1"/>
            <a:r>
              <a:rPr kumimoji="0" lang="zh-CN" altLang="en-US" sz="2800">
                <a:sym typeface="Symbol" panose="05050102010706020507" pitchFamily="18" charset="2"/>
              </a:rPr>
              <a:t>，“</a:t>
            </a:r>
            <a:r>
              <a:rPr kumimoji="0" lang="zh-CN" altLang="en-US" sz="2800">
                <a:solidFill>
                  <a:srgbClr val="FF3300"/>
                </a:solidFill>
                <a:sym typeface="Symbol" panose="05050102010706020507" pitchFamily="18" charset="2"/>
              </a:rPr>
              <a:t>一步推导</a:t>
            </a:r>
            <a:r>
              <a:rPr kumimoji="0" lang="zh-CN" altLang="en-US" sz="2800">
                <a:sym typeface="Symbol" panose="05050102010706020507" pitchFamily="18" charset="2"/>
              </a:rPr>
              <a:t>”，“</a:t>
            </a:r>
            <a:r>
              <a:rPr kumimoji="0" lang="zh-CN" altLang="en-US" sz="2800">
                <a:solidFill>
                  <a:srgbClr val="FF3300"/>
                </a:solidFill>
                <a:sym typeface="Symbol" panose="05050102010706020507" pitchFamily="18" charset="2"/>
              </a:rPr>
              <a:t>直接推出</a:t>
            </a:r>
            <a:r>
              <a:rPr kumimoji="0" lang="zh-CN" altLang="en-US" sz="2800">
                <a:sym typeface="Symbol" panose="05050102010706020507" pitchFamily="18" charset="2"/>
              </a:rPr>
              <a:t>”，推导步数</a:t>
            </a:r>
            <a:r>
              <a:rPr kumimoji="0" lang="en-US" altLang="zh-CN" sz="2800">
                <a:sym typeface="Symbol" panose="05050102010706020507" pitchFamily="18" charset="2"/>
              </a:rPr>
              <a:t>=1</a:t>
            </a:r>
            <a:br>
              <a:rPr kumimoji="0" lang="en-US" altLang="zh-CN" sz="2800">
                <a:sym typeface="Symbol" panose="05050102010706020507" pitchFamily="18" charset="2"/>
              </a:rPr>
            </a:br>
            <a:r>
              <a:rPr kumimoji="0" lang="en-US" altLang="zh-CN" sz="2800">
                <a:sym typeface="Symbol" panose="05050102010706020507" pitchFamily="18" charset="2"/>
              </a:rPr>
              <a:t></a:t>
            </a:r>
            <a:r>
              <a:rPr kumimoji="0" lang="zh-CN" altLang="en-US" sz="2800">
                <a:sym typeface="Symbol" panose="05050102010706020507" pitchFamily="18" charset="2"/>
              </a:rPr>
              <a:t>，“</a:t>
            </a:r>
            <a:r>
              <a:rPr kumimoji="0" lang="zh-CN" altLang="en-US" sz="2800">
                <a:solidFill>
                  <a:srgbClr val="FF3300"/>
                </a:solidFill>
                <a:sym typeface="Symbol" panose="05050102010706020507" pitchFamily="18" charset="2"/>
              </a:rPr>
              <a:t>一步或多步推导</a:t>
            </a:r>
            <a:r>
              <a:rPr kumimoji="0" lang="zh-CN" altLang="en-US" sz="2800">
                <a:sym typeface="Symbol" panose="05050102010706020507" pitchFamily="18" charset="2"/>
              </a:rPr>
              <a:t>”，推导步数≥</a:t>
            </a:r>
            <a:r>
              <a:rPr kumimoji="0" lang="en-US" altLang="zh-CN" sz="2800">
                <a:sym typeface="Symbol" panose="05050102010706020507" pitchFamily="18" charset="2"/>
              </a:rPr>
              <a:t>1</a:t>
            </a:r>
            <a:br>
              <a:rPr kumimoji="0" lang="en-US" altLang="zh-CN" sz="2800">
                <a:sym typeface="Symbol" panose="05050102010706020507" pitchFamily="18" charset="2"/>
              </a:rPr>
            </a:br>
            <a:r>
              <a:rPr kumimoji="0" lang="en-US" altLang="zh-CN" sz="2800">
                <a:sym typeface="Symbol" panose="05050102010706020507" pitchFamily="18" charset="2"/>
              </a:rPr>
              <a:t></a:t>
            </a:r>
            <a:r>
              <a:rPr kumimoji="0" lang="zh-CN" altLang="en-US" sz="2800">
                <a:sym typeface="Symbol" panose="05050102010706020507" pitchFamily="18" charset="2"/>
              </a:rPr>
              <a:t>，“</a:t>
            </a:r>
            <a:r>
              <a:rPr kumimoji="0" lang="en-US" altLang="zh-CN" sz="2800">
                <a:solidFill>
                  <a:srgbClr val="FF3300"/>
                </a:solidFill>
                <a:sym typeface="Symbol" panose="05050102010706020507" pitchFamily="18" charset="2"/>
              </a:rPr>
              <a:t>0</a:t>
            </a:r>
            <a:r>
              <a:rPr kumimoji="0" lang="zh-CN" altLang="en-US" sz="2800">
                <a:solidFill>
                  <a:srgbClr val="FF3300"/>
                </a:solidFill>
                <a:sym typeface="Symbol" panose="05050102010706020507" pitchFamily="18" charset="2"/>
              </a:rPr>
              <a:t>步或多步推导</a:t>
            </a:r>
            <a:r>
              <a:rPr kumimoji="0" lang="zh-CN" altLang="en-US" sz="2800">
                <a:sym typeface="Symbol" panose="05050102010706020507" pitchFamily="18" charset="2"/>
              </a:rPr>
              <a:t>”，推导步数≥</a:t>
            </a:r>
            <a:r>
              <a:rPr kumimoji="0" lang="en-US" altLang="zh-CN" sz="2800">
                <a:sym typeface="Symbol" panose="05050102010706020507" pitchFamily="18" charset="2"/>
              </a:rPr>
              <a:t>0</a:t>
            </a:r>
            <a:endParaRPr kumimoji="0" lang="en-US" altLang="zh-CN" sz="2800">
              <a:sym typeface="Symbol" panose="05050102010706020507" pitchFamily="18" charset="2"/>
            </a:endParaRPr>
          </a:p>
        </p:txBody>
      </p:sp>
      <p:sp>
        <p:nvSpPr>
          <p:cNvPr id="26628" name="Text Box 4"/>
          <p:cNvSpPr txBox="1">
            <a:spLocks noChangeArrowheads="1"/>
          </p:cNvSpPr>
          <p:nvPr/>
        </p:nvSpPr>
        <p:spPr bwMode="auto">
          <a:xfrm>
            <a:off x="6019800" y="2438400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b="1">
                <a:solidFill>
                  <a:srgbClr val="3333CC"/>
                </a:solidFill>
              </a:rPr>
              <a:t>*</a:t>
            </a:r>
            <a:endParaRPr kumimoji="0" lang="en-US" altLang="zh-CN" sz="2400" b="1">
              <a:solidFill>
                <a:srgbClr val="3333CC"/>
              </a:solidFill>
            </a:endParaRPr>
          </a:p>
        </p:txBody>
      </p:sp>
      <p:sp>
        <p:nvSpPr>
          <p:cNvPr id="26629" name="Text Box 5"/>
          <p:cNvSpPr txBox="1">
            <a:spLocks noChangeArrowheads="1"/>
          </p:cNvSpPr>
          <p:nvPr/>
        </p:nvSpPr>
        <p:spPr bwMode="auto">
          <a:xfrm>
            <a:off x="2590800" y="2971800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b="1">
                <a:solidFill>
                  <a:srgbClr val="3333CC"/>
                </a:solidFill>
              </a:rPr>
              <a:t>*</a:t>
            </a:r>
            <a:endParaRPr kumimoji="0" lang="en-US" altLang="zh-CN" sz="2400" b="1">
              <a:solidFill>
                <a:srgbClr val="3333CC"/>
              </a:solidFill>
            </a:endParaRPr>
          </a:p>
        </p:txBody>
      </p:sp>
      <p:sp>
        <p:nvSpPr>
          <p:cNvPr id="26630" name="Text Box 6"/>
          <p:cNvSpPr txBox="1">
            <a:spLocks noChangeArrowheads="1"/>
          </p:cNvSpPr>
          <p:nvPr/>
        </p:nvSpPr>
        <p:spPr bwMode="auto">
          <a:xfrm>
            <a:off x="5486400" y="2971800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b="1">
                <a:solidFill>
                  <a:srgbClr val="3333CC"/>
                </a:solidFill>
              </a:rPr>
              <a:t>*</a:t>
            </a:r>
            <a:endParaRPr kumimoji="0" lang="en-US" altLang="zh-CN" sz="2400" b="1">
              <a:solidFill>
                <a:srgbClr val="3333CC"/>
              </a:solidFill>
            </a:endParaRPr>
          </a:p>
        </p:txBody>
      </p:sp>
      <p:sp>
        <p:nvSpPr>
          <p:cNvPr id="26631" name="Text Box 7"/>
          <p:cNvSpPr txBox="1">
            <a:spLocks noChangeArrowheads="1"/>
          </p:cNvSpPr>
          <p:nvPr/>
        </p:nvSpPr>
        <p:spPr bwMode="auto">
          <a:xfrm>
            <a:off x="1524000" y="4271963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b="1"/>
              <a:t>+</a:t>
            </a:r>
            <a:endParaRPr kumimoji="0" lang="en-US" altLang="zh-CN" sz="2400" b="1"/>
          </a:p>
        </p:txBody>
      </p:sp>
      <p:sp>
        <p:nvSpPr>
          <p:cNvPr id="26632" name="Text Box 8"/>
          <p:cNvSpPr txBox="1">
            <a:spLocks noChangeArrowheads="1"/>
          </p:cNvSpPr>
          <p:nvPr/>
        </p:nvSpPr>
        <p:spPr bwMode="auto">
          <a:xfrm>
            <a:off x="1524000" y="4772025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b="1"/>
              <a:t>*</a:t>
            </a:r>
            <a:endParaRPr kumimoji="0" lang="en-US" altLang="zh-CN" sz="2400" b="1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推导与语言的关系</a:t>
            </a:r>
            <a:endParaRPr lang="zh-CN" altLang="en-US"/>
          </a:p>
        </p:txBody>
      </p:sp>
      <p:sp>
        <p:nvSpPr>
          <p:cNvPr id="2765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182688" y="1371600"/>
            <a:ext cx="7772400" cy="5181600"/>
          </a:xfrm>
        </p:spPr>
        <p:txBody>
          <a:bodyPr/>
          <a:lstStyle/>
          <a:p>
            <a:pPr eaLnBrk="1" hangingPunct="1"/>
            <a:r>
              <a:rPr kumimoji="0" lang="zh-CN" altLang="en-US" sz="2800" dirty="0">
                <a:sym typeface="Symbol" panose="05050102010706020507" pitchFamily="18" charset="2"/>
              </a:rPr>
              <a:t>文法</a:t>
            </a:r>
            <a:r>
              <a:rPr kumimoji="0" lang="en-US" altLang="zh-CN" sz="2800" dirty="0">
                <a:sym typeface="Symbol" panose="05050102010706020507" pitchFamily="18" charset="2"/>
              </a:rPr>
              <a:t>G</a:t>
            </a:r>
            <a:r>
              <a:rPr kumimoji="0" lang="zh-CN" altLang="en-US" sz="2800" dirty="0">
                <a:sym typeface="Symbol" panose="05050102010706020507" pitchFamily="18" charset="2"/>
              </a:rPr>
              <a:t>，开始符号</a:t>
            </a:r>
            <a:r>
              <a:rPr kumimoji="0" lang="en-US" altLang="zh-CN" sz="2800" dirty="0">
                <a:sym typeface="Symbol" panose="05050102010706020507" pitchFamily="18" charset="2"/>
              </a:rPr>
              <a:t>S</a:t>
            </a:r>
            <a:r>
              <a:rPr kumimoji="0" lang="zh-CN" altLang="en-US" sz="2800" dirty="0">
                <a:sym typeface="Symbol" panose="05050102010706020507" pitchFamily="18" charset="2"/>
              </a:rPr>
              <a:t>，生成的语言</a:t>
            </a:r>
            <a:r>
              <a:rPr kumimoji="0" lang="en-US" altLang="zh-CN" sz="2800" dirty="0">
                <a:sym typeface="Symbol" panose="05050102010706020507" pitchFamily="18" charset="2"/>
              </a:rPr>
              <a:t>L(G)</a:t>
            </a:r>
            <a:br>
              <a:rPr kumimoji="0" lang="en-US" altLang="zh-CN" sz="2800" dirty="0">
                <a:sym typeface="Symbol" panose="05050102010706020507" pitchFamily="18" charset="2"/>
              </a:rPr>
            </a:br>
            <a:r>
              <a:rPr kumimoji="0" lang="zh-CN" altLang="en-US" sz="2800" dirty="0">
                <a:sym typeface="Symbol" panose="05050102010706020507" pitchFamily="18" charset="2"/>
              </a:rPr>
              <a:t>终结符号串</a:t>
            </a:r>
            <a:r>
              <a:rPr kumimoji="0" lang="en-US" altLang="zh-CN" sz="2800" dirty="0">
                <a:sym typeface="Symbol" panose="05050102010706020507" pitchFamily="18" charset="2"/>
              </a:rPr>
              <a:t>w</a:t>
            </a:r>
            <a:br>
              <a:rPr kumimoji="0" lang="en-US" altLang="zh-CN" sz="2800" dirty="0">
                <a:sym typeface="Symbol" panose="05050102010706020507" pitchFamily="18" charset="2"/>
              </a:rPr>
            </a:br>
            <a:r>
              <a:rPr kumimoji="0" lang="en-US" altLang="zh-CN" sz="2800" dirty="0">
                <a:sym typeface="Symbol" panose="05050102010706020507" pitchFamily="18" charset="2"/>
              </a:rPr>
              <a:t>		</a:t>
            </a:r>
            <a:r>
              <a:rPr kumimoji="0" lang="en-US" altLang="zh-CN" sz="2800" dirty="0" err="1">
                <a:sym typeface="Symbol" panose="05050102010706020507" pitchFamily="18" charset="2"/>
              </a:rPr>
              <a:t>wL</a:t>
            </a:r>
            <a:r>
              <a:rPr kumimoji="0" lang="en-US" altLang="zh-CN" sz="2800" dirty="0">
                <a:sym typeface="Symbol" panose="05050102010706020507" pitchFamily="18" charset="2"/>
              </a:rPr>
              <a:t>(G)   </a:t>
            </a:r>
            <a:r>
              <a:rPr kumimoji="0" lang="en-US" altLang="zh-CN" sz="2800" dirty="0" err="1">
                <a:sym typeface="Symbol" panose="05050102010706020507" pitchFamily="18" charset="2"/>
              </a:rPr>
              <a:t>Sw</a:t>
            </a:r>
            <a:endParaRPr kumimoji="0" lang="en-US" altLang="zh-CN" sz="2800" dirty="0">
              <a:sym typeface="Symbol" panose="05050102010706020507" pitchFamily="18" charset="2"/>
            </a:endParaRPr>
          </a:p>
          <a:p>
            <a:pPr eaLnBrk="1" hangingPunct="1"/>
            <a:r>
              <a:rPr kumimoji="0" lang="en-US" altLang="zh-CN" sz="2800" dirty="0">
                <a:sym typeface="Symbol" panose="05050102010706020507" pitchFamily="18" charset="2"/>
              </a:rPr>
              <a:t>w</a:t>
            </a:r>
            <a:r>
              <a:rPr kumimoji="0" lang="zh-CN" altLang="en-US" sz="2800" dirty="0">
                <a:sym typeface="Symbol" panose="05050102010706020507" pitchFamily="18" charset="2"/>
              </a:rPr>
              <a:t>：</a:t>
            </a:r>
            <a:r>
              <a:rPr kumimoji="0" lang="en-US" altLang="zh-CN" sz="2800" dirty="0">
                <a:sym typeface="Symbol" panose="05050102010706020507" pitchFamily="18" charset="2"/>
              </a:rPr>
              <a:t>G</a:t>
            </a:r>
            <a:r>
              <a:rPr kumimoji="0" lang="zh-CN" altLang="en-US" sz="2800" dirty="0">
                <a:sym typeface="Symbol" panose="05050102010706020507" pitchFamily="18" charset="2"/>
              </a:rPr>
              <a:t>的一个</a:t>
            </a:r>
            <a:r>
              <a:rPr kumimoji="0" lang="zh-CN" altLang="en-US" sz="2800" b="1" dirty="0">
                <a:solidFill>
                  <a:schemeClr val="folHlink"/>
                </a:solidFill>
                <a:ea typeface="黑体" panose="02010609060101010101" pitchFamily="49" charset="-122"/>
                <a:sym typeface="Symbol" panose="05050102010706020507" pitchFamily="18" charset="2"/>
              </a:rPr>
              <a:t>句子</a:t>
            </a:r>
            <a:r>
              <a:rPr kumimoji="0" lang="zh-CN" altLang="en-US" sz="2800" dirty="0">
                <a:sym typeface="Symbol" panose="05050102010706020507" pitchFamily="18" charset="2"/>
              </a:rPr>
              <a:t>，</a:t>
            </a:r>
            <a:r>
              <a:rPr kumimoji="0" lang="en-US" altLang="zh-CN" sz="2800" dirty="0">
                <a:solidFill>
                  <a:srgbClr val="FF3300"/>
                </a:solidFill>
                <a:sym typeface="Symbol" panose="05050102010706020507" pitchFamily="18" charset="2"/>
              </a:rPr>
              <a:t>sentence</a:t>
            </a:r>
            <a:endParaRPr kumimoji="0" lang="en-US" altLang="zh-CN" sz="2800" dirty="0">
              <a:solidFill>
                <a:srgbClr val="FF3300"/>
              </a:solidFill>
              <a:sym typeface="Symbol" panose="05050102010706020507" pitchFamily="18" charset="2"/>
            </a:endParaRPr>
          </a:p>
          <a:p>
            <a:pPr eaLnBrk="1" hangingPunct="1"/>
            <a:r>
              <a:rPr kumimoji="0" lang="en-US" altLang="zh-CN" sz="2800" dirty="0">
                <a:sym typeface="Symbol" panose="05050102010706020507" pitchFamily="18" charset="2"/>
              </a:rPr>
              <a:t>CFG</a:t>
            </a:r>
            <a:r>
              <a:rPr kumimoji="0" lang="zh-CN" altLang="en-US" sz="2800" dirty="0">
                <a:solidFill>
                  <a:schemeClr val="hlink"/>
                </a:solidFill>
                <a:sym typeface="Symbol" panose="05050102010706020507" pitchFamily="18" charset="2"/>
              </a:rPr>
              <a:t>生成</a:t>
            </a:r>
            <a:r>
              <a:rPr kumimoji="0" lang="zh-CN" altLang="en-US" sz="2800" b="1" dirty="0">
                <a:solidFill>
                  <a:schemeClr val="folHlink"/>
                </a:solidFill>
                <a:ea typeface="黑体" panose="02010609060101010101" pitchFamily="49" charset="-122"/>
                <a:sym typeface="Symbol" panose="05050102010706020507" pitchFamily="18" charset="2"/>
              </a:rPr>
              <a:t>上下文无关语言</a:t>
            </a:r>
            <a:endParaRPr kumimoji="0" lang="zh-CN" altLang="en-US" sz="2800" b="1" dirty="0">
              <a:solidFill>
                <a:schemeClr val="folHlink"/>
              </a:solidFill>
              <a:ea typeface="黑体" panose="02010609060101010101" pitchFamily="49" charset="-122"/>
              <a:sym typeface="Symbol" panose="05050102010706020507" pitchFamily="18" charset="2"/>
            </a:endParaRPr>
          </a:p>
          <a:p>
            <a:pPr eaLnBrk="1" hangingPunct="1"/>
            <a:r>
              <a:rPr kumimoji="0" lang="zh-CN" altLang="en-US" sz="2800" dirty="0">
                <a:sym typeface="Symbol" panose="05050102010706020507" pitchFamily="18" charset="2"/>
              </a:rPr>
              <a:t>两个</a:t>
            </a:r>
            <a:r>
              <a:rPr kumimoji="0" lang="en-US" altLang="zh-CN" sz="2800" dirty="0">
                <a:sym typeface="Symbol" panose="05050102010706020507" pitchFamily="18" charset="2"/>
              </a:rPr>
              <a:t>CFG</a:t>
            </a:r>
            <a:r>
              <a:rPr kumimoji="0" lang="zh-CN" altLang="en-US" sz="2800" dirty="0">
                <a:sym typeface="Symbol" panose="05050102010706020507" pitchFamily="18" charset="2"/>
              </a:rPr>
              <a:t>生成相同语言，两个</a:t>
            </a:r>
            <a:r>
              <a:rPr kumimoji="0" lang="en-US" altLang="zh-CN" sz="2800" dirty="0">
                <a:sym typeface="Symbol" panose="05050102010706020507" pitchFamily="18" charset="2"/>
              </a:rPr>
              <a:t>CFG</a:t>
            </a:r>
            <a:r>
              <a:rPr kumimoji="0" lang="zh-CN" altLang="en-US" sz="2800" b="1" dirty="0">
                <a:solidFill>
                  <a:schemeClr val="folHlink"/>
                </a:solidFill>
                <a:ea typeface="黑体" panose="02010609060101010101" pitchFamily="49" charset="-122"/>
                <a:sym typeface="Symbol" panose="05050102010706020507" pitchFamily="18" charset="2"/>
              </a:rPr>
              <a:t>等价</a:t>
            </a:r>
            <a:endParaRPr kumimoji="0" lang="zh-CN" altLang="en-US" sz="2800" b="1" dirty="0">
              <a:solidFill>
                <a:schemeClr val="folHlink"/>
              </a:solidFill>
              <a:ea typeface="黑体" panose="02010609060101010101" pitchFamily="49" charset="-122"/>
              <a:sym typeface="Symbol" panose="05050102010706020507" pitchFamily="18" charset="2"/>
            </a:endParaRPr>
          </a:p>
          <a:p>
            <a:pPr eaLnBrk="1" hangingPunct="1"/>
            <a:r>
              <a:rPr kumimoji="0" lang="en-US" altLang="zh-CN" sz="2800" dirty="0">
                <a:sym typeface="Symbol" panose="05050102010706020507" pitchFamily="18" charset="2"/>
              </a:rPr>
              <a:t>S</a:t>
            </a:r>
            <a:r>
              <a:rPr kumimoji="0" lang="zh-CN" altLang="en-US" sz="2800" dirty="0">
                <a:sym typeface="Symbol" panose="05050102010706020507" pitchFamily="18" charset="2"/>
              </a:rPr>
              <a:t>，可能包含</a:t>
            </a:r>
            <a:r>
              <a:rPr kumimoji="0" lang="en-US" altLang="zh-CN" sz="2800" dirty="0">
                <a:sym typeface="Symbol" panose="05050102010706020507" pitchFamily="18" charset="2"/>
              </a:rPr>
              <a:t>NT</a:t>
            </a:r>
            <a:br>
              <a:rPr kumimoji="0" lang="en-US" altLang="zh-CN" sz="2800" dirty="0">
                <a:sym typeface="Symbol" panose="05050102010706020507" pitchFamily="18" charset="2"/>
              </a:rPr>
            </a:br>
            <a:r>
              <a:rPr kumimoji="0" lang="en-US" altLang="zh-CN" sz="2800" dirty="0">
                <a:sym typeface="Symbol" panose="05050102010706020507" pitchFamily="18" charset="2"/>
              </a:rPr>
              <a:t></a:t>
            </a:r>
            <a:r>
              <a:rPr kumimoji="0" lang="zh-CN" altLang="en-US" sz="2800" dirty="0">
                <a:sym typeface="Symbol" panose="05050102010706020507" pitchFamily="18" charset="2"/>
              </a:rPr>
              <a:t>：</a:t>
            </a:r>
            <a:r>
              <a:rPr kumimoji="0" lang="en-US" altLang="zh-CN" sz="2800" dirty="0">
                <a:sym typeface="Symbol" panose="05050102010706020507" pitchFamily="18" charset="2"/>
              </a:rPr>
              <a:t>G</a:t>
            </a:r>
            <a:r>
              <a:rPr kumimoji="0" lang="zh-CN" altLang="en-US" sz="2800" dirty="0">
                <a:sym typeface="Symbol" panose="05050102010706020507" pitchFamily="18" charset="2"/>
              </a:rPr>
              <a:t>的一个</a:t>
            </a:r>
            <a:r>
              <a:rPr kumimoji="0" lang="zh-CN" altLang="en-US" sz="2800" b="1" dirty="0">
                <a:solidFill>
                  <a:schemeClr val="folHlink"/>
                </a:solidFill>
                <a:ea typeface="黑体" panose="02010609060101010101" pitchFamily="49" charset="-122"/>
                <a:sym typeface="Symbol" panose="05050102010706020507" pitchFamily="18" charset="2"/>
              </a:rPr>
              <a:t>句型</a:t>
            </a:r>
            <a:r>
              <a:rPr kumimoji="0" lang="zh-CN" altLang="en-US" sz="2800" dirty="0">
                <a:sym typeface="Symbol" panose="05050102010706020507" pitchFamily="18" charset="2"/>
              </a:rPr>
              <a:t>，</a:t>
            </a:r>
            <a:r>
              <a:rPr kumimoji="0" lang="en-US" altLang="zh-CN" sz="2800" dirty="0">
                <a:solidFill>
                  <a:srgbClr val="FF3300"/>
                </a:solidFill>
                <a:sym typeface="Symbol" panose="05050102010706020507" pitchFamily="18" charset="2"/>
              </a:rPr>
              <a:t>sentential form</a:t>
            </a:r>
            <a:br>
              <a:rPr kumimoji="0" lang="en-US" altLang="zh-CN" sz="2800" dirty="0">
                <a:sym typeface="Symbol" panose="05050102010706020507" pitchFamily="18" charset="2"/>
              </a:rPr>
            </a:br>
            <a:r>
              <a:rPr kumimoji="0" lang="zh-CN" altLang="en-US" sz="2800" dirty="0">
                <a:sym typeface="Symbol" panose="05050102010706020507" pitchFamily="18" charset="2"/>
              </a:rPr>
              <a:t>句子：不包含</a:t>
            </a:r>
            <a:r>
              <a:rPr kumimoji="0" lang="en-US" altLang="zh-CN" sz="2800" dirty="0">
                <a:sym typeface="Symbol" panose="05050102010706020507" pitchFamily="18" charset="2"/>
              </a:rPr>
              <a:t>NT</a:t>
            </a:r>
            <a:r>
              <a:rPr kumimoji="0" lang="zh-CN" altLang="en-US" sz="2800" dirty="0">
                <a:sym typeface="Symbol" panose="05050102010706020507" pitchFamily="18" charset="2"/>
              </a:rPr>
              <a:t>的句型</a:t>
            </a:r>
            <a:endParaRPr kumimoji="0" lang="zh-CN" altLang="en-US" sz="2800" dirty="0">
              <a:sym typeface="Symbol" panose="05050102010706020507" pitchFamily="18" charset="2"/>
            </a:endParaRPr>
          </a:p>
        </p:txBody>
      </p:sp>
      <p:sp>
        <p:nvSpPr>
          <p:cNvPr id="27652" name="Text Box 4"/>
          <p:cNvSpPr txBox="1">
            <a:spLocks noChangeArrowheads="1"/>
          </p:cNvSpPr>
          <p:nvPr/>
        </p:nvSpPr>
        <p:spPr bwMode="auto">
          <a:xfrm>
            <a:off x="1752600" y="4267200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b="1"/>
              <a:t>*</a:t>
            </a:r>
            <a:endParaRPr kumimoji="0" lang="en-US" altLang="zh-CN" sz="2400" b="1"/>
          </a:p>
        </p:txBody>
      </p:sp>
      <p:sp>
        <p:nvSpPr>
          <p:cNvPr id="27653" name="Text Box 9"/>
          <p:cNvSpPr txBox="1">
            <a:spLocks noChangeArrowheads="1"/>
          </p:cNvSpPr>
          <p:nvPr/>
        </p:nvSpPr>
        <p:spPr bwMode="auto">
          <a:xfrm>
            <a:off x="5050904" y="2133600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b="1" dirty="0"/>
              <a:t>+</a:t>
            </a:r>
            <a:endParaRPr kumimoji="0" lang="en-US" altLang="zh-CN" sz="2400" b="1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例</a:t>
            </a:r>
            <a:r>
              <a:rPr lang="en-US" altLang="zh-CN"/>
              <a:t>4.4</a:t>
            </a:r>
            <a:endParaRPr lang="en-US" altLang="zh-CN"/>
          </a:p>
        </p:txBody>
      </p:sp>
      <p:sp>
        <p:nvSpPr>
          <p:cNvPr id="2867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182688" y="1371600"/>
            <a:ext cx="7772400" cy="533400"/>
          </a:xfrm>
        </p:spPr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kumimoji="0" lang="en-US" altLang="zh-CN" sz="2800"/>
              <a:t>E </a:t>
            </a:r>
            <a:r>
              <a:rPr kumimoji="0" lang="en-US" altLang="zh-CN" sz="2800">
                <a:sym typeface="Symbol" panose="05050102010706020507" pitchFamily="18" charset="2"/>
              </a:rPr>
              <a:t> E * E  </a:t>
            </a:r>
            <a:r>
              <a:rPr kumimoji="0" lang="en-US" altLang="zh-CN" sz="2800" b="1">
                <a:sym typeface="Symbol" panose="05050102010706020507" pitchFamily="18" charset="2"/>
              </a:rPr>
              <a:t>id</a:t>
            </a:r>
            <a:r>
              <a:rPr kumimoji="0" lang="en-US" altLang="zh-CN" sz="2800">
                <a:sym typeface="Symbol" panose="05050102010706020507" pitchFamily="18" charset="2"/>
              </a:rPr>
              <a:t> * E  </a:t>
            </a:r>
            <a:r>
              <a:rPr kumimoji="0" lang="en-US" altLang="zh-CN" sz="2800" b="1">
                <a:sym typeface="Symbol" panose="05050102010706020507" pitchFamily="18" charset="2"/>
              </a:rPr>
              <a:t>id</a:t>
            </a:r>
            <a:r>
              <a:rPr kumimoji="0" lang="en-US" altLang="zh-CN" sz="2800">
                <a:sym typeface="Symbol" panose="05050102010706020507" pitchFamily="18" charset="2"/>
              </a:rPr>
              <a:t> * </a:t>
            </a:r>
            <a:r>
              <a:rPr kumimoji="0" lang="en-US" altLang="zh-CN" sz="2800" b="1">
                <a:sym typeface="Symbol" panose="05050102010706020507" pitchFamily="18" charset="2"/>
              </a:rPr>
              <a:t>id</a:t>
            </a:r>
            <a:endParaRPr kumimoji="0" lang="en-US" altLang="zh-CN" sz="2800" b="1">
              <a:sym typeface="Symbol" panose="05050102010706020507" pitchFamily="18" charset="2"/>
            </a:endParaRPr>
          </a:p>
        </p:txBody>
      </p:sp>
      <p:sp>
        <p:nvSpPr>
          <p:cNvPr id="28676" name="Text Box 4"/>
          <p:cNvSpPr txBox="1">
            <a:spLocks noChangeArrowheads="1"/>
          </p:cNvSpPr>
          <p:nvPr/>
        </p:nvSpPr>
        <p:spPr bwMode="auto">
          <a:xfrm>
            <a:off x="2743200" y="2105025"/>
            <a:ext cx="2133600" cy="531813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zh-CN" altLang="en-US" sz="2800" b="1">
                <a:solidFill>
                  <a:srgbClr val="3333CC"/>
                </a:solidFill>
              </a:rPr>
              <a:t>句型</a:t>
            </a:r>
            <a:endParaRPr kumimoji="0" lang="zh-CN" altLang="en-US" sz="2800" b="1">
              <a:solidFill>
                <a:srgbClr val="3333CC"/>
              </a:solidFill>
            </a:endParaRPr>
          </a:p>
        </p:txBody>
      </p:sp>
      <p:sp>
        <p:nvSpPr>
          <p:cNvPr id="28677" name="Line 5"/>
          <p:cNvSpPr>
            <a:spLocks noChangeShapeType="1"/>
          </p:cNvSpPr>
          <p:nvPr/>
        </p:nvSpPr>
        <p:spPr bwMode="auto">
          <a:xfrm flipH="1" flipV="1">
            <a:off x="2438400" y="1752600"/>
            <a:ext cx="838200" cy="307975"/>
          </a:xfrm>
          <a:prstGeom prst="line">
            <a:avLst/>
          </a:prstGeom>
          <a:noFill/>
          <a:ln w="25400">
            <a:solidFill>
              <a:srgbClr val="FF3300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8678" name="Line 7"/>
          <p:cNvSpPr>
            <a:spLocks noChangeShapeType="1"/>
          </p:cNvSpPr>
          <p:nvPr/>
        </p:nvSpPr>
        <p:spPr bwMode="auto">
          <a:xfrm flipV="1">
            <a:off x="4495800" y="1752600"/>
            <a:ext cx="685800" cy="352425"/>
          </a:xfrm>
          <a:prstGeom prst="line">
            <a:avLst/>
          </a:prstGeom>
          <a:noFill/>
          <a:ln w="25400">
            <a:solidFill>
              <a:srgbClr val="FF3300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8679" name="Line 8"/>
          <p:cNvSpPr>
            <a:spLocks noChangeShapeType="1"/>
          </p:cNvSpPr>
          <p:nvPr/>
        </p:nvSpPr>
        <p:spPr bwMode="auto">
          <a:xfrm flipH="1" flipV="1">
            <a:off x="3810000" y="1752600"/>
            <a:ext cx="0" cy="304800"/>
          </a:xfrm>
          <a:prstGeom prst="line">
            <a:avLst/>
          </a:prstGeom>
          <a:noFill/>
          <a:ln w="25400">
            <a:solidFill>
              <a:srgbClr val="FF3300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8680" name="Text Box 9"/>
          <p:cNvSpPr txBox="1">
            <a:spLocks noChangeArrowheads="1"/>
          </p:cNvSpPr>
          <p:nvPr/>
        </p:nvSpPr>
        <p:spPr bwMode="auto">
          <a:xfrm>
            <a:off x="5181600" y="2105025"/>
            <a:ext cx="2133600" cy="531813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zh-CN" altLang="en-US" sz="2800" b="1">
                <a:solidFill>
                  <a:srgbClr val="3333CC"/>
                </a:solidFill>
              </a:rPr>
              <a:t>句子</a:t>
            </a:r>
            <a:endParaRPr kumimoji="0" lang="zh-CN" altLang="en-US" sz="2800" b="1">
              <a:solidFill>
                <a:srgbClr val="3333CC"/>
              </a:solidFill>
            </a:endParaRPr>
          </a:p>
        </p:txBody>
      </p:sp>
      <p:sp>
        <p:nvSpPr>
          <p:cNvPr id="28681" name="Line 10"/>
          <p:cNvSpPr>
            <a:spLocks noChangeShapeType="1"/>
          </p:cNvSpPr>
          <p:nvPr/>
        </p:nvSpPr>
        <p:spPr bwMode="auto">
          <a:xfrm flipH="1" flipV="1">
            <a:off x="5334000" y="1828800"/>
            <a:ext cx="838200" cy="276225"/>
          </a:xfrm>
          <a:prstGeom prst="line">
            <a:avLst/>
          </a:prstGeom>
          <a:noFill/>
          <a:ln w="25400">
            <a:solidFill>
              <a:srgbClr val="FF3300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8682" name="Rectangle 11"/>
          <p:cNvSpPr>
            <a:spLocks noChangeArrowheads="1"/>
          </p:cNvSpPr>
          <p:nvPr/>
        </p:nvSpPr>
        <p:spPr bwMode="auto">
          <a:xfrm>
            <a:off x="1176338" y="2819400"/>
            <a:ext cx="7772400" cy="1524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Wingdings" panose="05000000000000000000" pitchFamily="2" charset="2"/>
              <a:buNone/>
            </a:pPr>
            <a:r>
              <a:rPr kumimoji="0" lang="en-US" altLang="zh-CN" sz="2800"/>
              <a:t>E </a:t>
            </a:r>
            <a:r>
              <a:rPr kumimoji="0" lang="en-US" altLang="zh-CN" sz="2800">
                <a:sym typeface="Symbol" panose="05050102010706020507" pitchFamily="18" charset="2"/>
              </a:rPr>
              <a:t> -E  -(E)  -(E+E)  -(</a:t>
            </a:r>
            <a:r>
              <a:rPr kumimoji="0" lang="en-US" altLang="zh-CN" sz="2800" b="1">
                <a:sym typeface="Symbol" panose="05050102010706020507" pitchFamily="18" charset="2"/>
              </a:rPr>
              <a:t>id</a:t>
            </a:r>
            <a:r>
              <a:rPr kumimoji="0" lang="en-US" altLang="zh-CN" sz="2800">
                <a:sym typeface="Symbol" panose="05050102010706020507" pitchFamily="18" charset="2"/>
              </a:rPr>
              <a:t>+E)  -(</a:t>
            </a:r>
            <a:r>
              <a:rPr kumimoji="0" lang="en-US" altLang="zh-CN" sz="2800" b="1">
                <a:sym typeface="Symbol" panose="05050102010706020507" pitchFamily="18" charset="2"/>
              </a:rPr>
              <a:t>id</a:t>
            </a:r>
            <a:r>
              <a:rPr kumimoji="0" lang="en-US" altLang="zh-CN" sz="2800">
                <a:sym typeface="Symbol" panose="05050102010706020507" pitchFamily="18" charset="2"/>
              </a:rPr>
              <a:t>+</a:t>
            </a:r>
            <a:r>
              <a:rPr kumimoji="0" lang="en-US" altLang="zh-CN" sz="2800" b="1">
                <a:sym typeface="Symbol" panose="05050102010706020507" pitchFamily="18" charset="2"/>
              </a:rPr>
              <a:t>id</a:t>
            </a:r>
            <a:r>
              <a:rPr kumimoji="0" lang="en-US" altLang="zh-CN" sz="2800">
                <a:sym typeface="Symbol" panose="05050102010706020507" pitchFamily="18" charset="2"/>
              </a:rPr>
              <a:t>)</a:t>
            </a:r>
            <a:endParaRPr kumimoji="0" lang="en-US" altLang="zh-CN" sz="2800">
              <a:sym typeface="Symbol" panose="05050102010706020507" pitchFamily="18" charset="2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kumimoji="0" lang="zh-CN" altLang="en-US" sz="2800">
                <a:sym typeface="Symbol" panose="05050102010706020507" pitchFamily="18" charset="2"/>
              </a:rPr>
              <a:t>另一种推导过程</a:t>
            </a:r>
            <a:endParaRPr kumimoji="0" lang="zh-CN" altLang="en-US" sz="2800">
              <a:sym typeface="Symbol" panose="05050102010706020507" pitchFamily="18" charset="2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kumimoji="0" lang="en-US" altLang="zh-CN" sz="2800"/>
              <a:t>E </a:t>
            </a:r>
            <a:r>
              <a:rPr kumimoji="0" lang="en-US" altLang="zh-CN" sz="2800">
                <a:sym typeface="Symbol" panose="05050102010706020507" pitchFamily="18" charset="2"/>
              </a:rPr>
              <a:t> -E  -(E)  -(E+E)  -(E+</a:t>
            </a:r>
            <a:r>
              <a:rPr kumimoji="0" lang="en-US" altLang="zh-CN" sz="2800" b="1">
                <a:sym typeface="Symbol" panose="05050102010706020507" pitchFamily="18" charset="2"/>
              </a:rPr>
              <a:t>id</a:t>
            </a:r>
            <a:r>
              <a:rPr kumimoji="0" lang="en-US" altLang="zh-CN" sz="2800">
                <a:sym typeface="Symbol" panose="05050102010706020507" pitchFamily="18" charset="2"/>
              </a:rPr>
              <a:t>)  -(</a:t>
            </a:r>
            <a:r>
              <a:rPr kumimoji="0" lang="en-US" altLang="zh-CN" sz="2800" b="1">
                <a:sym typeface="Symbol" panose="05050102010706020507" pitchFamily="18" charset="2"/>
              </a:rPr>
              <a:t>id</a:t>
            </a:r>
            <a:r>
              <a:rPr kumimoji="0" lang="en-US" altLang="zh-CN" sz="2800">
                <a:sym typeface="Symbol" panose="05050102010706020507" pitchFamily="18" charset="2"/>
              </a:rPr>
              <a:t>+</a:t>
            </a:r>
            <a:r>
              <a:rPr kumimoji="0" lang="en-US" altLang="zh-CN" sz="2800" b="1">
                <a:sym typeface="Symbol" panose="05050102010706020507" pitchFamily="18" charset="2"/>
              </a:rPr>
              <a:t>id</a:t>
            </a:r>
            <a:r>
              <a:rPr kumimoji="0" lang="en-US" altLang="zh-CN" sz="2800">
                <a:sym typeface="Symbol" panose="05050102010706020507" pitchFamily="18" charset="2"/>
              </a:rPr>
              <a:t>)</a:t>
            </a:r>
            <a:endParaRPr kumimoji="0" lang="en-US" altLang="zh-CN" sz="2800">
              <a:sym typeface="Symbol" panose="05050102010706020507" pitchFamily="18" charset="2"/>
            </a:endParaRPr>
          </a:p>
        </p:txBody>
      </p:sp>
      <p:sp>
        <p:nvSpPr>
          <p:cNvPr id="28683" name="Line 12"/>
          <p:cNvSpPr>
            <a:spLocks noChangeShapeType="1"/>
          </p:cNvSpPr>
          <p:nvPr/>
        </p:nvSpPr>
        <p:spPr bwMode="ltGray">
          <a:xfrm>
            <a:off x="2057400" y="1795463"/>
            <a:ext cx="762000" cy="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8684" name="Line 13"/>
          <p:cNvSpPr>
            <a:spLocks noChangeShapeType="1"/>
          </p:cNvSpPr>
          <p:nvPr/>
        </p:nvSpPr>
        <p:spPr bwMode="ltGray">
          <a:xfrm>
            <a:off x="3338513" y="1785938"/>
            <a:ext cx="762000" cy="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8685" name="Line 14"/>
          <p:cNvSpPr>
            <a:spLocks noChangeShapeType="1"/>
          </p:cNvSpPr>
          <p:nvPr/>
        </p:nvSpPr>
        <p:spPr bwMode="ltGray">
          <a:xfrm>
            <a:off x="4811713" y="1781175"/>
            <a:ext cx="827087" cy="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8686" name="Line 15"/>
          <p:cNvSpPr>
            <a:spLocks noChangeShapeType="1"/>
          </p:cNvSpPr>
          <p:nvPr/>
        </p:nvSpPr>
        <p:spPr bwMode="auto">
          <a:xfrm flipH="1" flipV="1">
            <a:off x="1331913" y="1773238"/>
            <a:ext cx="1439862" cy="287337"/>
          </a:xfrm>
          <a:prstGeom prst="line">
            <a:avLst/>
          </a:prstGeom>
          <a:noFill/>
          <a:ln w="25400">
            <a:solidFill>
              <a:srgbClr val="FF3300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8687" name="Line 16"/>
          <p:cNvSpPr>
            <a:spLocks noChangeShapeType="1"/>
          </p:cNvSpPr>
          <p:nvPr/>
        </p:nvSpPr>
        <p:spPr bwMode="ltGray">
          <a:xfrm>
            <a:off x="1217613" y="1804988"/>
            <a:ext cx="360362" cy="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最左推导和最右推导</a:t>
            </a:r>
            <a:endParaRPr lang="zh-CN" altLang="en-US"/>
          </a:p>
        </p:txBody>
      </p:sp>
      <p:sp>
        <p:nvSpPr>
          <p:cNvPr id="296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182688" y="1371600"/>
            <a:ext cx="7772400" cy="4800600"/>
          </a:xfrm>
        </p:spPr>
        <p:txBody>
          <a:bodyPr/>
          <a:lstStyle/>
          <a:p>
            <a:pPr eaLnBrk="1" hangingPunct="1"/>
            <a:r>
              <a:rPr lang="zh-CN" altLang="en-US" sz="2800">
                <a:solidFill>
                  <a:schemeClr val="folHlink"/>
                </a:solidFill>
                <a:ea typeface="黑体" panose="02010609060101010101" pitchFamily="49" charset="-122"/>
              </a:rPr>
              <a:t>最左推导</a:t>
            </a:r>
            <a:r>
              <a:rPr lang="zh-CN" altLang="en-US" sz="2800"/>
              <a:t>：总替换最左边的</a:t>
            </a:r>
            <a:r>
              <a:rPr lang="en-US" altLang="zh-CN" sz="2800"/>
              <a:t>NT</a:t>
            </a:r>
            <a:br>
              <a:rPr lang="en-US" altLang="zh-CN" sz="2800"/>
            </a:br>
            <a:r>
              <a:rPr kumimoji="0" lang="en-US" altLang="zh-CN" sz="2400"/>
              <a:t>E </a:t>
            </a:r>
            <a:r>
              <a:rPr kumimoji="0" lang="en-US" altLang="zh-CN" sz="2400">
                <a:sym typeface="Symbol" panose="05050102010706020507" pitchFamily="18" charset="2"/>
              </a:rPr>
              <a:t> -E  -(E)  -(E+E)  -(</a:t>
            </a:r>
            <a:r>
              <a:rPr kumimoji="0" lang="en-US" altLang="zh-CN" sz="2400" b="1">
                <a:sym typeface="Symbol" panose="05050102010706020507" pitchFamily="18" charset="2"/>
              </a:rPr>
              <a:t>id</a:t>
            </a:r>
            <a:r>
              <a:rPr kumimoji="0" lang="en-US" altLang="zh-CN" sz="2400">
                <a:sym typeface="Symbol" panose="05050102010706020507" pitchFamily="18" charset="2"/>
              </a:rPr>
              <a:t>+E)  -(</a:t>
            </a:r>
            <a:r>
              <a:rPr kumimoji="0" lang="en-US" altLang="zh-CN" sz="2400" b="1">
                <a:sym typeface="Symbol" panose="05050102010706020507" pitchFamily="18" charset="2"/>
              </a:rPr>
              <a:t>id</a:t>
            </a:r>
            <a:r>
              <a:rPr kumimoji="0" lang="en-US" altLang="zh-CN" sz="2400">
                <a:sym typeface="Symbol" panose="05050102010706020507" pitchFamily="18" charset="2"/>
              </a:rPr>
              <a:t>+</a:t>
            </a:r>
            <a:r>
              <a:rPr kumimoji="0" lang="en-US" altLang="zh-CN" sz="2400" b="1">
                <a:sym typeface="Symbol" panose="05050102010706020507" pitchFamily="18" charset="2"/>
              </a:rPr>
              <a:t>id</a:t>
            </a:r>
            <a:r>
              <a:rPr kumimoji="0" lang="en-US" altLang="zh-CN" sz="2400">
                <a:sym typeface="Symbol" panose="05050102010706020507" pitchFamily="18" charset="2"/>
              </a:rPr>
              <a:t>)</a:t>
            </a:r>
            <a:br>
              <a:rPr kumimoji="0" lang="en-US" altLang="zh-CN" sz="2400">
                <a:sym typeface="Symbol" panose="05050102010706020507" pitchFamily="18" charset="2"/>
              </a:rPr>
            </a:br>
            <a:endParaRPr kumimoji="0" lang="en-US" altLang="zh-CN" sz="2400">
              <a:sym typeface="Symbol" panose="05050102010706020507" pitchFamily="18" charset="2"/>
            </a:endParaRPr>
          </a:p>
          <a:p>
            <a:pPr eaLnBrk="1" hangingPunct="1"/>
            <a:r>
              <a:rPr lang="zh-CN" altLang="en-US" sz="2800">
                <a:solidFill>
                  <a:schemeClr val="folHlink"/>
                </a:solidFill>
                <a:ea typeface="黑体" panose="02010609060101010101" pitchFamily="49" charset="-122"/>
              </a:rPr>
              <a:t>最右推导</a:t>
            </a:r>
            <a:r>
              <a:rPr lang="zh-CN" altLang="en-US" sz="2800"/>
              <a:t>：总替换最右边的</a:t>
            </a:r>
            <a:r>
              <a:rPr lang="en-US" altLang="zh-CN" sz="2800"/>
              <a:t>NT</a:t>
            </a:r>
            <a:br>
              <a:rPr lang="en-US" altLang="zh-CN" sz="2800"/>
            </a:br>
            <a:r>
              <a:rPr kumimoji="0" lang="en-US" altLang="zh-CN" sz="2400"/>
              <a:t>E </a:t>
            </a:r>
            <a:r>
              <a:rPr kumimoji="0" lang="en-US" altLang="zh-CN" sz="2400">
                <a:sym typeface="Symbol" panose="05050102010706020507" pitchFamily="18" charset="2"/>
              </a:rPr>
              <a:t> -E  -(E)  -(E+E)  -(E+</a:t>
            </a:r>
            <a:r>
              <a:rPr kumimoji="0" lang="en-US" altLang="zh-CN" sz="2400" b="1">
                <a:sym typeface="Symbol" panose="05050102010706020507" pitchFamily="18" charset="2"/>
              </a:rPr>
              <a:t>id</a:t>
            </a:r>
            <a:r>
              <a:rPr kumimoji="0" lang="en-US" altLang="zh-CN" sz="2400">
                <a:sym typeface="Symbol" panose="05050102010706020507" pitchFamily="18" charset="2"/>
              </a:rPr>
              <a:t>)  -(</a:t>
            </a:r>
            <a:r>
              <a:rPr kumimoji="0" lang="en-US" altLang="zh-CN" sz="2400" b="1">
                <a:sym typeface="Symbol" panose="05050102010706020507" pitchFamily="18" charset="2"/>
              </a:rPr>
              <a:t>id</a:t>
            </a:r>
            <a:r>
              <a:rPr kumimoji="0" lang="en-US" altLang="zh-CN" sz="2400">
                <a:sym typeface="Symbol" panose="05050102010706020507" pitchFamily="18" charset="2"/>
              </a:rPr>
              <a:t>+</a:t>
            </a:r>
            <a:r>
              <a:rPr kumimoji="0" lang="en-US" altLang="zh-CN" sz="2400" b="1">
                <a:sym typeface="Symbol" panose="05050102010706020507" pitchFamily="18" charset="2"/>
              </a:rPr>
              <a:t>id</a:t>
            </a:r>
            <a:r>
              <a:rPr kumimoji="0" lang="en-US" altLang="zh-CN" sz="2400">
                <a:sym typeface="Symbol" panose="05050102010706020507" pitchFamily="18" charset="2"/>
              </a:rPr>
              <a:t>)</a:t>
            </a:r>
            <a:br>
              <a:rPr kumimoji="0" lang="en-US" altLang="zh-CN" sz="2400">
                <a:sym typeface="Symbol" panose="05050102010706020507" pitchFamily="18" charset="2"/>
              </a:rPr>
            </a:br>
            <a:endParaRPr kumimoji="0" lang="en-US" altLang="zh-CN" sz="2400">
              <a:sym typeface="Symbol" panose="05050102010706020507" pitchFamily="18" charset="2"/>
            </a:endParaRPr>
          </a:p>
          <a:p>
            <a:pPr eaLnBrk="1" hangingPunct="1"/>
            <a:r>
              <a:rPr kumimoji="0" lang="zh-CN" altLang="en-US" sz="2800">
                <a:sym typeface="Symbol" panose="05050102010706020507" pitchFamily="18" charset="2"/>
              </a:rPr>
              <a:t>形式化定义： </a:t>
            </a:r>
            <a:r>
              <a:rPr kumimoji="0" lang="en-US" altLang="zh-CN" sz="2800"/>
              <a:t>A </a:t>
            </a:r>
            <a:r>
              <a:rPr kumimoji="0" lang="en-US" altLang="zh-CN" sz="2800">
                <a:sym typeface="Symbol" panose="05050102010706020507" pitchFamily="18" charset="2"/>
              </a:rPr>
              <a:t> </a:t>
            </a:r>
            <a:br>
              <a:rPr kumimoji="0" lang="en-US" altLang="zh-CN" sz="2800">
                <a:sym typeface="Symbol" panose="05050102010706020507" pitchFamily="18" charset="2"/>
              </a:rPr>
            </a:br>
            <a:r>
              <a:rPr kumimoji="0" lang="en-US" altLang="zh-CN" sz="2800">
                <a:sym typeface="Symbol" panose="05050102010706020507" pitchFamily="18" charset="2"/>
              </a:rPr>
              <a:t>wA  w</a:t>
            </a:r>
            <a:r>
              <a:rPr kumimoji="0" lang="zh-CN" altLang="en-US" sz="2800">
                <a:sym typeface="Symbol" panose="05050102010706020507" pitchFamily="18" charset="2"/>
              </a:rPr>
              <a:t>，</a:t>
            </a:r>
            <a:r>
              <a:rPr kumimoji="0" lang="en-US" altLang="zh-CN" sz="2800">
                <a:sym typeface="Symbol" panose="05050102010706020507" pitchFamily="18" charset="2"/>
              </a:rPr>
              <a:t>w</a:t>
            </a:r>
            <a:r>
              <a:rPr kumimoji="0" lang="zh-CN" altLang="en-US" sz="2800">
                <a:sym typeface="Symbol" panose="05050102010706020507" pitchFamily="18" charset="2"/>
              </a:rPr>
              <a:t>只含</a:t>
            </a:r>
            <a:r>
              <a:rPr kumimoji="0" lang="en-US" altLang="zh-CN" sz="2800">
                <a:sym typeface="Symbol" panose="05050102010706020507" pitchFamily="18" charset="2"/>
              </a:rPr>
              <a:t>T</a:t>
            </a:r>
            <a:br>
              <a:rPr kumimoji="0" lang="en-US" altLang="zh-CN" sz="2800">
                <a:sym typeface="Symbol" panose="05050102010706020507" pitchFamily="18" charset="2"/>
              </a:rPr>
            </a:br>
            <a:r>
              <a:rPr kumimoji="0" lang="en-US" altLang="zh-CN" sz="2800">
                <a:sym typeface="Symbol" panose="05050102010706020507" pitchFamily="18" charset="2"/>
              </a:rPr>
              <a:t>Aw  w</a:t>
            </a:r>
            <a:r>
              <a:rPr kumimoji="0" lang="zh-CN" altLang="en-US" sz="2800">
                <a:sym typeface="Symbol" panose="05050102010706020507" pitchFamily="18" charset="2"/>
              </a:rPr>
              <a:t>，</a:t>
            </a:r>
            <a:r>
              <a:rPr kumimoji="0" lang="en-US" altLang="zh-CN" sz="2800">
                <a:sym typeface="Symbol" panose="05050102010706020507" pitchFamily="18" charset="2"/>
              </a:rPr>
              <a:t>w</a:t>
            </a:r>
            <a:r>
              <a:rPr kumimoji="0" lang="zh-CN" altLang="en-US" sz="2800">
                <a:sym typeface="Symbol" panose="05050102010706020507" pitchFamily="18" charset="2"/>
              </a:rPr>
              <a:t>只含</a:t>
            </a:r>
            <a:r>
              <a:rPr kumimoji="0" lang="en-US" altLang="zh-CN" sz="2800">
                <a:sym typeface="Symbol" panose="05050102010706020507" pitchFamily="18" charset="2"/>
              </a:rPr>
              <a:t>T</a:t>
            </a:r>
            <a:endParaRPr kumimoji="0" lang="en-US" altLang="zh-CN" sz="2800">
              <a:sym typeface="Symbol" panose="05050102010706020507" pitchFamily="18" charset="2"/>
            </a:endParaRPr>
          </a:p>
          <a:p>
            <a:pPr eaLnBrk="1" hangingPunct="1"/>
            <a:r>
              <a:rPr kumimoji="0" lang="en-US" altLang="zh-CN" sz="2800">
                <a:sym typeface="Symbol" panose="05050102010706020507" pitchFamily="18" charset="2"/>
              </a:rPr>
              <a:t>S</a:t>
            </a:r>
            <a:r>
              <a:rPr kumimoji="0" lang="zh-CN" altLang="en-US" sz="2800">
                <a:sym typeface="Symbol" panose="05050102010706020507" pitchFamily="18" charset="2"/>
              </a:rPr>
              <a:t>，：</a:t>
            </a:r>
            <a:r>
              <a:rPr kumimoji="0" lang="zh-CN" altLang="en-US" sz="2800" b="1">
                <a:solidFill>
                  <a:schemeClr val="folHlink"/>
                </a:solidFill>
                <a:ea typeface="黑体" panose="02010609060101010101" pitchFamily="49" charset="-122"/>
                <a:sym typeface="Symbol" panose="05050102010706020507" pitchFamily="18" charset="2"/>
              </a:rPr>
              <a:t>最左句型</a:t>
            </a:r>
            <a:r>
              <a:rPr kumimoji="0" lang="zh-CN" altLang="en-US" sz="2800">
                <a:ea typeface="黑体" panose="02010609060101010101" pitchFamily="49" charset="-122"/>
                <a:sym typeface="Symbol" panose="05050102010706020507" pitchFamily="18" charset="2"/>
              </a:rPr>
              <a:t>，</a:t>
            </a:r>
            <a:r>
              <a:rPr kumimoji="0" lang="en-US" altLang="zh-CN" sz="2800">
                <a:solidFill>
                  <a:srgbClr val="FF3300"/>
                </a:solidFill>
                <a:ea typeface="黑体" panose="02010609060101010101" pitchFamily="49" charset="-122"/>
                <a:sym typeface="Symbol" panose="05050102010706020507" pitchFamily="18" charset="2"/>
              </a:rPr>
              <a:t>left-sentential form</a:t>
            </a:r>
            <a:endParaRPr kumimoji="0" lang="en-US" altLang="zh-CN" sz="2800" b="1">
              <a:solidFill>
                <a:srgbClr val="FF3300"/>
              </a:solidFill>
              <a:ea typeface="黑体" panose="02010609060101010101" pitchFamily="49" charset="-122"/>
              <a:sym typeface="Symbol" panose="05050102010706020507" pitchFamily="18" charset="2"/>
            </a:endParaRPr>
          </a:p>
        </p:txBody>
      </p:sp>
      <p:sp>
        <p:nvSpPr>
          <p:cNvPr id="29700" name="Text Box 4"/>
          <p:cNvSpPr txBox="1">
            <a:spLocks noChangeArrowheads="1"/>
          </p:cNvSpPr>
          <p:nvPr/>
        </p:nvSpPr>
        <p:spPr bwMode="auto">
          <a:xfrm>
            <a:off x="4648200" y="2057400"/>
            <a:ext cx="6858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1600" b="1"/>
              <a:t>lm</a:t>
            </a:r>
            <a:endParaRPr kumimoji="0" lang="en-US" altLang="zh-CN" sz="1600" b="1"/>
          </a:p>
        </p:txBody>
      </p:sp>
      <p:sp>
        <p:nvSpPr>
          <p:cNvPr id="29701" name="Text Box 5"/>
          <p:cNvSpPr txBox="1">
            <a:spLocks noChangeArrowheads="1"/>
          </p:cNvSpPr>
          <p:nvPr/>
        </p:nvSpPr>
        <p:spPr bwMode="auto">
          <a:xfrm>
            <a:off x="3352800" y="2057400"/>
            <a:ext cx="6858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1600" b="1"/>
              <a:t>lm</a:t>
            </a:r>
            <a:endParaRPr kumimoji="0" lang="en-US" altLang="zh-CN" sz="1600" b="1"/>
          </a:p>
        </p:txBody>
      </p:sp>
      <p:sp>
        <p:nvSpPr>
          <p:cNvPr id="29702" name="Text Box 6"/>
          <p:cNvSpPr txBox="1">
            <a:spLocks noChangeArrowheads="1"/>
          </p:cNvSpPr>
          <p:nvPr/>
        </p:nvSpPr>
        <p:spPr bwMode="auto">
          <a:xfrm>
            <a:off x="2438400" y="2057400"/>
            <a:ext cx="6858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1600" b="1"/>
              <a:t>lm</a:t>
            </a:r>
            <a:endParaRPr kumimoji="0" lang="en-US" altLang="zh-CN" sz="1600" b="1"/>
          </a:p>
        </p:txBody>
      </p:sp>
      <p:sp>
        <p:nvSpPr>
          <p:cNvPr id="29703" name="Text Box 7"/>
          <p:cNvSpPr txBox="1">
            <a:spLocks noChangeArrowheads="1"/>
          </p:cNvSpPr>
          <p:nvPr/>
        </p:nvSpPr>
        <p:spPr bwMode="auto">
          <a:xfrm>
            <a:off x="1676400" y="2057400"/>
            <a:ext cx="6858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1600" b="1"/>
              <a:t>lm</a:t>
            </a:r>
            <a:endParaRPr kumimoji="0" lang="en-US" altLang="zh-CN" sz="1600" b="1"/>
          </a:p>
        </p:txBody>
      </p:sp>
      <p:sp>
        <p:nvSpPr>
          <p:cNvPr id="29704" name="Text Box 8"/>
          <p:cNvSpPr txBox="1">
            <a:spLocks noChangeArrowheads="1"/>
          </p:cNvSpPr>
          <p:nvPr/>
        </p:nvSpPr>
        <p:spPr bwMode="auto">
          <a:xfrm>
            <a:off x="6019800" y="2057400"/>
            <a:ext cx="6858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1600" b="1"/>
              <a:t>lm</a:t>
            </a:r>
            <a:endParaRPr kumimoji="0" lang="en-US" altLang="zh-CN" sz="1600" b="1"/>
          </a:p>
        </p:txBody>
      </p:sp>
      <p:sp>
        <p:nvSpPr>
          <p:cNvPr id="29705" name="Text Box 15"/>
          <p:cNvSpPr txBox="1">
            <a:spLocks noChangeArrowheads="1"/>
          </p:cNvSpPr>
          <p:nvPr/>
        </p:nvSpPr>
        <p:spPr bwMode="auto">
          <a:xfrm>
            <a:off x="4648200" y="3284538"/>
            <a:ext cx="6858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1600" b="1"/>
              <a:t>rm</a:t>
            </a:r>
            <a:endParaRPr kumimoji="0" lang="en-US" altLang="zh-CN" sz="1600" b="1"/>
          </a:p>
        </p:txBody>
      </p:sp>
      <p:sp>
        <p:nvSpPr>
          <p:cNvPr id="29706" name="Text Box 16"/>
          <p:cNvSpPr txBox="1">
            <a:spLocks noChangeArrowheads="1"/>
          </p:cNvSpPr>
          <p:nvPr/>
        </p:nvSpPr>
        <p:spPr bwMode="auto">
          <a:xfrm>
            <a:off x="3352800" y="3284538"/>
            <a:ext cx="6858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1600" b="1"/>
              <a:t>rm</a:t>
            </a:r>
            <a:endParaRPr kumimoji="0" lang="en-US" altLang="zh-CN" sz="1600" b="1"/>
          </a:p>
        </p:txBody>
      </p:sp>
      <p:sp>
        <p:nvSpPr>
          <p:cNvPr id="29707" name="Text Box 17"/>
          <p:cNvSpPr txBox="1">
            <a:spLocks noChangeArrowheads="1"/>
          </p:cNvSpPr>
          <p:nvPr/>
        </p:nvSpPr>
        <p:spPr bwMode="auto">
          <a:xfrm>
            <a:off x="2362200" y="3284538"/>
            <a:ext cx="6858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1600" b="1"/>
              <a:t>rm</a:t>
            </a:r>
            <a:endParaRPr kumimoji="0" lang="en-US" altLang="zh-CN" sz="1600" b="1"/>
          </a:p>
        </p:txBody>
      </p:sp>
      <p:sp>
        <p:nvSpPr>
          <p:cNvPr id="29708" name="Text Box 18"/>
          <p:cNvSpPr txBox="1">
            <a:spLocks noChangeArrowheads="1"/>
          </p:cNvSpPr>
          <p:nvPr/>
        </p:nvSpPr>
        <p:spPr bwMode="auto">
          <a:xfrm>
            <a:off x="1676400" y="3284538"/>
            <a:ext cx="6858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1600" b="1"/>
              <a:t>rm</a:t>
            </a:r>
            <a:endParaRPr kumimoji="0" lang="en-US" altLang="zh-CN" sz="1600" b="1"/>
          </a:p>
        </p:txBody>
      </p:sp>
      <p:sp>
        <p:nvSpPr>
          <p:cNvPr id="29709" name="Text Box 19"/>
          <p:cNvSpPr txBox="1">
            <a:spLocks noChangeArrowheads="1"/>
          </p:cNvSpPr>
          <p:nvPr/>
        </p:nvSpPr>
        <p:spPr bwMode="auto">
          <a:xfrm>
            <a:off x="6019800" y="3284538"/>
            <a:ext cx="6858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1600" b="1"/>
              <a:t>rm</a:t>
            </a:r>
            <a:endParaRPr kumimoji="0" lang="en-US" altLang="zh-CN" sz="1600" b="1"/>
          </a:p>
        </p:txBody>
      </p:sp>
      <p:sp>
        <p:nvSpPr>
          <p:cNvPr id="29710" name="Text Box 20"/>
          <p:cNvSpPr txBox="1">
            <a:spLocks noChangeArrowheads="1"/>
          </p:cNvSpPr>
          <p:nvPr/>
        </p:nvSpPr>
        <p:spPr bwMode="auto">
          <a:xfrm>
            <a:off x="2228850" y="4581525"/>
            <a:ext cx="6858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1600" b="1"/>
              <a:t>lm</a:t>
            </a:r>
            <a:endParaRPr kumimoji="0" lang="en-US" altLang="zh-CN" sz="1600" b="1"/>
          </a:p>
        </p:txBody>
      </p:sp>
      <p:sp>
        <p:nvSpPr>
          <p:cNvPr id="29711" name="Text Box 21"/>
          <p:cNvSpPr txBox="1">
            <a:spLocks noChangeArrowheads="1"/>
          </p:cNvSpPr>
          <p:nvPr/>
        </p:nvSpPr>
        <p:spPr bwMode="auto">
          <a:xfrm>
            <a:off x="2228850" y="4962525"/>
            <a:ext cx="6858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1600" b="1"/>
              <a:t>rm</a:t>
            </a:r>
            <a:endParaRPr kumimoji="0" lang="en-US" altLang="zh-CN" sz="1600" b="1"/>
          </a:p>
        </p:txBody>
      </p:sp>
      <p:sp>
        <p:nvSpPr>
          <p:cNvPr id="29712" name="Text Box 22"/>
          <p:cNvSpPr txBox="1">
            <a:spLocks noChangeArrowheads="1"/>
          </p:cNvSpPr>
          <p:nvPr/>
        </p:nvSpPr>
        <p:spPr bwMode="auto">
          <a:xfrm>
            <a:off x="1738313" y="5178425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b="1"/>
              <a:t>*</a:t>
            </a:r>
            <a:endParaRPr kumimoji="0" lang="en-US" altLang="zh-CN" sz="2400" b="1"/>
          </a:p>
        </p:txBody>
      </p:sp>
      <p:sp>
        <p:nvSpPr>
          <p:cNvPr id="29713" name="Text Box 23"/>
          <p:cNvSpPr txBox="1">
            <a:spLocks noChangeArrowheads="1"/>
          </p:cNvSpPr>
          <p:nvPr/>
        </p:nvSpPr>
        <p:spPr bwMode="auto">
          <a:xfrm>
            <a:off x="1649413" y="5495925"/>
            <a:ext cx="6858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1600" b="1"/>
              <a:t>lm</a:t>
            </a:r>
            <a:endParaRPr kumimoji="0" lang="en-US" altLang="zh-CN" sz="1600" b="1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710" grpId="0"/>
      <p:bldP spid="29711" grpId="0"/>
      <p:bldP spid="29712" grpId="0"/>
      <p:bldP spid="29713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4.2.3  </a:t>
            </a:r>
            <a:r>
              <a:rPr lang="zh-CN" altLang="en-US"/>
              <a:t>语法分析树和推导</a:t>
            </a:r>
            <a:endParaRPr lang="zh-CN" altLang="en-US"/>
          </a:p>
        </p:txBody>
      </p:sp>
      <p:sp>
        <p:nvSpPr>
          <p:cNvPr id="3072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182688" y="1371600"/>
            <a:ext cx="7772400" cy="5181600"/>
          </a:xfrm>
        </p:spPr>
        <p:txBody>
          <a:bodyPr/>
          <a:lstStyle/>
          <a:p>
            <a:pPr eaLnBrk="1" hangingPunct="1"/>
            <a:r>
              <a:rPr lang="zh-CN" altLang="en-US" dirty="0"/>
              <a:t>语法树：推导的图示，但不体现推导过程的顺序</a:t>
            </a:r>
            <a:endParaRPr lang="zh-CN" altLang="en-US" dirty="0"/>
          </a:p>
          <a:p>
            <a:pPr lvl="1" eaLnBrk="1" hangingPunct="1"/>
            <a:r>
              <a:rPr lang="zh-CN" altLang="en-US" dirty="0"/>
              <a:t>内部节点：非终结符</a:t>
            </a:r>
            <a:r>
              <a:rPr lang="en-US" altLang="zh-CN" dirty="0"/>
              <a:t>A</a:t>
            </a:r>
            <a:endParaRPr lang="en-US" altLang="zh-CN" dirty="0"/>
          </a:p>
          <a:p>
            <a:pPr lvl="1" eaLnBrk="1" hangingPunct="1"/>
            <a:r>
              <a:rPr lang="zh-CN" altLang="en-US" dirty="0"/>
              <a:t>内部结点</a:t>
            </a:r>
            <a:r>
              <a:rPr lang="en-US" altLang="zh-CN" dirty="0"/>
              <a:t>A</a:t>
            </a:r>
            <a:r>
              <a:rPr lang="zh-CN" altLang="en-US" dirty="0"/>
              <a:t>的孩子节点：由左</a:t>
            </a:r>
            <a:r>
              <a:rPr lang="zh-CN" altLang="en-US" dirty="0">
                <a:sym typeface="Wingdings" panose="05000000000000000000" pitchFamily="2" charset="2"/>
              </a:rPr>
              <a:t>至</a:t>
            </a:r>
            <a:r>
              <a:rPr lang="zh-CN" altLang="en-US" dirty="0"/>
              <a:t>右，对应替换</a:t>
            </a:r>
            <a:r>
              <a:rPr lang="en-US" altLang="zh-CN" dirty="0"/>
              <a:t>A</a:t>
            </a:r>
            <a:r>
              <a:rPr lang="zh-CN" altLang="en-US" dirty="0"/>
              <a:t>的产生式右部的每个符号</a:t>
            </a:r>
            <a:endParaRPr lang="zh-CN" altLang="en-US" dirty="0"/>
          </a:p>
          <a:p>
            <a:pPr lvl="1" eaLnBrk="1" hangingPunct="1"/>
            <a:r>
              <a:rPr lang="zh-CN" altLang="en-US" dirty="0"/>
              <a:t>叶节点：由左至右</a:t>
            </a:r>
            <a:r>
              <a:rPr lang="zh-CN" altLang="en-US" dirty="0">
                <a:sym typeface="Wingdings" panose="05000000000000000000" pitchFamily="2" charset="2"/>
              </a:rPr>
              <a:t>句型，</a:t>
            </a:r>
            <a:r>
              <a:rPr lang="en-US" altLang="zh-CN" dirty="0">
                <a:solidFill>
                  <a:srgbClr val="FF3300"/>
                </a:solidFill>
                <a:sym typeface="Wingdings" panose="05000000000000000000" pitchFamily="2" charset="2"/>
              </a:rPr>
              <a:t>yield</a:t>
            </a:r>
            <a:r>
              <a:rPr lang="zh-CN" altLang="en-US" dirty="0">
                <a:sym typeface="Wingdings" panose="05000000000000000000" pitchFamily="2" charset="2"/>
              </a:rPr>
              <a:t>，</a:t>
            </a:r>
            <a:r>
              <a:rPr lang="en-US" altLang="zh-CN" dirty="0">
                <a:solidFill>
                  <a:srgbClr val="FF3300"/>
                </a:solidFill>
                <a:sym typeface="Wingdings" panose="05000000000000000000" pitchFamily="2" charset="2"/>
              </a:rPr>
              <a:t>frontier</a:t>
            </a:r>
            <a:endParaRPr lang="en-US" altLang="zh-CN" dirty="0">
              <a:solidFill>
                <a:srgbClr val="FF3300"/>
              </a:solidFill>
              <a:sym typeface="Wingdings" panose="05000000000000000000" pitchFamily="2" charset="2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语法树与推导的关系</a:t>
            </a:r>
            <a:endParaRPr lang="zh-CN" altLang="en-US"/>
          </a:p>
        </p:txBody>
      </p:sp>
      <p:sp>
        <p:nvSpPr>
          <p:cNvPr id="317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182688" y="1371600"/>
            <a:ext cx="7772400" cy="5181600"/>
          </a:xfrm>
        </p:spPr>
        <p:txBody>
          <a:bodyPr/>
          <a:lstStyle/>
          <a:p>
            <a:pPr eaLnBrk="1" hangingPunct="1"/>
            <a:r>
              <a:rPr kumimoji="0" lang="zh-CN" altLang="en-US" dirty="0">
                <a:sym typeface="Symbol" panose="05050102010706020507" pitchFamily="18" charset="2"/>
              </a:rPr>
              <a:t>一个推导过程：</a:t>
            </a:r>
            <a:r>
              <a:rPr kumimoji="0" lang="en-US" altLang="zh-CN" baseline="-25000" dirty="0">
                <a:sym typeface="Symbol" panose="05050102010706020507" pitchFamily="18" charset="2"/>
              </a:rPr>
              <a:t>1</a:t>
            </a:r>
            <a:r>
              <a:rPr kumimoji="0" lang="en-US" altLang="zh-CN" dirty="0">
                <a:sym typeface="Symbol" panose="05050102010706020507" pitchFamily="18" charset="2"/>
              </a:rPr>
              <a:t></a:t>
            </a:r>
            <a:r>
              <a:rPr kumimoji="0" lang="en-US" altLang="zh-CN" baseline="-25000" dirty="0">
                <a:sym typeface="Symbol" panose="05050102010706020507" pitchFamily="18" charset="2"/>
              </a:rPr>
              <a:t>2</a:t>
            </a:r>
            <a:r>
              <a:rPr kumimoji="0" lang="en-US" altLang="zh-CN" dirty="0">
                <a:sym typeface="Symbol" panose="05050102010706020507" pitchFamily="18" charset="2"/>
              </a:rPr>
              <a:t>…</a:t>
            </a:r>
            <a:r>
              <a:rPr kumimoji="0" lang="en-US" altLang="zh-CN" baseline="-25000" dirty="0">
                <a:sym typeface="Symbol" panose="05050102010706020507" pitchFamily="18" charset="2"/>
              </a:rPr>
              <a:t>n</a:t>
            </a:r>
            <a:r>
              <a:rPr kumimoji="0" lang="en-US" altLang="zh-CN" dirty="0">
                <a:sym typeface="Symbol" panose="05050102010706020507" pitchFamily="18" charset="2"/>
              </a:rPr>
              <a:t> </a:t>
            </a:r>
            <a:endParaRPr kumimoji="0" lang="en-US" altLang="zh-CN" dirty="0">
              <a:sym typeface="Symbol" panose="05050102010706020507" pitchFamily="18" charset="2"/>
            </a:endParaRPr>
          </a:p>
          <a:p>
            <a:pPr lvl="1" eaLnBrk="1" hangingPunct="1"/>
            <a:r>
              <a:rPr kumimoji="0" lang="en-US" altLang="zh-CN" dirty="0">
                <a:sym typeface="Symbol" panose="05050102010706020507" pitchFamily="18" charset="2"/>
              </a:rPr>
              <a:t></a:t>
            </a:r>
            <a:r>
              <a:rPr kumimoji="0" lang="en-US" altLang="zh-CN" baseline="-25000" dirty="0">
                <a:sym typeface="Symbol" panose="05050102010706020507" pitchFamily="18" charset="2"/>
              </a:rPr>
              <a:t>1</a:t>
            </a:r>
            <a:r>
              <a:rPr kumimoji="0" lang="en-US" altLang="zh-CN" dirty="0">
                <a:sym typeface="Symbol" panose="05050102010706020507" pitchFamily="18" charset="2"/>
              </a:rPr>
              <a:t>≡A</a:t>
            </a:r>
            <a:r>
              <a:rPr kumimoji="0" lang="zh-CN" altLang="en-US" dirty="0">
                <a:sym typeface="Symbol" panose="05050102010706020507" pitchFamily="18" charset="2"/>
              </a:rPr>
              <a:t>，单节点，标记为</a:t>
            </a:r>
            <a:r>
              <a:rPr kumimoji="0" lang="en-US" altLang="zh-CN" dirty="0">
                <a:sym typeface="Symbol" panose="05050102010706020507" pitchFamily="18" charset="2"/>
              </a:rPr>
              <a:t>A</a:t>
            </a:r>
            <a:endParaRPr kumimoji="0" lang="en-US" altLang="zh-CN" dirty="0">
              <a:sym typeface="Symbol" panose="05050102010706020507" pitchFamily="18" charset="2"/>
            </a:endParaRPr>
          </a:p>
          <a:p>
            <a:pPr lvl="1" eaLnBrk="1" hangingPunct="1"/>
            <a:r>
              <a:rPr kumimoji="0" lang="en-US" altLang="zh-CN" dirty="0">
                <a:sym typeface="Symbol" panose="05050102010706020507" pitchFamily="18" charset="2"/>
              </a:rPr>
              <a:t></a:t>
            </a:r>
            <a:r>
              <a:rPr kumimoji="0" lang="en-US" altLang="zh-CN" baseline="-25000" dirty="0">
                <a:sym typeface="Symbol" panose="05050102010706020507" pitchFamily="18" charset="2"/>
              </a:rPr>
              <a:t>i-1</a:t>
            </a:r>
            <a:r>
              <a:rPr kumimoji="0" lang="en-US" altLang="zh-CN" dirty="0">
                <a:sym typeface="Symbol" panose="05050102010706020507" pitchFamily="18" charset="2"/>
              </a:rPr>
              <a:t>=X</a:t>
            </a:r>
            <a:r>
              <a:rPr kumimoji="0" lang="en-US" altLang="zh-CN" baseline="-25000" dirty="0">
                <a:sym typeface="Symbol" panose="05050102010706020507" pitchFamily="18" charset="2"/>
              </a:rPr>
              <a:t>1</a:t>
            </a:r>
            <a:r>
              <a:rPr kumimoji="0" lang="en-US" altLang="zh-CN" dirty="0">
                <a:sym typeface="Symbol" panose="05050102010706020507" pitchFamily="18" charset="2"/>
              </a:rPr>
              <a:t>X</a:t>
            </a:r>
            <a:r>
              <a:rPr kumimoji="0" lang="en-US" altLang="zh-CN" baseline="-25000" dirty="0">
                <a:sym typeface="Symbol" panose="05050102010706020507" pitchFamily="18" charset="2"/>
              </a:rPr>
              <a:t>2</a:t>
            </a:r>
            <a:r>
              <a:rPr kumimoji="0" lang="en-US" altLang="zh-CN" dirty="0">
                <a:sym typeface="Symbol" panose="05050102010706020507" pitchFamily="18" charset="2"/>
              </a:rPr>
              <a:t>…</a:t>
            </a:r>
            <a:r>
              <a:rPr kumimoji="0" lang="en-US" altLang="zh-CN" dirty="0" err="1">
                <a:sym typeface="Symbol" panose="05050102010706020507" pitchFamily="18" charset="2"/>
              </a:rPr>
              <a:t>X</a:t>
            </a:r>
            <a:r>
              <a:rPr kumimoji="0" lang="en-US" altLang="zh-CN" baseline="-25000" dirty="0" err="1">
                <a:sym typeface="Symbol" panose="05050102010706020507" pitchFamily="18" charset="2"/>
              </a:rPr>
              <a:t>k</a:t>
            </a:r>
            <a:r>
              <a:rPr kumimoji="0" lang="zh-CN" altLang="en-US" dirty="0">
                <a:sym typeface="Symbol" panose="05050102010706020507" pitchFamily="18" charset="2"/>
              </a:rPr>
              <a:t>对应语法树</a:t>
            </a:r>
            <a:r>
              <a:rPr kumimoji="0" lang="en-US" altLang="zh-CN" dirty="0">
                <a:sym typeface="Symbol" panose="05050102010706020507" pitchFamily="18" charset="2"/>
              </a:rPr>
              <a:t>T</a:t>
            </a:r>
            <a:endParaRPr kumimoji="0" lang="en-US" altLang="zh-CN" dirty="0">
              <a:sym typeface="Symbol" panose="05050102010706020507" pitchFamily="18" charset="2"/>
            </a:endParaRPr>
          </a:p>
          <a:p>
            <a:pPr lvl="1" eaLnBrk="1" hangingPunct="1"/>
            <a:r>
              <a:rPr kumimoji="0" lang="zh-CN" altLang="en-US" dirty="0">
                <a:sym typeface="Symbol" panose="05050102010706020507" pitchFamily="18" charset="2"/>
              </a:rPr>
              <a:t>第</a:t>
            </a:r>
            <a:r>
              <a:rPr kumimoji="0" lang="en-US" altLang="zh-CN" dirty="0" err="1">
                <a:sym typeface="Symbol" panose="05050102010706020507" pitchFamily="18" charset="2"/>
              </a:rPr>
              <a:t>i</a:t>
            </a:r>
            <a:r>
              <a:rPr kumimoji="0" lang="zh-CN" altLang="en-US" dirty="0">
                <a:sym typeface="Symbol" panose="05050102010706020507" pitchFamily="18" charset="2"/>
              </a:rPr>
              <a:t>步推导，</a:t>
            </a:r>
            <a:r>
              <a:rPr kumimoji="0" lang="en-US" altLang="zh-CN" dirty="0">
                <a:sym typeface="Symbol" panose="05050102010706020507" pitchFamily="18" charset="2"/>
              </a:rPr>
              <a:t>X</a:t>
            </a:r>
            <a:r>
              <a:rPr kumimoji="0" lang="en-US" altLang="zh-CN" baseline="-25000" dirty="0">
                <a:sym typeface="Symbol" panose="05050102010706020507" pitchFamily="18" charset="2"/>
              </a:rPr>
              <a:t>j</a:t>
            </a:r>
            <a:r>
              <a:rPr kumimoji="0" lang="en-US" altLang="zh-CN" dirty="0">
                <a:sym typeface="Symbol" panose="05050102010706020507" pitchFamily="18" charset="2"/>
              </a:rPr>
              <a:t></a:t>
            </a:r>
            <a:r>
              <a:rPr kumimoji="0" lang="en-US" altLang="zh-CN" dirty="0">
                <a:sym typeface="Wingdings" panose="05000000000000000000" pitchFamily="2" charset="2"/>
              </a:rPr>
              <a:t>Y</a:t>
            </a:r>
            <a:r>
              <a:rPr kumimoji="0" lang="en-US" altLang="zh-CN" baseline="-25000" dirty="0">
                <a:sym typeface="Wingdings" panose="05000000000000000000" pitchFamily="2" charset="2"/>
              </a:rPr>
              <a:t>1</a:t>
            </a:r>
            <a:r>
              <a:rPr kumimoji="0" lang="en-US" altLang="zh-CN" dirty="0">
                <a:sym typeface="Wingdings" panose="05000000000000000000" pitchFamily="2" charset="2"/>
              </a:rPr>
              <a:t>Y</a:t>
            </a:r>
            <a:r>
              <a:rPr kumimoji="0" lang="en-US" altLang="zh-CN" baseline="-25000" dirty="0">
                <a:sym typeface="Wingdings" panose="05000000000000000000" pitchFamily="2" charset="2"/>
              </a:rPr>
              <a:t>2</a:t>
            </a:r>
            <a:r>
              <a:rPr kumimoji="0" lang="en-US" altLang="zh-CN" dirty="0">
                <a:sym typeface="Wingdings" panose="05000000000000000000" pitchFamily="2" charset="2"/>
              </a:rPr>
              <a:t>…</a:t>
            </a:r>
            <a:r>
              <a:rPr kumimoji="0" lang="en-US" altLang="zh-CN" dirty="0" err="1">
                <a:sym typeface="Wingdings" panose="05000000000000000000" pitchFamily="2" charset="2"/>
              </a:rPr>
              <a:t>Y</a:t>
            </a:r>
            <a:r>
              <a:rPr kumimoji="0" lang="en-US" altLang="zh-CN" baseline="-25000" dirty="0" err="1">
                <a:sym typeface="Wingdings" panose="05000000000000000000" pitchFamily="2" charset="2"/>
              </a:rPr>
              <a:t>r</a:t>
            </a:r>
            <a:endParaRPr kumimoji="0" lang="en-US" altLang="zh-CN" baseline="-25000" dirty="0">
              <a:sym typeface="Wingdings" panose="05000000000000000000" pitchFamily="2" charset="2"/>
            </a:endParaRPr>
          </a:p>
          <a:p>
            <a:pPr lvl="1" eaLnBrk="1" hangingPunct="1"/>
            <a:r>
              <a:rPr kumimoji="0" lang="en-US" altLang="zh-CN" dirty="0">
                <a:sym typeface="Wingdings" panose="05000000000000000000" pitchFamily="2" charset="2"/>
              </a:rPr>
              <a:t>T</a:t>
            </a:r>
            <a:r>
              <a:rPr kumimoji="0" lang="zh-CN" altLang="en-US" dirty="0">
                <a:sym typeface="Wingdings" panose="05000000000000000000" pitchFamily="2" charset="2"/>
              </a:rPr>
              <a:t>的第</a:t>
            </a:r>
            <a:r>
              <a:rPr kumimoji="0" lang="en-US" altLang="zh-CN" dirty="0">
                <a:sym typeface="Wingdings" panose="05000000000000000000" pitchFamily="2" charset="2"/>
              </a:rPr>
              <a:t>j</a:t>
            </a:r>
            <a:r>
              <a:rPr kumimoji="0" lang="zh-CN" altLang="en-US" dirty="0">
                <a:sym typeface="Wingdings" panose="05000000000000000000" pitchFamily="2" charset="2"/>
              </a:rPr>
              <a:t>个叶节点，添加</a:t>
            </a:r>
            <a:r>
              <a:rPr kumimoji="0" lang="en-US" altLang="zh-CN" dirty="0">
                <a:sym typeface="Wingdings" panose="05000000000000000000" pitchFamily="2" charset="2"/>
              </a:rPr>
              <a:t>r</a:t>
            </a:r>
            <a:r>
              <a:rPr kumimoji="0" lang="zh-CN" altLang="en-US" dirty="0">
                <a:sym typeface="Wingdings" panose="05000000000000000000" pitchFamily="2" charset="2"/>
              </a:rPr>
              <a:t>个孩子节点</a:t>
            </a:r>
            <a:r>
              <a:rPr kumimoji="0" lang="en-US" altLang="zh-CN" dirty="0">
                <a:sym typeface="Wingdings" panose="05000000000000000000" pitchFamily="2" charset="2"/>
              </a:rPr>
              <a:t>Y</a:t>
            </a:r>
            <a:r>
              <a:rPr kumimoji="0" lang="en-US" altLang="zh-CN" baseline="-25000" dirty="0">
                <a:sym typeface="Wingdings" panose="05000000000000000000" pitchFamily="2" charset="2"/>
              </a:rPr>
              <a:t>1</a:t>
            </a:r>
            <a:r>
              <a:rPr kumimoji="0" lang="zh-CN" altLang="en-US" dirty="0">
                <a:sym typeface="Wingdings" panose="05000000000000000000" pitchFamily="2" charset="2"/>
              </a:rPr>
              <a:t>、</a:t>
            </a:r>
            <a:r>
              <a:rPr kumimoji="0" lang="en-US" altLang="zh-CN" dirty="0">
                <a:sym typeface="Wingdings" panose="05000000000000000000" pitchFamily="2" charset="2"/>
              </a:rPr>
              <a:t>Y</a:t>
            </a:r>
            <a:r>
              <a:rPr kumimoji="0" lang="en-US" altLang="zh-CN" baseline="-25000" dirty="0">
                <a:sym typeface="Wingdings" panose="05000000000000000000" pitchFamily="2" charset="2"/>
              </a:rPr>
              <a:t>2</a:t>
            </a:r>
            <a:r>
              <a:rPr kumimoji="0" lang="zh-CN" altLang="en-US" dirty="0">
                <a:sym typeface="Wingdings" panose="05000000000000000000" pitchFamily="2" charset="2"/>
              </a:rPr>
              <a:t>、</a:t>
            </a:r>
            <a:r>
              <a:rPr kumimoji="0" lang="en-US" altLang="zh-CN" dirty="0">
                <a:sym typeface="Wingdings" panose="05000000000000000000" pitchFamily="2" charset="2"/>
              </a:rPr>
              <a:t>…</a:t>
            </a:r>
            <a:r>
              <a:rPr kumimoji="0" lang="zh-CN" altLang="en-US" dirty="0">
                <a:sym typeface="Wingdings" panose="05000000000000000000" pitchFamily="2" charset="2"/>
              </a:rPr>
              <a:t>、</a:t>
            </a:r>
            <a:r>
              <a:rPr kumimoji="0" lang="en-US" altLang="zh-CN" dirty="0" err="1">
                <a:sym typeface="Wingdings" panose="05000000000000000000" pitchFamily="2" charset="2"/>
              </a:rPr>
              <a:t>Y</a:t>
            </a:r>
            <a:r>
              <a:rPr kumimoji="0" lang="en-US" altLang="zh-CN" baseline="-25000" dirty="0" err="1">
                <a:sym typeface="Wingdings" panose="05000000000000000000" pitchFamily="2" charset="2"/>
              </a:rPr>
              <a:t>r</a:t>
            </a:r>
            <a:r>
              <a:rPr kumimoji="0" lang="zh-CN" altLang="en-US" dirty="0">
                <a:sym typeface="Wingdings" panose="05000000000000000000" pitchFamily="2" charset="2"/>
              </a:rPr>
              <a:t>，特殊情况，</a:t>
            </a:r>
            <a:r>
              <a:rPr kumimoji="0" lang="en-US" altLang="zh-CN" dirty="0">
                <a:sym typeface="Wingdings" panose="05000000000000000000" pitchFamily="2" charset="2"/>
              </a:rPr>
              <a:t>r=0</a:t>
            </a:r>
            <a:r>
              <a:rPr kumimoji="0" lang="zh-CN" altLang="en-US" dirty="0">
                <a:sym typeface="Wingdings" panose="05000000000000000000" pitchFamily="2" charset="2"/>
              </a:rPr>
              <a:t>，一个孩子</a:t>
            </a:r>
            <a:r>
              <a:rPr kumimoji="0" lang="en-US" altLang="zh-CN" dirty="0">
                <a:latin typeface="Symbol" panose="05050102010706020507" pitchFamily="18" charset="2"/>
                <a:sym typeface="Symbol" panose="05050102010706020507" pitchFamily="18" charset="2"/>
              </a:rPr>
              <a:t>e</a:t>
            </a:r>
            <a:endParaRPr kumimoji="0" lang="en-US" altLang="zh-CN" dirty="0">
              <a:latin typeface="Symbol" panose="05050102010706020507" pitchFamily="18" charset="2"/>
              <a:sym typeface="Symbol" panose="05050102010706020507" pitchFamily="18" charset="2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例</a:t>
            </a:r>
            <a:r>
              <a:rPr lang="en-US" altLang="zh-CN"/>
              <a:t>4.5</a:t>
            </a:r>
            <a:endParaRPr lang="en-US" altLang="zh-CN"/>
          </a:p>
        </p:txBody>
      </p:sp>
      <p:sp>
        <p:nvSpPr>
          <p:cNvPr id="327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182688" y="1143000"/>
            <a:ext cx="7772400" cy="609600"/>
          </a:xfrm>
        </p:spPr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kumimoji="0" lang="en-US" altLang="zh-CN" sz="2800"/>
              <a:t>E </a:t>
            </a:r>
            <a:r>
              <a:rPr kumimoji="0" lang="en-US" altLang="zh-CN" sz="2800">
                <a:sym typeface="Symbol" panose="05050102010706020507" pitchFamily="18" charset="2"/>
              </a:rPr>
              <a:t> -E  -(E)  -(E+E)  -(</a:t>
            </a:r>
            <a:r>
              <a:rPr kumimoji="0" lang="en-US" altLang="zh-CN" sz="2800" b="1">
                <a:sym typeface="Symbol" panose="05050102010706020507" pitchFamily="18" charset="2"/>
              </a:rPr>
              <a:t>id</a:t>
            </a:r>
            <a:r>
              <a:rPr kumimoji="0" lang="en-US" altLang="zh-CN" sz="2800">
                <a:sym typeface="Symbol" panose="05050102010706020507" pitchFamily="18" charset="2"/>
              </a:rPr>
              <a:t>+E)  -(</a:t>
            </a:r>
            <a:r>
              <a:rPr kumimoji="0" lang="en-US" altLang="zh-CN" sz="2800" b="1">
                <a:sym typeface="Symbol" panose="05050102010706020507" pitchFamily="18" charset="2"/>
              </a:rPr>
              <a:t>id</a:t>
            </a:r>
            <a:r>
              <a:rPr kumimoji="0" lang="en-US" altLang="zh-CN" sz="2800">
                <a:sym typeface="Symbol" panose="05050102010706020507" pitchFamily="18" charset="2"/>
              </a:rPr>
              <a:t>+</a:t>
            </a:r>
            <a:r>
              <a:rPr kumimoji="0" lang="en-US" altLang="zh-CN" sz="2800" b="1">
                <a:sym typeface="Symbol" panose="05050102010706020507" pitchFamily="18" charset="2"/>
              </a:rPr>
              <a:t>id</a:t>
            </a:r>
            <a:r>
              <a:rPr kumimoji="0" lang="en-US" altLang="zh-CN" sz="2800">
                <a:sym typeface="Symbol" panose="05050102010706020507" pitchFamily="18" charset="2"/>
              </a:rPr>
              <a:t>)</a:t>
            </a:r>
            <a:endParaRPr kumimoji="0" lang="en-US" altLang="zh-CN" sz="2800">
              <a:sym typeface="Symbol" panose="05050102010706020507" pitchFamily="18" charset="2"/>
            </a:endParaRPr>
          </a:p>
        </p:txBody>
      </p:sp>
      <p:pic>
        <p:nvPicPr>
          <p:cNvPr id="32772" name="Picture 4" descr="d1t1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20888" y="1785938"/>
            <a:ext cx="354012" cy="314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2773" name="Picture 5" descr="d1t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35438" y="1785938"/>
            <a:ext cx="1160462" cy="822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2774" name="Picture 6" descr="d1t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89738" y="1785938"/>
            <a:ext cx="1558925" cy="1343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2775" name="Picture 7" descr="d1t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55738" y="2720975"/>
            <a:ext cx="1558925" cy="1851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2776" name="Text Box 10"/>
          <p:cNvSpPr txBox="1">
            <a:spLocks noChangeArrowheads="1"/>
          </p:cNvSpPr>
          <p:nvPr/>
        </p:nvSpPr>
        <p:spPr bwMode="auto">
          <a:xfrm>
            <a:off x="2971800" y="1617663"/>
            <a:ext cx="533400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>
                <a:sym typeface="Symbol" panose="05050102010706020507" pitchFamily="18" charset="2"/>
              </a:rPr>
              <a:t></a:t>
            </a:r>
            <a:endParaRPr kumimoji="0" lang="en-US" altLang="zh-CN">
              <a:sym typeface="Symbol" panose="05050102010706020507" pitchFamily="18" charset="2"/>
            </a:endParaRPr>
          </a:p>
        </p:txBody>
      </p:sp>
      <p:sp>
        <p:nvSpPr>
          <p:cNvPr id="32777" name="Text Box 11"/>
          <p:cNvSpPr txBox="1">
            <a:spLocks noChangeArrowheads="1"/>
          </p:cNvSpPr>
          <p:nvPr/>
        </p:nvSpPr>
        <p:spPr bwMode="auto">
          <a:xfrm>
            <a:off x="5791200" y="1617663"/>
            <a:ext cx="533400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>
                <a:sym typeface="Symbol" panose="05050102010706020507" pitchFamily="18" charset="2"/>
              </a:rPr>
              <a:t></a:t>
            </a:r>
            <a:endParaRPr kumimoji="0" lang="en-US" altLang="zh-CN">
              <a:sym typeface="Symbol" panose="05050102010706020507" pitchFamily="18" charset="2"/>
            </a:endParaRPr>
          </a:p>
        </p:txBody>
      </p:sp>
      <p:sp>
        <p:nvSpPr>
          <p:cNvPr id="32778" name="Text Box 14"/>
          <p:cNvSpPr txBox="1">
            <a:spLocks noChangeArrowheads="1"/>
          </p:cNvSpPr>
          <p:nvPr/>
        </p:nvSpPr>
        <p:spPr bwMode="auto">
          <a:xfrm>
            <a:off x="762000" y="2547938"/>
            <a:ext cx="533400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>
                <a:sym typeface="Symbol" panose="05050102010706020507" pitchFamily="18" charset="2"/>
              </a:rPr>
              <a:t></a:t>
            </a:r>
            <a:endParaRPr kumimoji="0" lang="en-US" altLang="zh-CN">
              <a:sym typeface="Symbol" panose="05050102010706020507" pitchFamily="18" charset="2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例</a:t>
            </a:r>
            <a:r>
              <a:rPr lang="en-US" altLang="zh-CN"/>
              <a:t>4.5</a:t>
            </a:r>
            <a:endParaRPr lang="en-US" altLang="zh-CN"/>
          </a:p>
        </p:txBody>
      </p:sp>
      <p:sp>
        <p:nvSpPr>
          <p:cNvPr id="337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182688" y="1143000"/>
            <a:ext cx="7772400" cy="609600"/>
          </a:xfrm>
        </p:spPr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kumimoji="0" lang="en-US" altLang="zh-CN" sz="2800"/>
              <a:t>E </a:t>
            </a:r>
            <a:r>
              <a:rPr kumimoji="0" lang="en-US" altLang="zh-CN" sz="2800">
                <a:sym typeface="Symbol" panose="05050102010706020507" pitchFamily="18" charset="2"/>
              </a:rPr>
              <a:t> -E  -(E)  -(E+E)  -(</a:t>
            </a:r>
            <a:r>
              <a:rPr kumimoji="0" lang="en-US" altLang="zh-CN" sz="2800" b="1">
                <a:sym typeface="Symbol" panose="05050102010706020507" pitchFamily="18" charset="2"/>
              </a:rPr>
              <a:t>id</a:t>
            </a:r>
            <a:r>
              <a:rPr kumimoji="0" lang="en-US" altLang="zh-CN" sz="2800">
                <a:sym typeface="Symbol" panose="05050102010706020507" pitchFamily="18" charset="2"/>
              </a:rPr>
              <a:t>+E)  -(</a:t>
            </a:r>
            <a:r>
              <a:rPr kumimoji="0" lang="en-US" altLang="zh-CN" sz="2800" b="1">
                <a:sym typeface="Symbol" panose="05050102010706020507" pitchFamily="18" charset="2"/>
              </a:rPr>
              <a:t>id</a:t>
            </a:r>
            <a:r>
              <a:rPr kumimoji="0" lang="en-US" altLang="zh-CN" sz="2800">
                <a:sym typeface="Symbol" panose="05050102010706020507" pitchFamily="18" charset="2"/>
              </a:rPr>
              <a:t>+</a:t>
            </a:r>
            <a:r>
              <a:rPr kumimoji="0" lang="en-US" altLang="zh-CN" sz="2800" b="1">
                <a:sym typeface="Symbol" panose="05050102010706020507" pitchFamily="18" charset="2"/>
              </a:rPr>
              <a:t>id</a:t>
            </a:r>
            <a:r>
              <a:rPr kumimoji="0" lang="en-US" altLang="zh-CN" sz="2800">
                <a:sym typeface="Symbol" panose="05050102010706020507" pitchFamily="18" charset="2"/>
              </a:rPr>
              <a:t>)</a:t>
            </a:r>
            <a:endParaRPr kumimoji="0" lang="en-US" altLang="zh-CN" sz="2800">
              <a:sym typeface="Symbol" panose="05050102010706020507" pitchFamily="18" charset="2"/>
            </a:endParaRPr>
          </a:p>
        </p:txBody>
      </p:sp>
      <p:pic>
        <p:nvPicPr>
          <p:cNvPr id="33796" name="Picture 7" descr="d1t4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55738" y="1644650"/>
            <a:ext cx="1558925" cy="1851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3797" name="Picture 8" descr="d1t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22738" y="1644650"/>
            <a:ext cx="1558925" cy="2393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3798" name="Picture 9" descr="d1t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23075" y="1644650"/>
            <a:ext cx="1558925" cy="2393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3799" name="Text Box 12"/>
          <p:cNvSpPr txBox="1">
            <a:spLocks noChangeArrowheads="1"/>
          </p:cNvSpPr>
          <p:nvPr/>
        </p:nvSpPr>
        <p:spPr bwMode="auto">
          <a:xfrm>
            <a:off x="2971800" y="1471613"/>
            <a:ext cx="533400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>
                <a:sym typeface="Symbol" panose="05050102010706020507" pitchFamily="18" charset="2"/>
              </a:rPr>
              <a:t></a:t>
            </a:r>
            <a:endParaRPr kumimoji="0" lang="en-US" altLang="zh-CN">
              <a:sym typeface="Symbol" panose="05050102010706020507" pitchFamily="18" charset="2"/>
            </a:endParaRPr>
          </a:p>
        </p:txBody>
      </p:sp>
      <p:sp>
        <p:nvSpPr>
          <p:cNvPr id="33800" name="Text Box 13"/>
          <p:cNvSpPr txBox="1">
            <a:spLocks noChangeArrowheads="1"/>
          </p:cNvSpPr>
          <p:nvPr/>
        </p:nvSpPr>
        <p:spPr bwMode="auto">
          <a:xfrm>
            <a:off x="5791200" y="1471613"/>
            <a:ext cx="533400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>
                <a:sym typeface="Symbol" panose="05050102010706020507" pitchFamily="18" charset="2"/>
              </a:rPr>
              <a:t></a:t>
            </a:r>
            <a:endParaRPr kumimoji="0" lang="en-US" altLang="zh-CN">
              <a:sym typeface="Symbol" panose="05050102010706020507" pitchFamily="18" charset="2"/>
            </a:endParaRPr>
          </a:p>
        </p:txBody>
      </p:sp>
      <p:sp>
        <p:nvSpPr>
          <p:cNvPr id="33801" name="Rectangle 15"/>
          <p:cNvSpPr>
            <a:spLocks noChangeArrowheads="1"/>
          </p:cNvSpPr>
          <p:nvPr/>
        </p:nvSpPr>
        <p:spPr bwMode="auto">
          <a:xfrm>
            <a:off x="1176338" y="4038600"/>
            <a:ext cx="7772400" cy="1600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Wingdings" panose="05000000000000000000" pitchFamily="2" charset="2"/>
              <a:buNone/>
            </a:pPr>
            <a:r>
              <a:rPr kumimoji="0" lang="en-US" altLang="zh-CN" sz="2800" dirty="0"/>
              <a:t>E </a:t>
            </a:r>
            <a:r>
              <a:rPr kumimoji="0" lang="en-US" altLang="zh-CN" sz="2800" dirty="0">
                <a:sym typeface="Symbol" panose="05050102010706020507" pitchFamily="18" charset="2"/>
              </a:rPr>
              <a:t> -E  -(E)  -(E+E)  -(</a:t>
            </a:r>
            <a:r>
              <a:rPr kumimoji="0" lang="en-US" altLang="zh-CN" sz="2800" dirty="0" err="1">
                <a:sym typeface="Symbol" panose="05050102010706020507" pitchFamily="18" charset="2"/>
              </a:rPr>
              <a:t>E+</a:t>
            </a:r>
            <a:r>
              <a:rPr kumimoji="0" lang="en-US" altLang="zh-CN" sz="2800" b="1" dirty="0" err="1">
                <a:sym typeface="Symbol" panose="05050102010706020507" pitchFamily="18" charset="2"/>
              </a:rPr>
              <a:t>id</a:t>
            </a:r>
            <a:r>
              <a:rPr kumimoji="0" lang="en-US" altLang="zh-CN" sz="2800" dirty="0">
                <a:sym typeface="Symbol" panose="05050102010706020507" pitchFamily="18" charset="2"/>
              </a:rPr>
              <a:t>)  -(</a:t>
            </a:r>
            <a:r>
              <a:rPr kumimoji="0" lang="en-US" altLang="zh-CN" sz="2800" b="1" dirty="0" err="1">
                <a:sym typeface="Symbol" panose="05050102010706020507" pitchFamily="18" charset="2"/>
              </a:rPr>
              <a:t>id</a:t>
            </a:r>
            <a:r>
              <a:rPr kumimoji="0" lang="en-US" altLang="zh-CN" sz="2800" dirty="0" err="1">
                <a:sym typeface="Symbol" panose="05050102010706020507" pitchFamily="18" charset="2"/>
              </a:rPr>
              <a:t>+</a:t>
            </a:r>
            <a:r>
              <a:rPr kumimoji="0" lang="en-US" altLang="zh-CN" sz="2800" b="1" dirty="0" err="1">
                <a:sym typeface="Symbol" panose="05050102010706020507" pitchFamily="18" charset="2"/>
              </a:rPr>
              <a:t>id</a:t>
            </a:r>
            <a:r>
              <a:rPr kumimoji="0" lang="en-US" altLang="zh-CN" sz="2800" dirty="0">
                <a:sym typeface="Symbol" panose="05050102010706020507" pitchFamily="18" charset="2"/>
              </a:rPr>
              <a:t>)</a:t>
            </a:r>
            <a:endParaRPr kumimoji="0" lang="en-US" altLang="zh-CN" sz="2800" dirty="0">
              <a:sym typeface="Symbol" panose="05050102010706020507" pitchFamily="18" charset="2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kumimoji="0" lang="zh-CN" altLang="en-US" sz="2800" dirty="0">
                <a:solidFill>
                  <a:schemeClr val="hlink"/>
                </a:solidFill>
                <a:sym typeface="Symbol" panose="05050102010706020507" pitchFamily="18" charset="2"/>
              </a:rPr>
              <a:t>一棵语法树可</a:t>
            </a:r>
            <a:r>
              <a:rPr kumimoji="0" lang="zh-CN" altLang="en-US" sz="2800" dirty="0">
                <a:solidFill>
                  <a:schemeClr val="hlink"/>
                </a:solidFill>
                <a:sym typeface="Wingdings" panose="05000000000000000000" pitchFamily="2" charset="2"/>
              </a:rPr>
              <a:t>对应多个推导</a:t>
            </a:r>
            <a:endParaRPr kumimoji="0" lang="zh-CN" altLang="en-US" sz="2800" dirty="0">
              <a:solidFill>
                <a:schemeClr val="hlink"/>
              </a:solidFill>
              <a:sym typeface="Wingdings" panose="05000000000000000000" pitchFamily="2" charset="2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kumimoji="0" lang="zh-CN" altLang="en-US" sz="2800" dirty="0">
                <a:solidFill>
                  <a:schemeClr val="hlink"/>
                </a:solidFill>
                <a:sym typeface="Symbol" panose="05050102010706020507" pitchFamily="18" charset="2"/>
              </a:rPr>
              <a:t>一棵语法树</a:t>
            </a:r>
            <a:r>
              <a:rPr kumimoji="0" lang="zh-CN" altLang="en-US" sz="2800" dirty="0">
                <a:solidFill>
                  <a:schemeClr val="hlink"/>
                </a:solidFill>
                <a:sym typeface="Wingdings" panose="05000000000000000000" pitchFamily="2" charset="2"/>
              </a:rPr>
              <a:t>对应唯一最左推导，唯一最右推导</a:t>
            </a:r>
            <a:endParaRPr kumimoji="0" lang="zh-CN" altLang="en-US" sz="2800" dirty="0">
              <a:solidFill>
                <a:schemeClr val="hlink"/>
              </a:solidFill>
              <a:sym typeface="Wingdings" panose="05000000000000000000" pitchFamily="2" charset="2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4.2.4  </a:t>
            </a:r>
            <a:r>
              <a:rPr lang="zh-CN" altLang="en-US"/>
              <a:t>二义性文法（例</a:t>
            </a:r>
            <a:r>
              <a:rPr lang="en-US" altLang="zh-CN"/>
              <a:t>4.6</a:t>
            </a:r>
            <a:r>
              <a:rPr lang="zh-CN" altLang="en-US"/>
              <a:t>）</a:t>
            </a:r>
            <a:endParaRPr lang="zh-CN" altLang="en-US"/>
          </a:p>
        </p:txBody>
      </p:sp>
      <p:sp>
        <p:nvSpPr>
          <p:cNvPr id="348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182688" y="4953000"/>
            <a:ext cx="7772400" cy="533400"/>
          </a:xfrm>
        </p:spPr>
        <p:txBody>
          <a:bodyPr/>
          <a:lstStyle/>
          <a:p>
            <a:pPr eaLnBrk="1" hangingPunct="1"/>
            <a:r>
              <a:rPr lang="zh-CN" altLang="en-US" sz="2800" dirty="0"/>
              <a:t>句子</a:t>
            </a:r>
            <a:r>
              <a:rPr lang="zh-CN" altLang="en-US" sz="2800" dirty="0">
                <a:sym typeface="Wingdings" panose="05000000000000000000" pitchFamily="2" charset="2"/>
              </a:rPr>
              <a:t>对应多棵语法树，多个最左（右）推导</a:t>
            </a:r>
            <a:endParaRPr lang="zh-CN" altLang="en-US" sz="2800" dirty="0"/>
          </a:p>
        </p:txBody>
      </p:sp>
      <p:sp>
        <p:nvSpPr>
          <p:cNvPr id="34820" name="Rectangle 4"/>
          <p:cNvSpPr>
            <a:spLocks noChangeArrowheads="1"/>
          </p:cNvSpPr>
          <p:nvPr/>
        </p:nvSpPr>
        <p:spPr bwMode="auto">
          <a:xfrm>
            <a:off x="1219200" y="1219200"/>
            <a:ext cx="3581400" cy="1600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kumimoji="0" lang="en-US" altLang="zh-CN" sz="2800"/>
              <a:t>E </a:t>
            </a:r>
            <a:r>
              <a:rPr kumimoji="0" lang="en-US" altLang="zh-CN" sz="2800">
                <a:sym typeface="Symbol" panose="05050102010706020507" pitchFamily="18" charset="2"/>
              </a:rPr>
              <a:t> E+E  </a:t>
            </a:r>
            <a:r>
              <a:rPr kumimoji="0" lang="en-US" altLang="zh-CN" sz="2800" b="1">
                <a:sym typeface="Symbol" panose="05050102010706020507" pitchFamily="18" charset="2"/>
              </a:rPr>
              <a:t>id</a:t>
            </a:r>
            <a:r>
              <a:rPr kumimoji="0" lang="en-US" altLang="zh-CN" sz="2800">
                <a:sym typeface="Symbol" panose="05050102010706020507" pitchFamily="18" charset="2"/>
              </a:rPr>
              <a:t>+E </a:t>
            </a:r>
            <a:br>
              <a:rPr kumimoji="0" lang="en-US" altLang="zh-CN" sz="2800">
                <a:sym typeface="Symbol" panose="05050102010706020507" pitchFamily="18" charset="2"/>
              </a:rPr>
            </a:br>
            <a:r>
              <a:rPr kumimoji="0" lang="en-US" altLang="zh-CN" sz="2800">
                <a:sym typeface="Symbol" panose="05050102010706020507" pitchFamily="18" charset="2"/>
              </a:rPr>
              <a:t> </a:t>
            </a:r>
            <a:r>
              <a:rPr kumimoji="0" lang="en-US" altLang="zh-CN" sz="2800" b="1">
                <a:sym typeface="Symbol" panose="05050102010706020507" pitchFamily="18" charset="2"/>
              </a:rPr>
              <a:t>id</a:t>
            </a:r>
            <a:r>
              <a:rPr kumimoji="0" lang="en-US" altLang="zh-CN" sz="2800">
                <a:sym typeface="Symbol" panose="05050102010706020507" pitchFamily="18" charset="2"/>
              </a:rPr>
              <a:t>+E*E</a:t>
            </a:r>
            <a:br>
              <a:rPr kumimoji="0" lang="en-US" altLang="zh-CN" sz="2800">
                <a:sym typeface="Symbol" panose="05050102010706020507" pitchFamily="18" charset="2"/>
              </a:rPr>
            </a:br>
            <a:r>
              <a:rPr kumimoji="0" lang="en-US" altLang="zh-CN" sz="2800">
                <a:sym typeface="Symbol" panose="05050102010706020507" pitchFamily="18" charset="2"/>
              </a:rPr>
              <a:t> </a:t>
            </a:r>
            <a:r>
              <a:rPr kumimoji="0" lang="en-US" altLang="zh-CN" sz="2800" b="1">
                <a:sym typeface="Symbol" panose="05050102010706020507" pitchFamily="18" charset="2"/>
              </a:rPr>
              <a:t>id</a:t>
            </a:r>
            <a:r>
              <a:rPr kumimoji="0" lang="en-US" altLang="zh-CN" sz="2800">
                <a:sym typeface="Symbol" panose="05050102010706020507" pitchFamily="18" charset="2"/>
              </a:rPr>
              <a:t>+</a:t>
            </a:r>
            <a:r>
              <a:rPr kumimoji="0" lang="en-US" altLang="zh-CN" sz="2800" b="1">
                <a:sym typeface="Symbol" panose="05050102010706020507" pitchFamily="18" charset="2"/>
              </a:rPr>
              <a:t>id</a:t>
            </a:r>
            <a:r>
              <a:rPr kumimoji="0" lang="en-US" altLang="zh-CN" sz="2800">
                <a:sym typeface="Symbol" panose="05050102010706020507" pitchFamily="18" charset="2"/>
              </a:rPr>
              <a:t>*E</a:t>
            </a:r>
            <a:br>
              <a:rPr kumimoji="0" lang="en-US" altLang="zh-CN" sz="2800">
                <a:sym typeface="Symbol" panose="05050102010706020507" pitchFamily="18" charset="2"/>
              </a:rPr>
            </a:br>
            <a:r>
              <a:rPr kumimoji="0" lang="en-US" altLang="zh-CN" sz="2800">
                <a:sym typeface="Symbol" panose="05050102010706020507" pitchFamily="18" charset="2"/>
              </a:rPr>
              <a:t> </a:t>
            </a:r>
            <a:r>
              <a:rPr kumimoji="0" lang="en-US" altLang="zh-CN" sz="2800" b="1">
                <a:sym typeface="Symbol" panose="05050102010706020507" pitchFamily="18" charset="2"/>
              </a:rPr>
              <a:t>id</a:t>
            </a:r>
            <a:r>
              <a:rPr kumimoji="0" lang="en-US" altLang="zh-CN" sz="2800">
                <a:sym typeface="Symbol" panose="05050102010706020507" pitchFamily="18" charset="2"/>
              </a:rPr>
              <a:t>+</a:t>
            </a:r>
            <a:r>
              <a:rPr kumimoji="0" lang="en-US" altLang="zh-CN" sz="2800" b="1">
                <a:sym typeface="Symbol" panose="05050102010706020507" pitchFamily="18" charset="2"/>
              </a:rPr>
              <a:t>id</a:t>
            </a:r>
            <a:r>
              <a:rPr kumimoji="0" lang="en-US" altLang="zh-CN" sz="2800">
                <a:sym typeface="Symbol" panose="05050102010706020507" pitchFamily="18" charset="2"/>
              </a:rPr>
              <a:t>*</a:t>
            </a:r>
            <a:r>
              <a:rPr kumimoji="0" lang="en-US" altLang="zh-CN" sz="2800" b="1">
                <a:sym typeface="Symbol" panose="05050102010706020507" pitchFamily="18" charset="2"/>
              </a:rPr>
              <a:t>id</a:t>
            </a:r>
            <a:endParaRPr kumimoji="0" lang="en-US" altLang="zh-CN" sz="2800">
              <a:sym typeface="Symbol" panose="05050102010706020507" pitchFamily="18" charset="2"/>
            </a:endParaRPr>
          </a:p>
        </p:txBody>
      </p:sp>
      <p:sp>
        <p:nvSpPr>
          <p:cNvPr id="34821" name="Rectangle 5"/>
          <p:cNvSpPr>
            <a:spLocks noChangeArrowheads="1"/>
          </p:cNvSpPr>
          <p:nvPr/>
        </p:nvSpPr>
        <p:spPr bwMode="auto">
          <a:xfrm>
            <a:off x="5410200" y="1219200"/>
            <a:ext cx="3313113" cy="1600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kumimoji="0" lang="en-US" altLang="zh-CN" sz="2800"/>
              <a:t>E </a:t>
            </a:r>
            <a:r>
              <a:rPr kumimoji="0" lang="en-US" altLang="zh-CN" sz="2800">
                <a:sym typeface="Symbol" panose="05050102010706020507" pitchFamily="18" charset="2"/>
              </a:rPr>
              <a:t> E*E  E+E*E </a:t>
            </a:r>
            <a:br>
              <a:rPr kumimoji="0" lang="en-US" altLang="zh-CN" sz="2800">
                <a:sym typeface="Symbol" panose="05050102010706020507" pitchFamily="18" charset="2"/>
              </a:rPr>
            </a:br>
            <a:r>
              <a:rPr kumimoji="0" lang="en-US" altLang="zh-CN" sz="2800">
                <a:sym typeface="Symbol" panose="05050102010706020507" pitchFamily="18" charset="2"/>
              </a:rPr>
              <a:t> </a:t>
            </a:r>
            <a:r>
              <a:rPr kumimoji="0" lang="en-US" altLang="zh-CN" sz="2800" b="1">
                <a:sym typeface="Symbol" panose="05050102010706020507" pitchFamily="18" charset="2"/>
              </a:rPr>
              <a:t>id</a:t>
            </a:r>
            <a:r>
              <a:rPr kumimoji="0" lang="en-US" altLang="zh-CN" sz="2800">
                <a:sym typeface="Symbol" panose="05050102010706020507" pitchFamily="18" charset="2"/>
              </a:rPr>
              <a:t>+E*E</a:t>
            </a:r>
            <a:br>
              <a:rPr kumimoji="0" lang="en-US" altLang="zh-CN" sz="2800">
                <a:sym typeface="Symbol" panose="05050102010706020507" pitchFamily="18" charset="2"/>
              </a:rPr>
            </a:br>
            <a:r>
              <a:rPr kumimoji="0" lang="en-US" altLang="zh-CN" sz="2800">
                <a:sym typeface="Symbol" panose="05050102010706020507" pitchFamily="18" charset="2"/>
              </a:rPr>
              <a:t> </a:t>
            </a:r>
            <a:r>
              <a:rPr kumimoji="0" lang="en-US" altLang="zh-CN" sz="2800" b="1">
                <a:sym typeface="Symbol" panose="05050102010706020507" pitchFamily="18" charset="2"/>
              </a:rPr>
              <a:t>id</a:t>
            </a:r>
            <a:r>
              <a:rPr kumimoji="0" lang="en-US" altLang="zh-CN" sz="2800">
                <a:sym typeface="Symbol" panose="05050102010706020507" pitchFamily="18" charset="2"/>
              </a:rPr>
              <a:t>+</a:t>
            </a:r>
            <a:r>
              <a:rPr kumimoji="0" lang="en-US" altLang="zh-CN" sz="2800" b="1">
                <a:sym typeface="Symbol" panose="05050102010706020507" pitchFamily="18" charset="2"/>
              </a:rPr>
              <a:t>id</a:t>
            </a:r>
            <a:r>
              <a:rPr kumimoji="0" lang="en-US" altLang="zh-CN" sz="2800">
                <a:sym typeface="Symbol" panose="05050102010706020507" pitchFamily="18" charset="2"/>
              </a:rPr>
              <a:t>*E</a:t>
            </a:r>
            <a:br>
              <a:rPr kumimoji="0" lang="en-US" altLang="zh-CN" sz="2800">
                <a:sym typeface="Symbol" panose="05050102010706020507" pitchFamily="18" charset="2"/>
              </a:rPr>
            </a:br>
            <a:r>
              <a:rPr kumimoji="0" lang="en-US" altLang="zh-CN" sz="2800">
                <a:sym typeface="Symbol" panose="05050102010706020507" pitchFamily="18" charset="2"/>
              </a:rPr>
              <a:t> </a:t>
            </a:r>
            <a:r>
              <a:rPr kumimoji="0" lang="en-US" altLang="zh-CN" sz="2800" b="1">
                <a:sym typeface="Symbol" panose="05050102010706020507" pitchFamily="18" charset="2"/>
              </a:rPr>
              <a:t>id</a:t>
            </a:r>
            <a:r>
              <a:rPr kumimoji="0" lang="en-US" altLang="zh-CN" sz="2800">
                <a:sym typeface="Symbol" panose="05050102010706020507" pitchFamily="18" charset="2"/>
              </a:rPr>
              <a:t>+</a:t>
            </a:r>
            <a:r>
              <a:rPr kumimoji="0" lang="en-US" altLang="zh-CN" sz="2800" b="1">
                <a:sym typeface="Symbol" panose="05050102010706020507" pitchFamily="18" charset="2"/>
              </a:rPr>
              <a:t>id</a:t>
            </a:r>
            <a:r>
              <a:rPr kumimoji="0" lang="en-US" altLang="zh-CN" sz="2800">
                <a:sym typeface="Symbol" panose="05050102010706020507" pitchFamily="18" charset="2"/>
              </a:rPr>
              <a:t>*</a:t>
            </a:r>
            <a:r>
              <a:rPr kumimoji="0" lang="en-US" altLang="zh-CN" sz="2800" b="1">
                <a:sym typeface="Symbol" panose="05050102010706020507" pitchFamily="18" charset="2"/>
              </a:rPr>
              <a:t>id</a:t>
            </a:r>
            <a:endParaRPr kumimoji="0" lang="en-US" altLang="zh-CN" sz="2800">
              <a:sym typeface="Symbol" panose="05050102010706020507" pitchFamily="18" charset="2"/>
            </a:endParaRPr>
          </a:p>
        </p:txBody>
      </p:sp>
      <p:pic>
        <p:nvPicPr>
          <p:cNvPr id="34822" name="Picture 6" descr="d2t1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74813" y="2895600"/>
            <a:ext cx="1536700" cy="1897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4823" name="Picture 7" descr="d2t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38800" y="2895600"/>
            <a:ext cx="1587500" cy="1897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4.3  </a:t>
            </a:r>
            <a:r>
              <a:rPr lang="zh-CN" altLang="en-US"/>
              <a:t>设计</a:t>
            </a:r>
            <a:r>
              <a:rPr lang="en-US" altLang="zh-CN"/>
              <a:t>CFG</a:t>
            </a:r>
            <a:endParaRPr lang="en-US" altLang="zh-CN"/>
          </a:p>
        </p:txBody>
      </p:sp>
      <p:sp>
        <p:nvSpPr>
          <p:cNvPr id="35843" name="Rectangle 15"/>
          <p:cNvSpPr>
            <a:spLocks noGrp="1" noChangeArrowheads="1"/>
          </p:cNvSpPr>
          <p:nvPr>
            <p:ph type="body" idx="1"/>
          </p:nvPr>
        </p:nvSpPr>
        <p:spPr>
          <a:xfrm>
            <a:off x="1182688" y="1371600"/>
            <a:ext cx="7772400" cy="5105400"/>
          </a:xfrm>
          <a:noFill/>
        </p:spPr>
        <p:txBody>
          <a:bodyPr/>
          <a:lstStyle/>
          <a:p>
            <a:pPr eaLnBrk="1" hangingPunct="1"/>
            <a:r>
              <a:rPr lang="en-US" altLang="zh-CN" sz="3600" dirty="0"/>
              <a:t>4.3.1  </a:t>
            </a:r>
            <a:r>
              <a:rPr lang="zh-CN" altLang="en-US" sz="3600" dirty="0"/>
              <a:t>正规式与</a:t>
            </a:r>
            <a:r>
              <a:rPr lang="en-US" altLang="zh-CN" sz="3600" dirty="0"/>
              <a:t>CFG</a:t>
            </a:r>
            <a:endParaRPr lang="en-US" altLang="zh-CN" sz="3600" dirty="0"/>
          </a:p>
          <a:p>
            <a:pPr eaLnBrk="1" hangingPunct="1"/>
            <a:r>
              <a:rPr lang="zh-CN" altLang="en-US" sz="2800" dirty="0"/>
              <a:t>正规式</a:t>
            </a:r>
            <a:endParaRPr lang="zh-CN" altLang="en-US" sz="2800" dirty="0"/>
          </a:p>
          <a:p>
            <a:pPr lvl="1" eaLnBrk="1" hangingPunct="1"/>
            <a:r>
              <a:rPr lang="zh-CN" altLang="en-US" sz="2400" dirty="0"/>
              <a:t>词法分析的基础</a:t>
            </a:r>
            <a:endParaRPr lang="zh-CN" altLang="en-US" sz="2400" dirty="0"/>
          </a:p>
          <a:p>
            <a:pPr lvl="1" eaLnBrk="1" hangingPunct="1"/>
            <a:r>
              <a:rPr lang="zh-CN" altLang="en-US" sz="2400" dirty="0"/>
              <a:t>描述正规语言</a:t>
            </a:r>
            <a:endParaRPr lang="zh-CN" altLang="en-US" sz="2400" dirty="0"/>
          </a:p>
          <a:p>
            <a:pPr lvl="1" eaLnBrk="1" hangingPunct="1"/>
            <a:r>
              <a:rPr lang="zh-CN" altLang="en-US" sz="2400" dirty="0"/>
              <a:t>描述能力不够，</a:t>
            </a:r>
            <a:r>
              <a:rPr lang="en-US" altLang="zh-CN" sz="2400" dirty="0" err="1"/>
              <a:t>a</a:t>
            </a:r>
            <a:r>
              <a:rPr lang="en-US" altLang="zh-CN" sz="2400" baseline="30000" dirty="0" err="1"/>
              <a:t>n</a:t>
            </a:r>
            <a:r>
              <a:rPr lang="en-US" altLang="zh-CN" sz="2400" dirty="0" err="1"/>
              <a:t>b</a:t>
            </a:r>
            <a:r>
              <a:rPr lang="en-US" altLang="zh-CN" sz="2400" baseline="30000" dirty="0" err="1"/>
              <a:t>n</a:t>
            </a:r>
            <a:r>
              <a:rPr lang="zh-CN" altLang="en-US" sz="2400" dirty="0"/>
              <a:t>，</a:t>
            </a:r>
            <a:r>
              <a:rPr lang="en-US" altLang="zh-CN" sz="2400" dirty="0"/>
              <a:t>n≥1</a:t>
            </a:r>
            <a:endParaRPr lang="en-US" altLang="zh-CN" sz="2400" dirty="0"/>
          </a:p>
          <a:p>
            <a:pPr eaLnBrk="1" hangingPunct="1"/>
            <a:r>
              <a:rPr lang="zh-CN" altLang="en-US" sz="2800" dirty="0"/>
              <a:t>上下文无关文法</a:t>
            </a:r>
            <a:endParaRPr lang="zh-CN" altLang="en-US" sz="2800" dirty="0"/>
          </a:p>
          <a:p>
            <a:pPr lvl="1" eaLnBrk="1" hangingPunct="1"/>
            <a:r>
              <a:rPr lang="zh-CN" altLang="en-US" sz="2400" dirty="0"/>
              <a:t>语法分析的基础</a:t>
            </a:r>
            <a:endParaRPr lang="zh-CN" altLang="en-US" sz="2400" dirty="0"/>
          </a:p>
          <a:p>
            <a:pPr lvl="1" eaLnBrk="1" hangingPunct="1"/>
            <a:r>
              <a:rPr lang="zh-CN" altLang="en-US" sz="2400" dirty="0"/>
              <a:t>描述程序语言结构</a:t>
            </a:r>
            <a:endParaRPr lang="zh-CN" altLang="en-US" sz="2400" dirty="0"/>
          </a:p>
          <a:p>
            <a:pPr lvl="1" eaLnBrk="1" hangingPunct="1"/>
            <a:r>
              <a:rPr lang="zh-CN" altLang="en-US" sz="2400" dirty="0"/>
              <a:t>上下文无关语言</a:t>
            </a:r>
            <a:endParaRPr lang="zh-CN" altLang="en-US" sz="24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正规式与上下文无关文法</a:t>
            </a:r>
            <a:endParaRPr lang="zh-CN" altLang="en-US"/>
          </a:p>
        </p:txBody>
      </p:sp>
      <p:sp>
        <p:nvSpPr>
          <p:cNvPr id="3686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zh-CN" altLang="en-US" dirty="0"/>
              <a:t>正规式可描述</a:t>
            </a:r>
            <a:r>
              <a:rPr lang="zh-CN" altLang="en-US" dirty="0">
                <a:sym typeface="Wingdings" panose="05000000000000000000" pitchFamily="2" charset="2"/>
              </a:rPr>
              <a:t>的语言</a:t>
            </a:r>
            <a:r>
              <a:rPr lang="en-US" altLang="zh-CN" dirty="0">
                <a:sym typeface="Wingdings" panose="05000000000000000000" pitchFamily="2" charset="2"/>
              </a:rPr>
              <a:t>CFG</a:t>
            </a:r>
            <a:r>
              <a:rPr lang="zh-CN" altLang="en-US" dirty="0">
                <a:sym typeface="Wingdings" panose="05000000000000000000" pitchFamily="2" charset="2"/>
              </a:rPr>
              <a:t>均可描述，</a:t>
            </a:r>
            <a:r>
              <a:rPr lang="en-US" altLang="zh-CN" dirty="0">
                <a:sym typeface="Wingdings" panose="05000000000000000000" pitchFamily="2" charset="2"/>
              </a:rPr>
              <a:t>(</a:t>
            </a:r>
            <a:r>
              <a:rPr lang="en-US" altLang="zh-CN" dirty="0" err="1">
                <a:sym typeface="Wingdings" panose="05000000000000000000" pitchFamily="2" charset="2"/>
              </a:rPr>
              <a:t>a|b</a:t>
            </a:r>
            <a:r>
              <a:rPr lang="en-US" altLang="zh-CN" dirty="0">
                <a:sym typeface="Wingdings" panose="05000000000000000000" pitchFamily="2" charset="2"/>
              </a:rPr>
              <a:t>)*abb</a:t>
            </a:r>
            <a:br>
              <a:rPr lang="en-US" altLang="zh-CN" dirty="0">
                <a:sym typeface="Wingdings" panose="05000000000000000000" pitchFamily="2" charset="2"/>
              </a:rPr>
            </a:br>
            <a:r>
              <a:rPr kumimoji="0" lang="en-US" altLang="zh-CN" sz="2800" dirty="0"/>
              <a:t>A</a:t>
            </a:r>
            <a:r>
              <a:rPr kumimoji="0" lang="en-US" altLang="zh-CN" sz="2800" baseline="-25000" dirty="0"/>
              <a:t>0</a:t>
            </a:r>
            <a:r>
              <a:rPr kumimoji="0" lang="en-US" altLang="zh-CN" sz="2800" dirty="0">
                <a:sym typeface="Symbol" panose="05050102010706020507" pitchFamily="18" charset="2"/>
              </a:rPr>
              <a:t> aA</a:t>
            </a:r>
            <a:r>
              <a:rPr kumimoji="0" lang="en-US" altLang="zh-CN" sz="2800" baseline="-25000" dirty="0">
                <a:sym typeface="Symbol" panose="05050102010706020507" pitchFamily="18" charset="2"/>
              </a:rPr>
              <a:t>0</a:t>
            </a:r>
            <a:r>
              <a:rPr kumimoji="0" lang="en-US" altLang="zh-CN" sz="2800" dirty="0">
                <a:sym typeface="Symbol" panose="05050102010706020507" pitchFamily="18" charset="2"/>
              </a:rPr>
              <a:t> | aA</a:t>
            </a:r>
            <a:r>
              <a:rPr kumimoji="0" lang="en-US" altLang="zh-CN" sz="2800" baseline="-25000" dirty="0">
                <a:sym typeface="Symbol" panose="05050102010706020507" pitchFamily="18" charset="2"/>
              </a:rPr>
              <a:t>1</a:t>
            </a:r>
            <a:r>
              <a:rPr kumimoji="0" lang="en-US" altLang="zh-CN" sz="2800" dirty="0">
                <a:sym typeface="Symbol" panose="05050102010706020507" pitchFamily="18" charset="2"/>
              </a:rPr>
              <a:t> | bA</a:t>
            </a:r>
            <a:r>
              <a:rPr kumimoji="0" lang="en-US" altLang="zh-CN" sz="2800" baseline="-25000" dirty="0">
                <a:sym typeface="Symbol" panose="05050102010706020507" pitchFamily="18" charset="2"/>
              </a:rPr>
              <a:t>0</a:t>
            </a:r>
            <a:br>
              <a:rPr kumimoji="0" lang="en-US" altLang="zh-CN" sz="2800" baseline="-25000" dirty="0">
                <a:sym typeface="Symbol" panose="05050102010706020507" pitchFamily="18" charset="2"/>
              </a:rPr>
            </a:br>
            <a:r>
              <a:rPr kumimoji="0" lang="en-US" altLang="zh-CN" sz="2800" dirty="0">
                <a:sym typeface="Symbol" panose="05050102010706020507" pitchFamily="18" charset="2"/>
              </a:rPr>
              <a:t>A</a:t>
            </a:r>
            <a:r>
              <a:rPr kumimoji="0" lang="en-US" altLang="zh-CN" sz="2800" baseline="-25000" dirty="0">
                <a:sym typeface="Symbol" panose="05050102010706020507" pitchFamily="18" charset="2"/>
              </a:rPr>
              <a:t>1 </a:t>
            </a:r>
            <a:r>
              <a:rPr kumimoji="0" lang="en-US" altLang="zh-CN" sz="2800" dirty="0">
                <a:sym typeface="Symbol" panose="05050102010706020507" pitchFamily="18" charset="2"/>
              </a:rPr>
              <a:t> bA</a:t>
            </a:r>
            <a:r>
              <a:rPr kumimoji="0" lang="en-US" altLang="zh-CN" sz="2800" baseline="-25000" dirty="0">
                <a:sym typeface="Symbol" panose="05050102010706020507" pitchFamily="18" charset="2"/>
              </a:rPr>
              <a:t>2</a:t>
            </a:r>
            <a:br>
              <a:rPr kumimoji="0" lang="en-US" altLang="zh-CN" sz="2800" baseline="-25000" dirty="0">
                <a:sym typeface="Symbol" panose="05050102010706020507" pitchFamily="18" charset="2"/>
              </a:rPr>
            </a:br>
            <a:r>
              <a:rPr kumimoji="0" lang="en-US" altLang="zh-CN" sz="2800" dirty="0">
                <a:sym typeface="Symbol" panose="05050102010706020507" pitchFamily="18" charset="2"/>
              </a:rPr>
              <a:t>A</a:t>
            </a:r>
            <a:r>
              <a:rPr kumimoji="0" lang="en-US" altLang="zh-CN" sz="2800" baseline="-25000" dirty="0">
                <a:sym typeface="Symbol" panose="05050102010706020507" pitchFamily="18" charset="2"/>
              </a:rPr>
              <a:t>2</a:t>
            </a:r>
            <a:r>
              <a:rPr kumimoji="0" lang="en-US" altLang="zh-CN" sz="2800" dirty="0">
                <a:sym typeface="Symbol" panose="05050102010706020507" pitchFamily="18" charset="2"/>
              </a:rPr>
              <a:t>  bA</a:t>
            </a:r>
            <a:r>
              <a:rPr kumimoji="0" lang="en-US" altLang="zh-CN" sz="2800" baseline="-25000" dirty="0">
                <a:sym typeface="Symbol" panose="05050102010706020507" pitchFamily="18" charset="2"/>
              </a:rPr>
              <a:t>3</a:t>
            </a:r>
            <a:br>
              <a:rPr kumimoji="0" lang="en-US" altLang="zh-CN" sz="2800" baseline="-25000" dirty="0">
                <a:sym typeface="Symbol" panose="05050102010706020507" pitchFamily="18" charset="2"/>
              </a:rPr>
            </a:br>
            <a:r>
              <a:rPr kumimoji="0" lang="en-US" altLang="zh-CN" sz="2800" dirty="0">
                <a:sym typeface="Symbol" panose="05050102010706020507" pitchFamily="18" charset="2"/>
              </a:rPr>
              <a:t>A</a:t>
            </a:r>
            <a:r>
              <a:rPr kumimoji="0" lang="en-US" altLang="zh-CN" sz="2800" baseline="-25000" dirty="0">
                <a:sym typeface="Symbol" panose="05050102010706020507" pitchFamily="18" charset="2"/>
              </a:rPr>
              <a:t>3</a:t>
            </a:r>
            <a:r>
              <a:rPr kumimoji="0" lang="en-US" altLang="zh-CN" sz="2800" dirty="0">
                <a:sym typeface="Symbol" panose="05050102010706020507" pitchFamily="18" charset="2"/>
              </a:rPr>
              <a:t>  </a:t>
            </a:r>
            <a:r>
              <a:rPr kumimoji="0" lang="en-US" altLang="zh-CN" sz="2800" dirty="0">
                <a:latin typeface="Symbol" panose="05050102010706020507" pitchFamily="18" charset="2"/>
                <a:sym typeface="Symbol" panose="05050102010706020507" pitchFamily="18" charset="2"/>
              </a:rPr>
              <a:t>e</a:t>
            </a:r>
            <a:endParaRPr lang="en-US" altLang="zh-CN" sz="2800" dirty="0">
              <a:latin typeface="Symbol" panose="05050102010706020507" pitchFamily="18" charset="2"/>
              <a:sym typeface="Wingdings" panose="05000000000000000000" pitchFamily="2" charset="2"/>
            </a:endParaRPr>
          </a:p>
          <a:p>
            <a:pPr eaLnBrk="1" hangingPunct="1"/>
            <a:r>
              <a:rPr lang="zh-CN" altLang="en-US" dirty="0">
                <a:sym typeface="Wingdings" panose="05000000000000000000" pitchFamily="2" charset="2"/>
              </a:rPr>
              <a:t>正规语言</a:t>
            </a:r>
            <a:r>
              <a:rPr kumimoji="0" lang="zh-CN" altLang="en-US" dirty="0">
                <a:sym typeface="Symbol" panose="05050102010706020507" pitchFamily="18" charset="2"/>
              </a:rPr>
              <a:t>上下文无关语言</a:t>
            </a:r>
            <a:endParaRPr kumimoji="0" lang="zh-CN" altLang="en-US" dirty="0">
              <a:sym typeface="Symbol" panose="05050102010706020507" pitchFamily="18" charset="2"/>
            </a:endParaRPr>
          </a:p>
        </p:txBody>
      </p:sp>
      <p:sp>
        <p:nvSpPr>
          <p:cNvPr id="36868" name="AutoShape 4"/>
          <p:cNvSpPr>
            <a:spLocks noChangeArrowheads="1"/>
          </p:cNvSpPr>
          <p:nvPr/>
        </p:nvSpPr>
        <p:spPr bwMode="auto">
          <a:xfrm>
            <a:off x="5791200" y="2895600"/>
            <a:ext cx="2895600" cy="990600"/>
          </a:xfrm>
          <a:prstGeom prst="roundRect">
            <a:avLst>
              <a:gd name="adj" fmla="val 16667"/>
            </a:avLst>
          </a:prstGeom>
          <a:noFill/>
          <a:ln w="19050">
            <a:solidFill>
              <a:srgbClr val="FF0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>
              <a:latin typeface="Symbol" panose="05050102010706020507" pitchFamily="18" charset="2"/>
            </a:endParaRPr>
          </a:p>
        </p:txBody>
      </p:sp>
      <p:sp>
        <p:nvSpPr>
          <p:cNvPr id="36869" name="AutoShape 5"/>
          <p:cNvSpPr>
            <a:spLocks noChangeArrowheads="1"/>
          </p:cNvSpPr>
          <p:nvPr/>
        </p:nvSpPr>
        <p:spPr bwMode="auto">
          <a:xfrm>
            <a:off x="5943600" y="3124200"/>
            <a:ext cx="1752600" cy="609600"/>
          </a:xfrm>
          <a:prstGeom prst="roundRect">
            <a:avLst>
              <a:gd name="adj" fmla="val 32292"/>
            </a:avLst>
          </a:prstGeom>
          <a:noFill/>
          <a:ln w="19050">
            <a:solidFill>
              <a:srgbClr val="3333CC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>
              <a:latin typeface="Symbol" panose="05050102010706020507" pitchFamily="18" charset="2"/>
            </a:endParaRPr>
          </a:p>
        </p:txBody>
      </p:sp>
      <p:sp>
        <p:nvSpPr>
          <p:cNvPr id="36870" name="Text Box 6"/>
          <p:cNvSpPr txBox="1">
            <a:spLocks noChangeArrowheads="1"/>
          </p:cNvSpPr>
          <p:nvPr/>
        </p:nvSpPr>
        <p:spPr bwMode="auto">
          <a:xfrm>
            <a:off x="6172200" y="3276600"/>
            <a:ext cx="13716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1800" b="1">
                <a:solidFill>
                  <a:srgbClr val="3333CC"/>
                </a:solidFill>
              </a:rPr>
              <a:t>Reg. Lang.</a:t>
            </a:r>
            <a:endParaRPr kumimoji="0" lang="en-US" altLang="zh-CN" sz="1800" b="1">
              <a:solidFill>
                <a:srgbClr val="3333CC"/>
              </a:solidFill>
            </a:endParaRPr>
          </a:p>
        </p:txBody>
      </p:sp>
      <p:sp>
        <p:nvSpPr>
          <p:cNvPr id="36871" name="Text Box 7"/>
          <p:cNvSpPr txBox="1">
            <a:spLocks noChangeArrowheads="1"/>
          </p:cNvSpPr>
          <p:nvPr/>
        </p:nvSpPr>
        <p:spPr bwMode="auto">
          <a:xfrm>
            <a:off x="7848600" y="3276600"/>
            <a:ext cx="8382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1600" b="1">
                <a:solidFill>
                  <a:srgbClr val="FF3300"/>
                </a:solidFill>
              </a:rPr>
              <a:t>CFLs</a:t>
            </a:r>
            <a:endParaRPr kumimoji="0" lang="en-US" altLang="zh-CN" sz="1600" b="1">
              <a:solidFill>
                <a:srgbClr val="FF3300"/>
              </a:solidFill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NFA</a:t>
            </a:r>
            <a:r>
              <a:rPr lang="en-US" altLang="zh-CN">
                <a:sym typeface="Wingdings" panose="05000000000000000000" pitchFamily="2" charset="2"/>
              </a:rPr>
              <a:t>CFG</a:t>
            </a:r>
            <a:endParaRPr lang="en-US" altLang="zh-CN"/>
          </a:p>
        </p:txBody>
      </p:sp>
      <p:sp>
        <p:nvSpPr>
          <p:cNvPr id="3789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182688" y="2895600"/>
            <a:ext cx="7772400" cy="3657600"/>
          </a:xfrm>
        </p:spPr>
        <p:txBody>
          <a:bodyPr/>
          <a:lstStyle/>
          <a:p>
            <a:pPr marL="609600" indent="-609600" eaLnBrk="1" hangingPunct="1">
              <a:buFont typeface="Wingdings" panose="05000000000000000000" pitchFamily="2" charset="2"/>
              <a:buAutoNum type="arabicPeriod"/>
            </a:pPr>
            <a:r>
              <a:rPr lang="zh-CN" altLang="en-US" sz="2400"/>
              <a:t>状态</a:t>
            </a:r>
            <a:r>
              <a:rPr lang="en-US" altLang="zh-CN" sz="2400"/>
              <a:t>i</a:t>
            </a:r>
            <a:r>
              <a:rPr lang="en-US" altLang="zh-CN" sz="2400">
                <a:sym typeface="Wingdings" panose="05000000000000000000" pitchFamily="2" charset="2"/>
              </a:rPr>
              <a:t></a:t>
            </a:r>
            <a:r>
              <a:rPr lang="zh-CN" altLang="en-US" sz="2400">
                <a:sym typeface="Wingdings" panose="05000000000000000000" pitchFamily="2" charset="2"/>
              </a:rPr>
              <a:t>非终结符</a:t>
            </a:r>
            <a:r>
              <a:rPr lang="en-US" altLang="zh-CN" sz="2400">
                <a:sym typeface="Wingdings" panose="05000000000000000000" pitchFamily="2" charset="2"/>
              </a:rPr>
              <a:t>A</a:t>
            </a:r>
            <a:r>
              <a:rPr lang="en-US" altLang="zh-CN" sz="2400" baseline="-25000">
                <a:sym typeface="Wingdings" panose="05000000000000000000" pitchFamily="2" charset="2"/>
              </a:rPr>
              <a:t>i</a:t>
            </a:r>
            <a:r>
              <a:rPr lang="zh-CN" altLang="en-US" sz="2400">
                <a:sym typeface="Wingdings" panose="05000000000000000000" pitchFamily="2" charset="2"/>
              </a:rPr>
              <a:t>：</a:t>
            </a:r>
            <a:r>
              <a:rPr lang="en-US" altLang="zh-CN" sz="2400">
                <a:sym typeface="Wingdings" panose="05000000000000000000" pitchFamily="2" charset="2"/>
              </a:rPr>
              <a:t>A</a:t>
            </a:r>
            <a:r>
              <a:rPr lang="en-US" altLang="zh-CN" sz="2400" baseline="-25000">
                <a:sym typeface="Wingdings" panose="05000000000000000000" pitchFamily="2" charset="2"/>
              </a:rPr>
              <a:t>0</a:t>
            </a:r>
            <a:r>
              <a:rPr lang="zh-CN" altLang="en-US" sz="2400">
                <a:sym typeface="Wingdings" panose="05000000000000000000" pitchFamily="2" charset="2"/>
              </a:rPr>
              <a:t>，</a:t>
            </a:r>
            <a:r>
              <a:rPr lang="en-US" altLang="zh-CN" sz="2400">
                <a:sym typeface="Wingdings" panose="05000000000000000000" pitchFamily="2" charset="2"/>
              </a:rPr>
              <a:t>A</a:t>
            </a:r>
            <a:r>
              <a:rPr lang="en-US" altLang="zh-CN" sz="2400" baseline="-25000">
                <a:sym typeface="Wingdings" panose="05000000000000000000" pitchFamily="2" charset="2"/>
              </a:rPr>
              <a:t>1</a:t>
            </a:r>
            <a:r>
              <a:rPr lang="zh-CN" altLang="en-US" sz="2400">
                <a:sym typeface="Wingdings" panose="05000000000000000000" pitchFamily="2" charset="2"/>
              </a:rPr>
              <a:t>，</a:t>
            </a:r>
            <a:r>
              <a:rPr lang="en-US" altLang="zh-CN" sz="2400">
                <a:sym typeface="Wingdings" panose="05000000000000000000" pitchFamily="2" charset="2"/>
              </a:rPr>
              <a:t>A</a:t>
            </a:r>
            <a:r>
              <a:rPr lang="en-US" altLang="zh-CN" sz="2400" baseline="-25000">
                <a:sym typeface="Wingdings" panose="05000000000000000000" pitchFamily="2" charset="2"/>
              </a:rPr>
              <a:t>2</a:t>
            </a:r>
            <a:r>
              <a:rPr lang="zh-CN" altLang="en-US" sz="2400">
                <a:sym typeface="Wingdings" panose="05000000000000000000" pitchFamily="2" charset="2"/>
              </a:rPr>
              <a:t>，</a:t>
            </a:r>
            <a:r>
              <a:rPr lang="en-US" altLang="zh-CN" sz="2400">
                <a:sym typeface="Wingdings" panose="05000000000000000000" pitchFamily="2" charset="2"/>
              </a:rPr>
              <a:t>A</a:t>
            </a:r>
            <a:r>
              <a:rPr lang="en-US" altLang="zh-CN" sz="2400" baseline="-25000">
                <a:sym typeface="Wingdings" panose="05000000000000000000" pitchFamily="2" charset="2"/>
              </a:rPr>
              <a:t>3</a:t>
            </a:r>
            <a:endParaRPr lang="en-US" altLang="zh-CN" sz="2400">
              <a:sym typeface="Wingdings" panose="05000000000000000000" pitchFamily="2" charset="2"/>
            </a:endParaRPr>
          </a:p>
          <a:p>
            <a:pPr marL="609600" indent="-609600" eaLnBrk="1" hangingPunct="1">
              <a:buFont typeface="Wingdings" panose="05000000000000000000" pitchFamily="2" charset="2"/>
              <a:buAutoNum type="arabicPeriod"/>
            </a:pPr>
            <a:r>
              <a:rPr lang="en-US" altLang="zh-CN" sz="2400"/>
              <a:t>                  </a:t>
            </a:r>
            <a:r>
              <a:rPr lang="en-US" altLang="zh-CN" sz="2400">
                <a:sym typeface="Wingdings" panose="05000000000000000000" pitchFamily="2" charset="2"/>
              </a:rPr>
              <a:t>A</a:t>
            </a:r>
            <a:r>
              <a:rPr lang="en-US" altLang="zh-CN" sz="2400" baseline="-25000">
                <a:sym typeface="Wingdings" panose="05000000000000000000" pitchFamily="2" charset="2"/>
              </a:rPr>
              <a:t>i</a:t>
            </a:r>
            <a:r>
              <a:rPr kumimoji="0" lang="en-US" altLang="zh-CN" sz="2400">
                <a:sym typeface="Symbol" panose="05050102010706020507" pitchFamily="18" charset="2"/>
              </a:rPr>
              <a:t>aA</a:t>
            </a:r>
            <a:r>
              <a:rPr kumimoji="0" lang="en-US" altLang="zh-CN" sz="2400" baseline="-25000">
                <a:sym typeface="Symbol" panose="05050102010706020507" pitchFamily="18" charset="2"/>
              </a:rPr>
              <a:t>j</a:t>
            </a:r>
            <a:br>
              <a:rPr kumimoji="0" lang="en-US" altLang="zh-CN" sz="2400" baseline="-25000">
                <a:sym typeface="Symbol" panose="05050102010706020507" pitchFamily="18" charset="2"/>
              </a:rPr>
            </a:br>
            <a:endParaRPr kumimoji="0" lang="en-US" altLang="zh-CN" sz="2400">
              <a:sym typeface="Symbol" panose="05050102010706020507" pitchFamily="18" charset="2"/>
            </a:endParaRPr>
          </a:p>
          <a:p>
            <a:pPr marL="609600" indent="-609600" eaLnBrk="1" hangingPunct="1">
              <a:buFont typeface="Wingdings" panose="05000000000000000000" pitchFamily="2" charset="2"/>
              <a:buAutoNum type="arabicPeriod"/>
            </a:pPr>
            <a:r>
              <a:rPr kumimoji="0" lang="en-US" altLang="zh-CN" sz="2400">
                <a:sym typeface="Symbol" panose="05050102010706020507" pitchFamily="18" charset="2"/>
              </a:rPr>
              <a:t>                  </a:t>
            </a:r>
            <a:r>
              <a:rPr lang="en-US" altLang="zh-CN" sz="2400">
                <a:sym typeface="Wingdings" panose="05000000000000000000" pitchFamily="2" charset="2"/>
              </a:rPr>
              <a:t>A</a:t>
            </a:r>
            <a:r>
              <a:rPr lang="en-US" altLang="zh-CN" sz="2400" baseline="-25000">
                <a:sym typeface="Wingdings" panose="05000000000000000000" pitchFamily="2" charset="2"/>
              </a:rPr>
              <a:t>i</a:t>
            </a:r>
            <a:r>
              <a:rPr kumimoji="0" lang="en-US" altLang="zh-CN" sz="2400">
                <a:sym typeface="Symbol" panose="05050102010706020507" pitchFamily="18" charset="2"/>
              </a:rPr>
              <a:t>A</a:t>
            </a:r>
            <a:r>
              <a:rPr kumimoji="0" lang="en-US" altLang="zh-CN" sz="2400" baseline="-25000">
                <a:sym typeface="Symbol" panose="05050102010706020507" pitchFamily="18" charset="2"/>
              </a:rPr>
              <a:t>j</a:t>
            </a:r>
            <a:br>
              <a:rPr kumimoji="0" lang="en-US" altLang="zh-CN" sz="2400" baseline="-25000">
                <a:sym typeface="Symbol" panose="05050102010706020507" pitchFamily="18" charset="2"/>
              </a:rPr>
            </a:br>
            <a:endParaRPr kumimoji="0" lang="en-US" altLang="zh-CN" sz="2400" baseline="-25000">
              <a:sym typeface="Symbol" panose="05050102010706020507" pitchFamily="18" charset="2"/>
            </a:endParaRPr>
          </a:p>
          <a:p>
            <a:pPr marL="609600" indent="-609600" eaLnBrk="1" hangingPunct="1">
              <a:buFont typeface="Wingdings" panose="05000000000000000000" pitchFamily="2" charset="2"/>
              <a:buAutoNum type="arabicPeriod"/>
            </a:pPr>
            <a:r>
              <a:rPr kumimoji="0" lang="zh-CN" altLang="en-US" sz="2400">
                <a:sym typeface="Symbol" panose="05050102010706020507" pitchFamily="18" charset="2"/>
              </a:rPr>
              <a:t>若</a:t>
            </a:r>
            <a:r>
              <a:rPr kumimoji="0" lang="en-US" altLang="zh-CN" sz="2400">
                <a:sym typeface="Symbol" panose="05050102010706020507" pitchFamily="18" charset="2"/>
              </a:rPr>
              <a:t>i</a:t>
            </a:r>
            <a:r>
              <a:rPr kumimoji="0" lang="zh-CN" altLang="en-US" sz="2400">
                <a:sym typeface="Symbol" panose="05050102010706020507" pitchFamily="18" charset="2"/>
              </a:rPr>
              <a:t>为终态</a:t>
            </a:r>
            <a:r>
              <a:rPr lang="zh-CN" altLang="en-US" sz="2400">
                <a:sym typeface="Wingdings" panose="05000000000000000000" pitchFamily="2" charset="2"/>
              </a:rPr>
              <a:t></a:t>
            </a:r>
            <a:r>
              <a:rPr lang="en-US" altLang="zh-CN" sz="2400">
                <a:sym typeface="Wingdings" panose="05000000000000000000" pitchFamily="2" charset="2"/>
              </a:rPr>
              <a:t>A</a:t>
            </a:r>
            <a:r>
              <a:rPr lang="en-US" altLang="zh-CN" sz="2400" baseline="-25000">
                <a:sym typeface="Wingdings" panose="05000000000000000000" pitchFamily="2" charset="2"/>
              </a:rPr>
              <a:t>i</a:t>
            </a:r>
            <a:r>
              <a:rPr kumimoji="0" lang="en-US" altLang="zh-CN" sz="2400">
                <a:sym typeface="Symbol" panose="05050102010706020507" pitchFamily="18" charset="2"/>
              </a:rPr>
              <a:t></a:t>
            </a:r>
            <a:r>
              <a:rPr kumimoji="0" lang="en-US" altLang="zh-CN" sz="2400" b="1">
                <a:latin typeface="Symbol" panose="05050102010706020507" pitchFamily="18" charset="2"/>
                <a:sym typeface="Symbol" panose="05050102010706020507" pitchFamily="18" charset="2"/>
              </a:rPr>
              <a:t>e</a:t>
            </a:r>
            <a:r>
              <a:rPr kumimoji="0" lang="zh-CN" altLang="en-US" sz="2400">
                <a:sym typeface="Symbol" panose="05050102010706020507" pitchFamily="18" charset="2"/>
              </a:rPr>
              <a:t>：</a:t>
            </a:r>
            <a:r>
              <a:rPr lang="en-US" altLang="zh-CN" sz="2400" b="1">
                <a:solidFill>
                  <a:srgbClr val="FF3300"/>
                </a:solidFill>
                <a:sym typeface="Wingdings" panose="05000000000000000000" pitchFamily="2" charset="2"/>
              </a:rPr>
              <a:t>A</a:t>
            </a:r>
            <a:r>
              <a:rPr lang="en-US" altLang="zh-CN" sz="2400" b="1" baseline="-25000">
                <a:solidFill>
                  <a:srgbClr val="FF3300"/>
                </a:solidFill>
                <a:sym typeface="Wingdings" panose="05000000000000000000" pitchFamily="2" charset="2"/>
              </a:rPr>
              <a:t>3</a:t>
            </a:r>
            <a:r>
              <a:rPr kumimoji="0" lang="en-US" altLang="zh-CN" sz="2400" b="1">
                <a:solidFill>
                  <a:srgbClr val="FF3300"/>
                </a:solidFill>
                <a:sym typeface="Symbol" panose="05050102010706020507" pitchFamily="18" charset="2"/>
              </a:rPr>
              <a:t></a:t>
            </a:r>
            <a:r>
              <a:rPr kumimoji="0" lang="en-US" altLang="zh-CN" sz="2400" b="1">
                <a:solidFill>
                  <a:srgbClr val="FF3300"/>
                </a:solidFill>
                <a:latin typeface="Symbol" panose="05050102010706020507" pitchFamily="18" charset="2"/>
                <a:sym typeface="Symbol" panose="05050102010706020507" pitchFamily="18" charset="2"/>
              </a:rPr>
              <a:t>e</a:t>
            </a:r>
            <a:endParaRPr kumimoji="0" lang="en-US" altLang="zh-CN" sz="2400">
              <a:solidFill>
                <a:srgbClr val="FF3300"/>
              </a:solidFill>
              <a:latin typeface="Symbol" panose="05050102010706020507" pitchFamily="18" charset="2"/>
              <a:sym typeface="Symbol" panose="05050102010706020507" pitchFamily="18" charset="2"/>
            </a:endParaRPr>
          </a:p>
          <a:p>
            <a:pPr marL="609600" indent="-609600" eaLnBrk="1" hangingPunct="1">
              <a:buFont typeface="Wingdings" panose="05000000000000000000" pitchFamily="2" charset="2"/>
              <a:buAutoNum type="arabicPeriod"/>
            </a:pPr>
            <a:r>
              <a:rPr kumimoji="0" lang="zh-CN" altLang="en-US" sz="2400">
                <a:sym typeface="Symbol" panose="05050102010706020507" pitchFamily="18" charset="2"/>
              </a:rPr>
              <a:t>若</a:t>
            </a:r>
            <a:r>
              <a:rPr kumimoji="0" lang="en-US" altLang="zh-CN" sz="2400">
                <a:sym typeface="Symbol" panose="05050102010706020507" pitchFamily="18" charset="2"/>
              </a:rPr>
              <a:t>i</a:t>
            </a:r>
            <a:r>
              <a:rPr kumimoji="0" lang="zh-CN" altLang="en-US" sz="2400">
                <a:sym typeface="Symbol" panose="05050102010706020507" pitchFamily="18" charset="2"/>
              </a:rPr>
              <a:t>为初态，</a:t>
            </a:r>
            <a:r>
              <a:rPr lang="en-US" altLang="zh-CN" sz="2400">
                <a:sym typeface="Wingdings" panose="05000000000000000000" pitchFamily="2" charset="2"/>
              </a:rPr>
              <a:t>A</a:t>
            </a:r>
            <a:r>
              <a:rPr lang="en-US" altLang="zh-CN" sz="2400" baseline="-25000">
                <a:sym typeface="Wingdings" panose="05000000000000000000" pitchFamily="2" charset="2"/>
              </a:rPr>
              <a:t>i</a:t>
            </a:r>
            <a:r>
              <a:rPr kumimoji="0" lang="zh-CN" altLang="en-US" sz="2400">
                <a:sym typeface="Symbol" panose="05050102010706020507" pitchFamily="18" charset="2"/>
              </a:rPr>
              <a:t>为开始符号：</a:t>
            </a:r>
            <a:r>
              <a:rPr kumimoji="0" lang="en-US" altLang="zh-CN" sz="2400">
                <a:sym typeface="Symbol" panose="05050102010706020507" pitchFamily="18" charset="2"/>
              </a:rPr>
              <a:t>A</a:t>
            </a:r>
            <a:r>
              <a:rPr kumimoji="0" lang="en-US" altLang="zh-CN" sz="2400" baseline="-25000">
                <a:sym typeface="Symbol" panose="05050102010706020507" pitchFamily="18" charset="2"/>
              </a:rPr>
              <a:t>0</a:t>
            </a:r>
            <a:endParaRPr kumimoji="0" lang="en-US" altLang="zh-CN" sz="2400" baseline="-25000">
              <a:sym typeface="Symbol" panose="05050102010706020507" pitchFamily="18" charset="2"/>
            </a:endParaRPr>
          </a:p>
          <a:p>
            <a:pPr marL="609600" indent="-609600" eaLnBrk="1" hangingPunct="1"/>
            <a:r>
              <a:rPr kumimoji="0" lang="zh-CN" altLang="en-US" sz="2400">
                <a:sym typeface="Symbol" panose="05050102010706020507" pitchFamily="18" charset="2"/>
              </a:rPr>
              <a:t>正则文法</a:t>
            </a:r>
            <a:endParaRPr kumimoji="0" lang="zh-CN" altLang="en-US" sz="2400">
              <a:sym typeface="Symbol" panose="05050102010706020507" pitchFamily="18" charset="2"/>
            </a:endParaRPr>
          </a:p>
        </p:txBody>
      </p:sp>
      <p:grpSp>
        <p:nvGrpSpPr>
          <p:cNvPr id="37892" name="Group 30"/>
          <p:cNvGrpSpPr/>
          <p:nvPr/>
        </p:nvGrpSpPr>
        <p:grpSpPr bwMode="auto">
          <a:xfrm>
            <a:off x="2514600" y="1371600"/>
            <a:ext cx="4953000" cy="1585913"/>
            <a:chOff x="1584" y="864"/>
            <a:chExt cx="3120" cy="999"/>
          </a:xfrm>
        </p:grpSpPr>
        <p:grpSp>
          <p:nvGrpSpPr>
            <p:cNvPr id="37913" name="Group 5"/>
            <p:cNvGrpSpPr/>
            <p:nvPr/>
          </p:nvGrpSpPr>
          <p:grpSpPr bwMode="auto">
            <a:xfrm>
              <a:off x="4320" y="1152"/>
              <a:ext cx="384" cy="384"/>
              <a:chOff x="2496" y="2688"/>
              <a:chExt cx="384" cy="384"/>
            </a:xfrm>
          </p:grpSpPr>
          <p:sp>
            <p:nvSpPr>
              <p:cNvPr id="37936" name="Oval 6"/>
              <p:cNvSpPr>
                <a:spLocks noChangeArrowheads="1"/>
              </p:cNvSpPr>
              <p:nvPr/>
            </p:nvSpPr>
            <p:spPr bwMode="auto">
              <a:xfrm>
                <a:off x="2496" y="2688"/>
                <a:ext cx="384" cy="384"/>
              </a:xfrm>
              <a:prstGeom prst="ellips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3300"/>
                  </a:buClr>
                  <a:buSzPct val="75000"/>
                  <a:buFont typeface="Wingdings" panose="05000000000000000000" pitchFamily="2" charset="2"/>
                  <a:buChar char="m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69000"/>
                  <a:buFont typeface="Wingdings" panose="05000000000000000000" pitchFamily="2" charset="2"/>
                  <a:buChar char="q"/>
                  <a:defRPr kumimoji="1" sz="2800">
                    <a:solidFill>
                      <a:srgbClr val="3333CC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3300"/>
                  </a:buClr>
                  <a:buFont typeface="Wingdings" panose="05000000000000000000" pitchFamily="2" charset="2"/>
                  <a:buChar char="Ø"/>
                  <a:defRPr kumimoji="1" sz="2400">
                    <a:solidFill>
                      <a:srgbClr val="FF33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2400">
                  <a:latin typeface="Symbol" panose="05050102010706020507" pitchFamily="18" charset="2"/>
                </a:endParaRPr>
              </a:p>
            </p:txBody>
          </p:sp>
          <p:sp>
            <p:nvSpPr>
              <p:cNvPr id="37937" name="Oval 7"/>
              <p:cNvSpPr>
                <a:spLocks noChangeArrowheads="1"/>
              </p:cNvSpPr>
              <p:nvPr/>
            </p:nvSpPr>
            <p:spPr bwMode="auto">
              <a:xfrm>
                <a:off x="2544" y="2736"/>
                <a:ext cx="288" cy="288"/>
              </a:xfrm>
              <a:prstGeom prst="ellips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3300"/>
                  </a:buClr>
                  <a:buSzPct val="75000"/>
                  <a:buFont typeface="Wingdings" panose="05000000000000000000" pitchFamily="2" charset="2"/>
                  <a:buChar char="m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69000"/>
                  <a:buFont typeface="Wingdings" panose="05000000000000000000" pitchFamily="2" charset="2"/>
                  <a:buChar char="q"/>
                  <a:defRPr kumimoji="1" sz="2800">
                    <a:solidFill>
                      <a:srgbClr val="3333CC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3300"/>
                  </a:buClr>
                  <a:buFont typeface="Wingdings" panose="05000000000000000000" pitchFamily="2" charset="2"/>
                  <a:buChar char="Ø"/>
                  <a:defRPr kumimoji="1" sz="2400">
                    <a:solidFill>
                      <a:srgbClr val="FF33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2400">
                  <a:latin typeface="Symbol" panose="05050102010706020507" pitchFamily="18" charset="2"/>
                </a:endParaRPr>
              </a:p>
            </p:txBody>
          </p:sp>
        </p:grpSp>
        <p:sp>
          <p:nvSpPr>
            <p:cNvPr id="37914" name="Line 8"/>
            <p:cNvSpPr>
              <a:spLocks noChangeShapeType="1"/>
            </p:cNvSpPr>
            <p:nvPr/>
          </p:nvSpPr>
          <p:spPr bwMode="auto">
            <a:xfrm>
              <a:off x="3936" y="1344"/>
              <a:ext cx="384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triangl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7915" name="Line 9"/>
            <p:cNvSpPr>
              <a:spLocks noChangeShapeType="1"/>
            </p:cNvSpPr>
            <p:nvPr/>
          </p:nvSpPr>
          <p:spPr bwMode="auto">
            <a:xfrm>
              <a:off x="2400" y="1344"/>
              <a:ext cx="384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triangl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7916" name="Line 10"/>
            <p:cNvSpPr>
              <a:spLocks noChangeShapeType="1"/>
            </p:cNvSpPr>
            <p:nvPr/>
          </p:nvSpPr>
          <p:spPr bwMode="auto">
            <a:xfrm>
              <a:off x="1632" y="1344"/>
              <a:ext cx="384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triangl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7917" name="Text Box 11"/>
            <p:cNvSpPr txBox="1">
              <a:spLocks noChangeArrowheads="1"/>
            </p:cNvSpPr>
            <p:nvPr/>
          </p:nvSpPr>
          <p:spPr bwMode="auto">
            <a:xfrm>
              <a:off x="1584" y="1152"/>
              <a:ext cx="432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1400" b="1">
                  <a:solidFill>
                    <a:srgbClr val="3333CC"/>
                  </a:solidFill>
                </a:rPr>
                <a:t>start</a:t>
              </a:r>
              <a:endParaRPr kumimoji="0" lang="en-US" altLang="zh-CN" sz="1400" b="1">
                <a:solidFill>
                  <a:srgbClr val="3333CC"/>
                </a:solidFill>
              </a:endParaRPr>
            </a:p>
          </p:txBody>
        </p:sp>
        <p:grpSp>
          <p:nvGrpSpPr>
            <p:cNvPr id="37918" name="Group 12"/>
            <p:cNvGrpSpPr/>
            <p:nvPr/>
          </p:nvGrpSpPr>
          <p:grpSpPr bwMode="auto">
            <a:xfrm>
              <a:off x="2016" y="1152"/>
              <a:ext cx="384" cy="384"/>
              <a:chOff x="2736" y="1200"/>
              <a:chExt cx="384" cy="384"/>
            </a:xfrm>
          </p:grpSpPr>
          <p:sp>
            <p:nvSpPr>
              <p:cNvPr id="37934" name="Oval 13"/>
              <p:cNvSpPr>
                <a:spLocks noChangeArrowheads="1"/>
              </p:cNvSpPr>
              <p:nvPr/>
            </p:nvSpPr>
            <p:spPr bwMode="auto">
              <a:xfrm>
                <a:off x="2736" y="1200"/>
                <a:ext cx="384" cy="384"/>
              </a:xfrm>
              <a:prstGeom prst="ellips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3300"/>
                  </a:buClr>
                  <a:buSzPct val="75000"/>
                  <a:buFont typeface="Wingdings" panose="05000000000000000000" pitchFamily="2" charset="2"/>
                  <a:buChar char="m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69000"/>
                  <a:buFont typeface="Wingdings" panose="05000000000000000000" pitchFamily="2" charset="2"/>
                  <a:buChar char="q"/>
                  <a:defRPr kumimoji="1" sz="2800">
                    <a:solidFill>
                      <a:srgbClr val="3333CC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3300"/>
                  </a:buClr>
                  <a:buFont typeface="Wingdings" panose="05000000000000000000" pitchFamily="2" charset="2"/>
                  <a:buChar char="Ø"/>
                  <a:defRPr kumimoji="1" sz="2400">
                    <a:solidFill>
                      <a:srgbClr val="FF33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2400">
                  <a:latin typeface="Symbol" panose="05050102010706020507" pitchFamily="18" charset="2"/>
                </a:endParaRPr>
              </a:p>
            </p:txBody>
          </p:sp>
          <p:sp>
            <p:nvSpPr>
              <p:cNvPr id="37935" name="Text Box 14"/>
              <p:cNvSpPr txBox="1">
                <a:spLocks noChangeArrowheads="1"/>
              </p:cNvSpPr>
              <p:nvPr/>
            </p:nvSpPr>
            <p:spPr bwMode="auto">
              <a:xfrm>
                <a:off x="2784" y="1248"/>
                <a:ext cx="240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3300"/>
                  </a:buClr>
                  <a:buSzPct val="75000"/>
                  <a:buFont typeface="Wingdings" panose="05000000000000000000" pitchFamily="2" charset="2"/>
                  <a:buChar char="m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69000"/>
                  <a:buFont typeface="Wingdings" panose="05000000000000000000" pitchFamily="2" charset="2"/>
                  <a:buChar char="q"/>
                  <a:defRPr kumimoji="1" sz="2800">
                    <a:solidFill>
                      <a:srgbClr val="3333CC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3300"/>
                  </a:buClr>
                  <a:buFont typeface="Wingdings" panose="05000000000000000000" pitchFamily="2" charset="2"/>
                  <a:buChar char="Ø"/>
                  <a:defRPr kumimoji="1" sz="2400">
                    <a:solidFill>
                      <a:srgbClr val="FF33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kumimoji="0" lang="en-US" altLang="zh-CN" sz="2000" b="1">
                    <a:solidFill>
                      <a:srgbClr val="3333CC"/>
                    </a:solidFill>
                  </a:rPr>
                  <a:t>0</a:t>
                </a:r>
                <a:endParaRPr kumimoji="0" lang="en-US" altLang="zh-CN" sz="2000" b="1">
                  <a:solidFill>
                    <a:srgbClr val="3333CC"/>
                  </a:solidFill>
                </a:endParaRPr>
              </a:p>
            </p:txBody>
          </p:sp>
        </p:grpSp>
        <p:sp>
          <p:nvSpPr>
            <p:cNvPr id="37919" name="Text Box 15"/>
            <p:cNvSpPr txBox="1">
              <a:spLocks noChangeArrowheads="1"/>
            </p:cNvSpPr>
            <p:nvPr/>
          </p:nvSpPr>
          <p:spPr bwMode="auto">
            <a:xfrm>
              <a:off x="4416" y="1200"/>
              <a:ext cx="192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000" b="1">
                  <a:solidFill>
                    <a:srgbClr val="3333CC"/>
                  </a:solidFill>
                </a:rPr>
                <a:t>3</a:t>
              </a:r>
              <a:endParaRPr kumimoji="0" lang="en-US" altLang="zh-CN" sz="2000" b="1">
                <a:solidFill>
                  <a:srgbClr val="3333CC"/>
                </a:solidFill>
              </a:endParaRPr>
            </a:p>
          </p:txBody>
        </p:sp>
        <p:sp>
          <p:nvSpPr>
            <p:cNvPr id="37920" name="Text Box 16"/>
            <p:cNvSpPr txBox="1">
              <a:spLocks noChangeArrowheads="1"/>
            </p:cNvSpPr>
            <p:nvPr/>
          </p:nvSpPr>
          <p:spPr bwMode="auto">
            <a:xfrm>
              <a:off x="3984" y="1152"/>
              <a:ext cx="24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1800" b="1">
                  <a:solidFill>
                    <a:srgbClr val="3333CC"/>
                  </a:solidFill>
                </a:rPr>
                <a:t>b</a:t>
              </a:r>
              <a:endParaRPr kumimoji="0" lang="en-US" altLang="zh-CN" sz="1800" b="1">
                <a:solidFill>
                  <a:srgbClr val="3333CC"/>
                </a:solidFill>
              </a:endParaRPr>
            </a:p>
          </p:txBody>
        </p:sp>
        <p:sp>
          <p:nvSpPr>
            <p:cNvPr id="37921" name="Line 17"/>
            <p:cNvSpPr>
              <a:spLocks noChangeShapeType="1"/>
            </p:cNvSpPr>
            <p:nvPr/>
          </p:nvSpPr>
          <p:spPr bwMode="auto">
            <a:xfrm>
              <a:off x="3168" y="1344"/>
              <a:ext cx="384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triangl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pSp>
          <p:nvGrpSpPr>
            <p:cNvPr id="37922" name="Group 18"/>
            <p:cNvGrpSpPr/>
            <p:nvPr/>
          </p:nvGrpSpPr>
          <p:grpSpPr bwMode="auto">
            <a:xfrm>
              <a:off x="3552" y="1152"/>
              <a:ext cx="384" cy="384"/>
              <a:chOff x="2736" y="1200"/>
              <a:chExt cx="384" cy="384"/>
            </a:xfrm>
          </p:grpSpPr>
          <p:sp>
            <p:nvSpPr>
              <p:cNvPr id="37932" name="Oval 19"/>
              <p:cNvSpPr>
                <a:spLocks noChangeArrowheads="1"/>
              </p:cNvSpPr>
              <p:nvPr/>
            </p:nvSpPr>
            <p:spPr bwMode="auto">
              <a:xfrm>
                <a:off x="2736" y="1200"/>
                <a:ext cx="384" cy="384"/>
              </a:xfrm>
              <a:prstGeom prst="ellips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3300"/>
                  </a:buClr>
                  <a:buSzPct val="75000"/>
                  <a:buFont typeface="Wingdings" panose="05000000000000000000" pitchFamily="2" charset="2"/>
                  <a:buChar char="m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69000"/>
                  <a:buFont typeface="Wingdings" panose="05000000000000000000" pitchFamily="2" charset="2"/>
                  <a:buChar char="q"/>
                  <a:defRPr kumimoji="1" sz="2800">
                    <a:solidFill>
                      <a:srgbClr val="3333CC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3300"/>
                  </a:buClr>
                  <a:buFont typeface="Wingdings" panose="05000000000000000000" pitchFamily="2" charset="2"/>
                  <a:buChar char="Ø"/>
                  <a:defRPr kumimoji="1" sz="2400">
                    <a:solidFill>
                      <a:srgbClr val="FF33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2400">
                  <a:latin typeface="Symbol" panose="05050102010706020507" pitchFamily="18" charset="2"/>
                </a:endParaRPr>
              </a:p>
            </p:txBody>
          </p:sp>
          <p:sp>
            <p:nvSpPr>
              <p:cNvPr id="37933" name="Text Box 20"/>
              <p:cNvSpPr txBox="1">
                <a:spLocks noChangeArrowheads="1"/>
              </p:cNvSpPr>
              <p:nvPr/>
            </p:nvSpPr>
            <p:spPr bwMode="auto">
              <a:xfrm>
                <a:off x="2784" y="1248"/>
                <a:ext cx="240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3300"/>
                  </a:buClr>
                  <a:buSzPct val="75000"/>
                  <a:buFont typeface="Wingdings" panose="05000000000000000000" pitchFamily="2" charset="2"/>
                  <a:buChar char="m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69000"/>
                  <a:buFont typeface="Wingdings" panose="05000000000000000000" pitchFamily="2" charset="2"/>
                  <a:buChar char="q"/>
                  <a:defRPr kumimoji="1" sz="2800">
                    <a:solidFill>
                      <a:srgbClr val="3333CC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3300"/>
                  </a:buClr>
                  <a:buFont typeface="Wingdings" panose="05000000000000000000" pitchFamily="2" charset="2"/>
                  <a:buChar char="Ø"/>
                  <a:defRPr kumimoji="1" sz="2400">
                    <a:solidFill>
                      <a:srgbClr val="FF33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kumimoji="0" lang="en-US" altLang="zh-CN" sz="2000" b="1">
                    <a:solidFill>
                      <a:srgbClr val="3333CC"/>
                    </a:solidFill>
                  </a:rPr>
                  <a:t>2</a:t>
                </a:r>
                <a:endParaRPr kumimoji="0" lang="en-US" altLang="zh-CN" sz="2000" b="1">
                  <a:solidFill>
                    <a:srgbClr val="3333CC"/>
                  </a:solidFill>
                </a:endParaRPr>
              </a:p>
            </p:txBody>
          </p:sp>
        </p:grpSp>
        <p:grpSp>
          <p:nvGrpSpPr>
            <p:cNvPr id="37923" name="Group 21"/>
            <p:cNvGrpSpPr/>
            <p:nvPr/>
          </p:nvGrpSpPr>
          <p:grpSpPr bwMode="auto">
            <a:xfrm>
              <a:off x="2784" y="1152"/>
              <a:ext cx="384" cy="384"/>
              <a:chOff x="2736" y="1200"/>
              <a:chExt cx="384" cy="384"/>
            </a:xfrm>
          </p:grpSpPr>
          <p:sp>
            <p:nvSpPr>
              <p:cNvPr id="37930" name="Oval 22"/>
              <p:cNvSpPr>
                <a:spLocks noChangeArrowheads="1"/>
              </p:cNvSpPr>
              <p:nvPr/>
            </p:nvSpPr>
            <p:spPr bwMode="auto">
              <a:xfrm>
                <a:off x="2736" y="1200"/>
                <a:ext cx="384" cy="384"/>
              </a:xfrm>
              <a:prstGeom prst="ellips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3300"/>
                  </a:buClr>
                  <a:buSzPct val="75000"/>
                  <a:buFont typeface="Wingdings" panose="05000000000000000000" pitchFamily="2" charset="2"/>
                  <a:buChar char="m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69000"/>
                  <a:buFont typeface="Wingdings" panose="05000000000000000000" pitchFamily="2" charset="2"/>
                  <a:buChar char="q"/>
                  <a:defRPr kumimoji="1" sz="2800">
                    <a:solidFill>
                      <a:srgbClr val="3333CC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3300"/>
                  </a:buClr>
                  <a:buFont typeface="Wingdings" panose="05000000000000000000" pitchFamily="2" charset="2"/>
                  <a:buChar char="Ø"/>
                  <a:defRPr kumimoji="1" sz="2400">
                    <a:solidFill>
                      <a:srgbClr val="FF33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2400">
                  <a:latin typeface="Symbol" panose="05050102010706020507" pitchFamily="18" charset="2"/>
                </a:endParaRPr>
              </a:p>
            </p:txBody>
          </p:sp>
          <p:sp>
            <p:nvSpPr>
              <p:cNvPr id="37931" name="Text Box 23"/>
              <p:cNvSpPr txBox="1">
                <a:spLocks noChangeArrowheads="1"/>
              </p:cNvSpPr>
              <p:nvPr/>
            </p:nvSpPr>
            <p:spPr bwMode="auto">
              <a:xfrm>
                <a:off x="2784" y="1248"/>
                <a:ext cx="240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3300"/>
                  </a:buClr>
                  <a:buSzPct val="75000"/>
                  <a:buFont typeface="Wingdings" panose="05000000000000000000" pitchFamily="2" charset="2"/>
                  <a:buChar char="m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69000"/>
                  <a:buFont typeface="Wingdings" panose="05000000000000000000" pitchFamily="2" charset="2"/>
                  <a:buChar char="q"/>
                  <a:defRPr kumimoji="1" sz="2800">
                    <a:solidFill>
                      <a:srgbClr val="3333CC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3300"/>
                  </a:buClr>
                  <a:buFont typeface="Wingdings" panose="05000000000000000000" pitchFamily="2" charset="2"/>
                  <a:buChar char="Ø"/>
                  <a:defRPr kumimoji="1" sz="2400">
                    <a:solidFill>
                      <a:srgbClr val="FF33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kumimoji="0" lang="en-US" altLang="zh-CN" sz="2000" b="1">
                    <a:solidFill>
                      <a:srgbClr val="3333CC"/>
                    </a:solidFill>
                  </a:rPr>
                  <a:t>1</a:t>
                </a:r>
                <a:endParaRPr kumimoji="0" lang="en-US" altLang="zh-CN" sz="2000" b="1">
                  <a:solidFill>
                    <a:srgbClr val="3333CC"/>
                  </a:solidFill>
                </a:endParaRPr>
              </a:p>
            </p:txBody>
          </p:sp>
        </p:grpSp>
        <p:sp>
          <p:nvSpPr>
            <p:cNvPr id="37924" name="Text Box 24"/>
            <p:cNvSpPr txBox="1">
              <a:spLocks noChangeArrowheads="1"/>
            </p:cNvSpPr>
            <p:nvPr/>
          </p:nvSpPr>
          <p:spPr bwMode="auto">
            <a:xfrm>
              <a:off x="3216" y="1152"/>
              <a:ext cx="24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1800" b="1">
                  <a:solidFill>
                    <a:srgbClr val="3333CC"/>
                  </a:solidFill>
                </a:rPr>
                <a:t>b</a:t>
              </a:r>
              <a:endParaRPr kumimoji="0" lang="en-US" altLang="zh-CN" sz="1800" b="1">
                <a:solidFill>
                  <a:srgbClr val="3333CC"/>
                </a:solidFill>
              </a:endParaRPr>
            </a:p>
          </p:txBody>
        </p:sp>
        <p:sp>
          <p:nvSpPr>
            <p:cNvPr id="37925" name="Text Box 25"/>
            <p:cNvSpPr txBox="1">
              <a:spLocks noChangeArrowheads="1"/>
            </p:cNvSpPr>
            <p:nvPr/>
          </p:nvSpPr>
          <p:spPr bwMode="auto">
            <a:xfrm>
              <a:off x="2448" y="1152"/>
              <a:ext cx="24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1800" b="1">
                  <a:solidFill>
                    <a:srgbClr val="3333CC"/>
                  </a:solidFill>
                </a:rPr>
                <a:t>a</a:t>
              </a:r>
              <a:endParaRPr kumimoji="0" lang="en-US" altLang="zh-CN" sz="1800" b="1">
                <a:solidFill>
                  <a:srgbClr val="3333CC"/>
                </a:solidFill>
              </a:endParaRPr>
            </a:p>
          </p:txBody>
        </p:sp>
        <p:cxnSp>
          <p:nvCxnSpPr>
            <p:cNvPr id="37926" name="AutoShape 26"/>
            <p:cNvCxnSpPr>
              <a:cxnSpLocks noChangeShapeType="1"/>
              <a:stCxn id="37934" idx="7"/>
              <a:endCxn id="37934" idx="0"/>
            </p:cNvCxnSpPr>
            <p:nvPr/>
          </p:nvCxnSpPr>
          <p:spPr bwMode="auto">
            <a:xfrm rot="5400000" flipH="1">
              <a:off x="2248" y="1112"/>
              <a:ext cx="56" cy="136"/>
            </a:xfrm>
            <a:prstGeom prst="curvedConnector3">
              <a:avLst>
                <a:gd name="adj1" fmla="val 707139"/>
              </a:avLst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triangl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37927" name="Text Box 27"/>
            <p:cNvSpPr txBox="1">
              <a:spLocks noChangeArrowheads="1"/>
            </p:cNvSpPr>
            <p:nvPr/>
          </p:nvSpPr>
          <p:spPr bwMode="auto">
            <a:xfrm>
              <a:off x="2016" y="864"/>
              <a:ext cx="24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1800" b="1">
                  <a:solidFill>
                    <a:srgbClr val="3333CC"/>
                  </a:solidFill>
                </a:rPr>
                <a:t>a</a:t>
              </a:r>
              <a:endParaRPr kumimoji="0" lang="en-US" altLang="zh-CN" sz="1800" b="1">
                <a:solidFill>
                  <a:srgbClr val="3333CC"/>
                </a:solidFill>
              </a:endParaRPr>
            </a:p>
          </p:txBody>
        </p:sp>
        <p:cxnSp>
          <p:nvCxnSpPr>
            <p:cNvPr id="37928" name="AutoShape 28"/>
            <p:cNvCxnSpPr>
              <a:cxnSpLocks noChangeShapeType="1"/>
              <a:stCxn id="37934" idx="3"/>
              <a:endCxn id="37934" idx="4"/>
            </p:cNvCxnSpPr>
            <p:nvPr/>
          </p:nvCxnSpPr>
          <p:spPr bwMode="auto">
            <a:xfrm rot="16200000" flipH="1">
              <a:off x="2112" y="1440"/>
              <a:ext cx="56" cy="136"/>
            </a:xfrm>
            <a:prstGeom prst="curvedConnector3">
              <a:avLst>
                <a:gd name="adj1" fmla="val 607139"/>
              </a:avLst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triangl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37929" name="Text Box 29"/>
            <p:cNvSpPr txBox="1">
              <a:spLocks noChangeArrowheads="1"/>
            </p:cNvSpPr>
            <p:nvPr/>
          </p:nvSpPr>
          <p:spPr bwMode="auto">
            <a:xfrm>
              <a:off x="2160" y="1632"/>
              <a:ext cx="24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1800" b="1">
                  <a:solidFill>
                    <a:srgbClr val="3333CC"/>
                  </a:solidFill>
                </a:rPr>
                <a:t>b</a:t>
              </a:r>
              <a:endParaRPr kumimoji="0" lang="en-US" altLang="zh-CN" sz="1800" b="1">
                <a:solidFill>
                  <a:srgbClr val="3333CC"/>
                </a:solidFill>
              </a:endParaRPr>
            </a:p>
          </p:txBody>
        </p:sp>
      </p:grpSp>
      <p:grpSp>
        <p:nvGrpSpPr>
          <p:cNvPr id="37893" name="Group 31"/>
          <p:cNvGrpSpPr/>
          <p:nvPr/>
        </p:nvGrpSpPr>
        <p:grpSpPr bwMode="auto">
          <a:xfrm>
            <a:off x="1676400" y="3276600"/>
            <a:ext cx="1524000" cy="533400"/>
            <a:chOff x="1536" y="2976"/>
            <a:chExt cx="960" cy="336"/>
          </a:xfrm>
        </p:grpSpPr>
        <p:grpSp>
          <p:nvGrpSpPr>
            <p:cNvPr id="37905" name="Group 32"/>
            <p:cNvGrpSpPr/>
            <p:nvPr/>
          </p:nvGrpSpPr>
          <p:grpSpPr bwMode="auto">
            <a:xfrm>
              <a:off x="1536" y="3024"/>
              <a:ext cx="288" cy="288"/>
              <a:chOff x="1536" y="3024"/>
              <a:chExt cx="288" cy="288"/>
            </a:xfrm>
          </p:grpSpPr>
          <p:sp>
            <p:nvSpPr>
              <p:cNvPr id="37911" name="Oval 33"/>
              <p:cNvSpPr>
                <a:spLocks noChangeArrowheads="1"/>
              </p:cNvSpPr>
              <p:nvPr/>
            </p:nvSpPr>
            <p:spPr bwMode="auto">
              <a:xfrm>
                <a:off x="1536" y="3024"/>
                <a:ext cx="288" cy="288"/>
              </a:xfrm>
              <a:prstGeom prst="ellipse">
                <a:avLst/>
              </a:prstGeom>
              <a:noFill/>
              <a:ln w="25400">
                <a:solidFill>
                  <a:schemeClr val="tx1"/>
                </a:solidFill>
                <a:round/>
                <a:headEnd type="none" w="sm" len="sm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3300"/>
                  </a:buClr>
                  <a:buSzPct val="75000"/>
                  <a:buFont typeface="Wingdings" panose="05000000000000000000" pitchFamily="2" charset="2"/>
                  <a:buChar char="m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69000"/>
                  <a:buFont typeface="Wingdings" panose="05000000000000000000" pitchFamily="2" charset="2"/>
                  <a:buChar char="q"/>
                  <a:defRPr kumimoji="1" sz="2800">
                    <a:solidFill>
                      <a:srgbClr val="3333CC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3300"/>
                  </a:buClr>
                  <a:buFont typeface="Wingdings" panose="05000000000000000000" pitchFamily="2" charset="2"/>
                  <a:buChar char="Ø"/>
                  <a:defRPr kumimoji="1" sz="2400">
                    <a:solidFill>
                      <a:srgbClr val="FF33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2400">
                  <a:latin typeface="Symbol" panose="05050102010706020507" pitchFamily="18" charset="2"/>
                </a:endParaRPr>
              </a:p>
            </p:txBody>
          </p:sp>
          <p:sp>
            <p:nvSpPr>
              <p:cNvPr id="37912" name="Text Box 34"/>
              <p:cNvSpPr txBox="1">
                <a:spLocks noChangeArrowheads="1"/>
              </p:cNvSpPr>
              <p:nvPr/>
            </p:nvSpPr>
            <p:spPr bwMode="auto">
              <a:xfrm>
                <a:off x="1584" y="3024"/>
                <a:ext cx="240" cy="21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5400">
                    <a:solidFill>
                      <a:srgbClr val="000000"/>
                    </a:solidFill>
                    <a:miter lim="800000"/>
                    <a:headEnd type="none" w="sm" len="sm"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3300"/>
                  </a:buClr>
                  <a:buSzPct val="75000"/>
                  <a:buFont typeface="Wingdings" panose="05000000000000000000" pitchFamily="2" charset="2"/>
                  <a:buChar char="m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69000"/>
                  <a:buFont typeface="Wingdings" panose="05000000000000000000" pitchFamily="2" charset="2"/>
                  <a:buChar char="q"/>
                  <a:defRPr kumimoji="1" sz="2800">
                    <a:solidFill>
                      <a:srgbClr val="3333CC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3300"/>
                  </a:buClr>
                  <a:buFont typeface="Wingdings" panose="05000000000000000000" pitchFamily="2" charset="2"/>
                  <a:buChar char="Ø"/>
                  <a:defRPr kumimoji="1" sz="2400">
                    <a:solidFill>
                      <a:srgbClr val="FF33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kumimoji="0" lang="en-US" altLang="zh-CN" sz="1600" b="1">
                    <a:solidFill>
                      <a:srgbClr val="3333CC"/>
                    </a:solidFill>
                  </a:rPr>
                  <a:t>i</a:t>
                </a:r>
                <a:endParaRPr kumimoji="0" lang="en-US" altLang="zh-CN" sz="1600" b="1">
                  <a:solidFill>
                    <a:srgbClr val="3333CC"/>
                  </a:solidFill>
                </a:endParaRPr>
              </a:p>
            </p:txBody>
          </p:sp>
        </p:grpSp>
        <p:grpSp>
          <p:nvGrpSpPr>
            <p:cNvPr id="37906" name="Group 35"/>
            <p:cNvGrpSpPr/>
            <p:nvPr/>
          </p:nvGrpSpPr>
          <p:grpSpPr bwMode="auto">
            <a:xfrm>
              <a:off x="2208" y="3024"/>
              <a:ext cx="288" cy="288"/>
              <a:chOff x="1536" y="3024"/>
              <a:chExt cx="288" cy="288"/>
            </a:xfrm>
          </p:grpSpPr>
          <p:sp>
            <p:nvSpPr>
              <p:cNvPr id="37909" name="Oval 36"/>
              <p:cNvSpPr>
                <a:spLocks noChangeArrowheads="1"/>
              </p:cNvSpPr>
              <p:nvPr/>
            </p:nvSpPr>
            <p:spPr bwMode="auto">
              <a:xfrm>
                <a:off x="1536" y="3024"/>
                <a:ext cx="288" cy="288"/>
              </a:xfrm>
              <a:prstGeom prst="ellipse">
                <a:avLst/>
              </a:prstGeom>
              <a:noFill/>
              <a:ln w="25400">
                <a:solidFill>
                  <a:schemeClr val="tx1"/>
                </a:solidFill>
                <a:round/>
                <a:headEnd type="none" w="sm" len="sm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3300"/>
                  </a:buClr>
                  <a:buSzPct val="75000"/>
                  <a:buFont typeface="Wingdings" panose="05000000000000000000" pitchFamily="2" charset="2"/>
                  <a:buChar char="m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69000"/>
                  <a:buFont typeface="Wingdings" panose="05000000000000000000" pitchFamily="2" charset="2"/>
                  <a:buChar char="q"/>
                  <a:defRPr kumimoji="1" sz="2800">
                    <a:solidFill>
                      <a:srgbClr val="3333CC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3300"/>
                  </a:buClr>
                  <a:buFont typeface="Wingdings" panose="05000000000000000000" pitchFamily="2" charset="2"/>
                  <a:buChar char="Ø"/>
                  <a:defRPr kumimoji="1" sz="2400">
                    <a:solidFill>
                      <a:srgbClr val="FF33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2400">
                  <a:latin typeface="Symbol" panose="05050102010706020507" pitchFamily="18" charset="2"/>
                </a:endParaRPr>
              </a:p>
            </p:txBody>
          </p:sp>
          <p:sp>
            <p:nvSpPr>
              <p:cNvPr id="37910" name="Text Box 37"/>
              <p:cNvSpPr txBox="1">
                <a:spLocks noChangeArrowheads="1"/>
              </p:cNvSpPr>
              <p:nvPr/>
            </p:nvSpPr>
            <p:spPr bwMode="auto">
              <a:xfrm>
                <a:off x="1584" y="3024"/>
                <a:ext cx="240" cy="21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5400">
                    <a:solidFill>
                      <a:srgbClr val="000000"/>
                    </a:solidFill>
                    <a:miter lim="800000"/>
                    <a:headEnd type="none" w="sm" len="sm"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3300"/>
                  </a:buClr>
                  <a:buSzPct val="75000"/>
                  <a:buFont typeface="Wingdings" panose="05000000000000000000" pitchFamily="2" charset="2"/>
                  <a:buChar char="m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69000"/>
                  <a:buFont typeface="Wingdings" panose="05000000000000000000" pitchFamily="2" charset="2"/>
                  <a:buChar char="q"/>
                  <a:defRPr kumimoji="1" sz="2800">
                    <a:solidFill>
                      <a:srgbClr val="3333CC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3300"/>
                  </a:buClr>
                  <a:buFont typeface="Wingdings" panose="05000000000000000000" pitchFamily="2" charset="2"/>
                  <a:buChar char="Ø"/>
                  <a:defRPr kumimoji="1" sz="2400">
                    <a:solidFill>
                      <a:srgbClr val="FF33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kumimoji="0" lang="en-US" altLang="zh-CN" sz="1600" b="1">
                    <a:solidFill>
                      <a:srgbClr val="3333CC"/>
                    </a:solidFill>
                  </a:rPr>
                  <a:t>j</a:t>
                </a:r>
                <a:endParaRPr kumimoji="0" lang="en-US" altLang="zh-CN" sz="1600" b="1">
                  <a:solidFill>
                    <a:srgbClr val="3333CC"/>
                  </a:solidFill>
                </a:endParaRPr>
              </a:p>
            </p:txBody>
          </p:sp>
        </p:grpSp>
        <p:sp>
          <p:nvSpPr>
            <p:cNvPr id="37907" name="Line 38"/>
            <p:cNvSpPr>
              <a:spLocks noChangeShapeType="1"/>
            </p:cNvSpPr>
            <p:nvPr/>
          </p:nvSpPr>
          <p:spPr bwMode="auto">
            <a:xfrm>
              <a:off x="1824" y="3168"/>
              <a:ext cx="384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7908" name="Text Box 39"/>
            <p:cNvSpPr txBox="1">
              <a:spLocks noChangeArrowheads="1"/>
            </p:cNvSpPr>
            <p:nvPr/>
          </p:nvSpPr>
          <p:spPr bwMode="auto">
            <a:xfrm>
              <a:off x="1872" y="2976"/>
              <a:ext cx="240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 type="none" w="sm" len="sm"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1600" b="1">
                  <a:solidFill>
                    <a:srgbClr val="3333CC"/>
                  </a:solidFill>
                </a:rPr>
                <a:t>a</a:t>
              </a:r>
              <a:endParaRPr kumimoji="0" lang="en-US" altLang="zh-CN" sz="1600" b="1">
                <a:solidFill>
                  <a:srgbClr val="3333CC"/>
                </a:solidFill>
              </a:endParaRPr>
            </a:p>
          </p:txBody>
        </p:sp>
      </p:grpSp>
      <p:sp>
        <p:nvSpPr>
          <p:cNvPr id="37894" name="Text Box 40"/>
          <p:cNvSpPr txBox="1">
            <a:spLocks noChangeArrowheads="1"/>
          </p:cNvSpPr>
          <p:nvPr/>
        </p:nvSpPr>
        <p:spPr bwMode="auto">
          <a:xfrm>
            <a:off x="5334000" y="3352800"/>
            <a:ext cx="2971800" cy="1311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b="1">
                <a:solidFill>
                  <a:srgbClr val="FF3300"/>
                </a:solidFill>
              </a:rPr>
              <a:t>: A</a:t>
            </a:r>
            <a:r>
              <a:rPr kumimoji="0" lang="en-US" altLang="zh-CN" sz="2000" b="1" baseline="-25000">
                <a:solidFill>
                  <a:srgbClr val="FF3300"/>
                </a:solidFill>
              </a:rPr>
              <a:t>0</a:t>
            </a:r>
            <a:r>
              <a:rPr kumimoji="0" lang="en-US" altLang="zh-CN" sz="2000" b="1">
                <a:solidFill>
                  <a:srgbClr val="FF3300"/>
                </a:solidFill>
                <a:sym typeface="Symbol" panose="05050102010706020507" pitchFamily="18" charset="2"/>
              </a:rPr>
              <a:t> aA</a:t>
            </a:r>
            <a:r>
              <a:rPr kumimoji="0" lang="en-US" altLang="zh-CN" sz="2000" b="1" baseline="-25000">
                <a:solidFill>
                  <a:srgbClr val="FF3300"/>
                </a:solidFill>
                <a:sym typeface="Symbol" panose="05050102010706020507" pitchFamily="18" charset="2"/>
              </a:rPr>
              <a:t>0</a:t>
            </a:r>
            <a:r>
              <a:rPr kumimoji="0" lang="en-US" altLang="zh-CN" sz="2000" b="1">
                <a:solidFill>
                  <a:srgbClr val="FF3300"/>
                </a:solidFill>
                <a:sym typeface="Symbol" panose="05050102010706020507" pitchFamily="18" charset="2"/>
              </a:rPr>
              <a:t>, </a:t>
            </a:r>
            <a:r>
              <a:rPr kumimoji="0" lang="en-US" altLang="zh-CN" sz="2000" b="1">
                <a:solidFill>
                  <a:srgbClr val="FF3300"/>
                </a:solidFill>
              </a:rPr>
              <a:t>A</a:t>
            </a:r>
            <a:r>
              <a:rPr kumimoji="0" lang="en-US" altLang="zh-CN" sz="2000" b="1" baseline="-25000">
                <a:solidFill>
                  <a:srgbClr val="FF3300"/>
                </a:solidFill>
              </a:rPr>
              <a:t>0</a:t>
            </a:r>
            <a:r>
              <a:rPr kumimoji="0" lang="en-US" altLang="zh-CN" sz="2000" b="1">
                <a:solidFill>
                  <a:srgbClr val="FF3300"/>
                </a:solidFill>
                <a:sym typeface="Symbol" panose="05050102010706020507" pitchFamily="18" charset="2"/>
              </a:rPr>
              <a:t> aA</a:t>
            </a:r>
            <a:r>
              <a:rPr kumimoji="0" lang="en-US" altLang="zh-CN" sz="2000" b="1" baseline="-25000">
                <a:solidFill>
                  <a:srgbClr val="FF3300"/>
                </a:solidFill>
                <a:sym typeface="Symbol" panose="05050102010706020507" pitchFamily="18" charset="2"/>
              </a:rPr>
              <a:t>1</a:t>
            </a:r>
            <a:endParaRPr kumimoji="0" lang="en-US" altLang="zh-CN" sz="2000" b="1" baseline="-25000">
              <a:solidFill>
                <a:srgbClr val="FF3300"/>
              </a:solidFill>
              <a:sym typeface="Symbol" panose="05050102010706020507" pitchFamily="18" charset="2"/>
            </a:endParaRPr>
          </a:p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b="1">
                <a:solidFill>
                  <a:srgbClr val="FF3300"/>
                </a:solidFill>
              </a:rPr>
              <a:t>: A</a:t>
            </a:r>
            <a:r>
              <a:rPr kumimoji="0" lang="en-US" altLang="zh-CN" sz="2000" b="1" baseline="-25000">
                <a:solidFill>
                  <a:srgbClr val="FF3300"/>
                </a:solidFill>
              </a:rPr>
              <a:t>0</a:t>
            </a:r>
            <a:r>
              <a:rPr kumimoji="0" lang="en-US" altLang="zh-CN" sz="2000" b="1">
                <a:solidFill>
                  <a:srgbClr val="FF3300"/>
                </a:solidFill>
                <a:sym typeface="Symbol" panose="05050102010706020507" pitchFamily="18" charset="2"/>
              </a:rPr>
              <a:t> bA</a:t>
            </a:r>
            <a:r>
              <a:rPr kumimoji="0" lang="en-US" altLang="zh-CN" sz="2000" b="1" baseline="-25000">
                <a:solidFill>
                  <a:srgbClr val="FF3300"/>
                </a:solidFill>
                <a:sym typeface="Symbol" panose="05050102010706020507" pitchFamily="18" charset="2"/>
              </a:rPr>
              <a:t>0</a:t>
            </a:r>
            <a:r>
              <a:rPr kumimoji="0" lang="en-US" altLang="zh-CN" sz="2000" b="1">
                <a:solidFill>
                  <a:srgbClr val="FF3300"/>
                </a:solidFill>
                <a:sym typeface="Symbol" panose="05050102010706020507" pitchFamily="18" charset="2"/>
              </a:rPr>
              <a:t>,</a:t>
            </a:r>
            <a:r>
              <a:rPr kumimoji="0" lang="en-US" altLang="zh-CN" sz="2000" b="1" baseline="-25000">
                <a:solidFill>
                  <a:srgbClr val="FF3300"/>
                </a:solidFill>
                <a:sym typeface="Symbol" panose="05050102010706020507" pitchFamily="18" charset="2"/>
              </a:rPr>
              <a:t> </a:t>
            </a:r>
            <a:r>
              <a:rPr kumimoji="0" lang="en-US" altLang="zh-CN" sz="2000" b="1">
                <a:solidFill>
                  <a:srgbClr val="FF3300"/>
                </a:solidFill>
              </a:rPr>
              <a:t>A</a:t>
            </a:r>
            <a:r>
              <a:rPr kumimoji="0" lang="en-US" altLang="zh-CN" sz="2000" b="1" baseline="-25000">
                <a:solidFill>
                  <a:srgbClr val="FF3300"/>
                </a:solidFill>
              </a:rPr>
              <a:t>1</a:t>
            </a:r>
            <a:r>
              <a:rPr kumimoji="0" lang="en-US" altLang="zh-CN" sz="2000" b="1">
                <a:solidFill>
                  <a:srgbClr val="FF3300"/>
                </a:solidFill>
                <a:sym typeface="Symbol" panose="05050102010706020507" pitchFamily="18" charset="2"/>
              </a:rPr>
              <a:t> bA</a:t>
            </a:r>
            <a:r>
              <a:rPr kumimoji="0" lang="en-US" altLang="zh-CN" sz="2000" b="1" baseline="-25000">
                <a:solidFill>
                  <a:srgbClr val="FF3300"/>
                </a:solidFill>
                <a:sym typeface="Symbol" panose="05050102010706020507" pitchFamily="18" charset="2"/>
              </a:rPr>
              <a:t>2</a:t>
            </a:r>
            <a:endParaRPr kumimoji="0" lang="en-US" altLang="zh-CN" sz="2000" b="1" baseline="-25000">
              <a:solidFill>
                <a:srgbClr val="FF3300"/>
              </a:solidFill>
              <a:sym typeface="Symbol" panose="05050102010706020507" pitchFamily="18" charset="2"/>
            </a:endParaRPr>
          </a:p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b="1">
                <a:solidFill>
                  <a:srgbClr val="FF3300"/>
                </a:solidFill>
              </a:rPr>
              <a:t>: A</a:t>
            </a:r>
            <a:r>
              <a:rPr kumimoji="0" lang="en-US" altLang="zh-CN" sz="2000" b="1" baseline="-25000">
                <a:solidFill>
                  <a:srgbClr val="FF3300"/>
                </a:solidFill>
              </a:rPr>
              <a:t>2</a:t>
            </a:r>
            <a:r>
              <a:rPr kumimoji="0" lang="en-US" altLang="zh-CN" sz="2000" b="1">
                <a:solidFill>
                  <a:srgbClr val="FF3300"/>
                </a:solidFill>
                <a:sym typeface="Symbol" panose="05050102010706020507" pitchFamily="18" charset="2"/>
              </a:rPr>
              <a:t> bA</a:t>
            </a:r>
            <a:r>
              <a:rPr kumimoji="0" lang="en-US" altLang="zh-CN" sz="2000" b="1" baseline="-25000">
                <a:solidFill>
                  <a:srgbClr val="FF3300"/>
                </a:solidFill>
                <a:sym typeface="Symbol" panose="05050102010706020507" pitchFamily="18" charset="2"/>
              </a:rPr>
              <a:t>3</a:t>
            </a:r>
            <a:endParaRPr kumimoji="0" lang="en-US" altLang="zh-CN" sz="2000" b="1" baseline="-25000">
              <a:solidFill>
                <a:srgbClr val="FF3300"/>
              </a:solidFill>
              <a:sym typeface="Symbol" panose="05050102010706020507" pitchFamily="18" charset="2"/>
            </a:endParaRPr>
          </a:p>
        </p:txBody>
      </p:sp>
      <p:sp>
        <p:nvSpPr>
          <p:cNvPr id="37895" name="AutoShape 41"/>
          <p:cNvSpPr/>
          <p:nvPr/>
        </p:nvSpPr>
        <p:spPr bwMode="auto">
          <a:xfrm>
            <a:off x="5105400" y="3521075"/>
            <a:ext cx="228600" cy="974725"/>
          </a:xfrm>
          <a:prstGeom prst="leftBrace">
            <a:avLst>
              <a:gd name="adj1" fmla="val 35532"/>
              <a:gd name="adj2" fmla="val 50000"/>
            </a:avLst>
          </a:prstGeom>
          <a:noFill/>
          <a:ln w="25400">
            <a:solidFill>
              <a:srgbClr val="FF0000"/>
            </a:solidFill>
            <a:round/>
            <a:head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>
              <a:latin typeface="Symbol" panose="05050102010706020507" pitchFamily="18" charset="2"/>
            </a:endParaRPr>
          </a:p>
        </p:txBody>
      </p:sp>
      <p:grpSp>
        <p:nvGrpSpPr>
          <p:cNvPr id="37896" name="Group 42"/>
          <p:cNvGrpSpPr/>
          <p:nvPr/>
        </p:nvGrpSpPr>
        <p:grpSpPr bwMode="auto">
          <a:xfrm>
            <a:off x="1676400" y="4038600"/>
            <a:ext cx="1524000" cy="533400"/>
            <a:chOff x="1536" y="2976"/>
            <a:chExt cx="960" cy="336"/>
          </a:xfrm>
        </p:grpSpPr>
        <p:grpSp>
          <p:nvGrpSpPr>
            <p:cNvPr id="37897" name="Group 43"/>
            <p:cNvGrpSpPr/>
            <p:nvPr/>
          </p:nvGrpSpPr>
          <p:grpSpPr bwMode="auto">
            <a:xfrm>
              <a:off x="1536" y="3024"/>
              <a:ext cx="288" cy="288"/>
              <a:chOff x="1536" y="3024"/>
              <a:chExt cx="288" cy="288"/>
            </a:xfrm>
          </p:grpSpPr>
          <p:sp>
            <p:nvSpPr>
              <p:cNvPr id="37903" name="Oval 44"/>
              <p:cNvSpPr>
                <a:spLocks noChangeArrowheads="1"/>
              </p:cNvSpPr>
              <p:nvPr/>
            </p:nvSpPr>
            <p:spPr bwMode="auto">
              <a:xfrm>
                <a:off x="1536" y="3024"/>
                <a:ext cx="288" cy="288"/>
              </a:xfrm>
              <a:prstGeom prst="ellipse">
                <a:avLst/>
              </a:prstGeom>
              <a:noFill/>
              <a:ln w="25400">
                <a:solidFill>
                  <a:schemeClr val="tx1"/>
                </a:solidFill>
                <a:round/>
                <a:headEnd type="none" w="sm" len="sm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3300"/>
                  </a:buClr>
                  <a:buSzPct val="75000"/>
                  <a:buFont typeface="Wingdings" panose="05000000000000000000" pitchFamily="2" charset="2"/>
                  <a:buChar char="m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69000"/>
                  <a:buFont typeface="Wingdings" panose="05000000000000000000" pitchFamily="2" charset="2"/>
                  <a:buChar char="q"/>
                  <a:defRPr kumimoji="1" sz="2800">
                    <a:solidFill>
                      <a:srgbClr val="3333CC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3300"/>
                  </a:buClr>
                  <a:buFont typeface="Wingdings" panose="05000000000000000000" pitchFamily="2" charset="2"/>
                  <a:buChar char="Ø"/>
                  <a:defRPr kumimoji="1" sz="2400">
                    <a:solidFill>
                      <a:srgbClr val="FF33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2400">
                  <a:latin typeface="Symbol" panose="05050102010706020507" pitchFamily="18" charset="2"/>
                </a:endParaRPr>
              </a:p>
            </p:txBody>
          </p:sp>
          <p:sp>
            <p:nvSpPr>
              <p:cNvPr id="37904" name="Text Box 45"/>
              <p:cNvSpPr txBox="1">
                <a:spLocks noChangeArrowheads="1"/>
              </p:cNvSpPr>
              <p:nvPr/>
            </p:nvSpPr>
            <p:spPr bwMode="auto">
              <a:xfrm>
                <a:off x="1584" y="3024"/>
                <a:ext cx="240" cy="21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5400">
                    <a:solidFill>
                      <a:srgbClr val="000000"/>
                    </a:solidFill>
                    <a:miter lim="800000"/>
                    <a:headEnd type="none" w="sm" len="sm"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3300"/>
                  </a:buClr>
                  <a:buSzPct val="75000"/>
                  <a:buFont typeface="Wingdings" panose="05000000000000000000" pitchFamily="2" charset="2"/>
                  <a:buChar char="m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69000"/>
                  <a:buFont typeface="Wingdings" panose="05000000000000000000" pitchFamily="2" charset="2"/>
                  <a:buChar char="q"/>
                  <a:defRPr kumimoji="1" sz="2800">
                    <a:solidFill>
                      <a:srgbClr val="3333CC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3300"/>
                  </a:buClr>
                  <a:buFont typeface="Wingdings" panose="05000000000000000000" pitchFamily="2" charset="2"/>
                  <a:buChar char="Ø"/>
                  <a:defRPr kumimoji="1" sz="2400">
                    <a:solidFill>
                      <a:srgbClr val="FF33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kumimoji="0" lang="en-US" altLang="zh-CN" sz="1600" b="1">
                    <a:solidFill>
                      <a:srgbClr val="3333CC"/>
                    </a:solidFill>
                  </a:rPr>
                  <a:t>i</a:t>
                </a:r>
                <a:endParaRPr kumimoji="0" lang="en-US" altLang="zh-CN" sz="1600" b="1">
                  <a:solidFill>
                    <a:srgbClr val="3333CC"/>
                  </a:solidFill>
                </a:endParaRPr>
              </a:p>
            </p:txBody>
          </p:sp>
        </p:grpSp>
        <p:grpSp>
          <p:nvGrpSpPr>
            <p:cNvPr id="37898" name="Group 46"/>
            <p:cNvGrpSpPr/>
            <p:nvPr/>
          </p:nvGrpSpPr>
          <p:grpSpPr bwMode="auto">
            <a:xfrm>
              <a:off x="2208" y="3024"/>
              <a:ext cx="288" cy="288"/>
              <a:chOff x="1536" y="3024"/>
              <a:chExt cx="288" cy="288"/>
            </a:xfrm>
          </p:grpSpPr>
          <p:sp>
            <p:nvSpPr>
              <p:cNvPr id="37901" name="Oval 47"/>
              <p:cNvSpPr>
                <a:spLocks noChangeArrowheads="1"/>
              </p:cNvSpPr>
              <p:nvPr/>
            </p:nvSpPr>
            <p:spPr bwMode="auto">
              <a:xfrm>
                <a:off x="1536" y="3024"/>
                <a:ext cx="288" cy="288"/>
              </a:xfrm>
              <a:prstGeom prst="ellipse">
                <a:avLst/>
              </a:prstGeom>
              <a:noFill/>
              <a:ln w="25400">
                <a:solidFill>
                  <a:schemeClr val="tx1"/>
                </a:solidFill>
                <a:round/>
                <a:headEnd type="none" w="sm" len="sm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3300"/>
                  </a:buClr>
                  <a:buSzPct val="75000"/>
                  <a:buFont typeface="Wingdings" panose="05000000000000000000" pitchFamily="2" charset="2"/>
                  <a:buChar char="m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69000"/>
                  <a:buFont typeface="Wingdings" panose="05000000000000000000" pitchFamily="2" charset="2"/>
                  <a:buChar char="q"/>
                  <a:defRPr kumimoji="1" sz="2800">
                    <a:solidFill>
                      <a:srgbClr val="3333CC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3300"/>
                  </a:buClr>
                  <a:buFont typeface="Wingdings" panose="05000000000000000000" pitchFamily="2" charset="2"/>
                  <a:buChar char="Ø"/>
                  <a:defRPr kumimoji="1" sz="2400">
                    <a:solidFill>
                      <a:srgbClr val="FF33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2400">
                  <a:latin typeface="Symbol" panose="05050102010706020507" pitchFamily="18" charset="2"/>
                </a:endParaRPr>
              </a:p>
            </p:txBody>
          </p:sp>
          <p:sp>
            <p:nvSpPr>
              <p:cNvPr id="37902" name="Text Box 48"/>
              <p:cNvSpPr txBox="1">
                <a:spLocks noChangeArrowheads="1"/>
              </p:cNvSpPr>
              <p:nvPr/>
            </p:nvSpPr>
            <p:spPr bwMode="auto">
              <a:xfrm>
                <a:off x="1584" y="3024"/>
                <a:ext cx="240" cy="21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5400">
                    <a:solidFill>
                      <a:srgbClr val="000000"/>
                    </a:solidFill>
                    <a:miter lim="800000"/>
                    <a:headEnd type="none" w="sm" len="sm"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3300"/>
                  </a:buClr>
                  <a:buSzPct val="75000"/>
                  <a:buFont typeface="Wingdings" panose="05000000000000000000" pitchFamily="2" charset="2"/>
                  <a:buChar char="m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69000"/>
                  <a:buFont typeface="Wingdings" panose="05000000000000000000" pitchFamily="2" charset="2"/>
                  <a:buChar char="q"/>
                  <a:defRPr kumimoji="1" sz="2800">
                    <a:solidFill>
                      <a:srgbClr val="3333CC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3300"/>
                  </a:buClr>
                  <a:buFont typeface="Wingdings" panose="05000000000000000000" pitchFamily="2" charset="2"/>
                  <a:buChar char="Ø"/>
                  <a:defRPr kumimoji="1" sz="2400">
                    <a:solidFill>
                      <a:srgbClr val="FF33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kumimoji="0" lang="en-US" altLang="zh-CN" sz="1600" b="1">
                    <a:solidFill>
                      <a:srgbClr val="3333CC"/>
                    </a:solidFill>
                  </a:rPr>
                  <a:t>j</a:t>
                </a:r>
                <a:endParaRPr kumimoji="0" lang="en-US" altLang="zh-CN" sz="1600" b="1">
                  <a:solidFill>
                    <a:srgbClr val="3333CC"/>
                  </a:solidFill>
                </a:endParaRPr>
              </a:p>
            </p:txBody>
          </p:sp>
        </p:grpSp>
        <p:sp>
          <p:nvSpPr>
            <p:cNvPr id="37899" name="Line 49"/>
            <p:cNvSpPr>
              <a:spLocks noChangeShapeType="1"/>
            </p:cNvSpPr>
            <p:nvPr/>
          </p:nvSpPr>
          <p:spPr bwMode="auto">
            <a:xfrm>
              <a:off x="1824" y="3168"/>
              <a:ext cx="384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7900" name="Text Box 50"/>
            <p:cNvSpPr txBox="1">
              <a:spLocks noChangeArrowheads="1"/>
            </p:cNvSpPr>
            <p:nvPr/>
          </p:nvSpPr>
          <p:spPr bwMode="auto">
            <a:xfrm>
              <a:off x="1872" y="2976"/>
              <a:ext cx="240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 type="none" w="sm" len="sm"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1600" b="1">
                  <a:solidFill>
                    <a:srgbClr val="3333CC"/>
                  </a:solidFill>
                  <a:latin typeface="Symbol" panose="05050102010706020507" pitchFamily="18" charset="2"/>
                  <a:sym typeface="Symbol" panose="05050102010706020507" pitchFamily="18" charset="2"/>
                </a:rPr>
                <a:t>e</a:t>
              </a:r>
              <a:endParaRPr kumimoji="0" lang="en-US" altLang="zh-CN" sz="1600" b="1">
                <a:solidFill>
                  <a:srgbClr val="3333CC"/>
                </a:solidFill>
                <a:latin typeface="Symbol" panose="05050102010706020507" pitchFamily="18" charset="2"/>
                <a:sym typeface="Symbol" panose="05050102010706020507" pitchFamily="18" charset="2"/>
              </a:endParaRPr>
            </a:p>
          </p:txBody>
        </p:sp>
      </p:grp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NFA</a:t>
            </a:r>
            <a:r>
              <a:rPr lang="en-US" altLang="zh-CN">
                <a:sym typeface="Wingdings" panose="05000000000000000000" pitchFamily="2" charset="2"/>
              </a:rPr>
              <a:t>CFG</a:t>
            </a:r>
            <a:endParaRPr lang="en-US" altLang="zh-CN"/>
          </a:p>
        </p:txBody>
      </p:sp>
      <p:sp>
        <p:nvSpPr>
          <p:cNvPr id="3891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182688" y="1447800"/>
            <a:ext cx="7772400" cy="5105400"/>
          </a:xfrm>
        </p:spPr>
        <p:txBody>
          <a:bodyPr/>
          <a:lstStyle/>
          <a:p>
            <a:pPr marL="609600" indent="-609600" eaLnBrk="1" hangingPunct="1"/>
            <a:r>
              <a:rPr lang="en-US" altLang="zh-CN" sz="2800" dirty="0"/>
              <a:t>A</a:t>
            </a:r>
            <a:r>
              <a:rPr lang="en-US" altLang="zh-CN" sz="2800" baseline="-25000" dirty="0"/>
              <a:t>i</a:t>
            </a:r>
            <a:r>
              <a:rPr lang="zh-CN" altLang="en-US" sz="2800" dirty="0"/>
              <a:t>的含义是什么？</a:t>
            </a:r>
            <a:endParaRPr lang="en-US" altLang="zh-CN" sz="2800" dirty="0"/>
          </a:p>
          <a:p>
            <a:pPr marL="0" indent="0" eaLnBrk="1" hangingPunct="1">
              <a:buNone/>
            </a:pPr>
            <a:r>
              <a:rPr lang="en-US" altLang="zh-CN" sz="2800" dirty="0"/>
              <a:t>       </a:t>
            </a:r>
            <a:r>
              <a:rPr lang="zh-CN" altLang="en-US" sz="2800" dirty="0"/>
              <a:t>状态</a:t>
            </a:r>
            <a:r>
              <a:rPr lang="en-US" altLang="zh-CN" sz="2800" dirty="0" err="1"/>
              <a:t>i</a:t>
            </a:r>
            <a:r>
              <a:rPr lang="en-US" altLang="zh-CN" sz="2800" dirty="0">
                <a:sym typeface="Wingdings" panose="05000000000000000000" pitchFamily="2" charset="2"/>
              </a:rPr>
              <a:t></a:t>
            </a:r>
            <a:r>
              <a:rPr lang="zh-CN" altLang="en-US" sz="2800" dirty="0">
                <a:sym typeface="Wingdings" panose="05000000000000000000" pitchFamily="2" charset="2"/>
              </a:rPr>
              <a:t>终态的路径上的符号串的集合</a:t>
            </a:r>
            <a:endParaRPr lang="zh-CN" altLang="en-US" sz="2800" dirty="0">
              <a:sym typeface="Wingdings" panose="05000000000000000000" pitchFamily="2" charset="2"/>
            </a:endParaRPr>
          </a:p>
          <a:p>
            <a:pPr marL="609600" indent="-609600" eaLnBrk="1" hangingPunct="1"/>
            <a:r>
              <a:rPr lang="zh-CN" altLang="en-US" sz="2800" dirty="0">
                <a:sym typeface="Wingdings" panose="05000000000000000000" pitchFamily="2" charset="2"/>
              </a:rPr>
              <a:t>如令</a:t>
            </a:r>
            <a:r>
              <a:rPr lang="en-US" altLang="zh-CN" sz="2800" dirty="0">
                <a:sym typeface="Wingdings" panose="05000000000000000000" pitchFamily="2" charset="2"/>
              </a:rPr>
              <a:t>A</a:t>
            </a:r>
            <a:r>
              <a:rPr lang="en-US" altLang="zh-CN" sz="2800" baseline="-25000" dirty="0">
                <a:sym typeface="Wingdings" panose="05000000000000000000" pitchFamily="2" charset="2"/>
              </a:rPr>
              <a:t>i</a:t>
            </a:r>
            <a:r>
              <a:rPr lang="zh-CN" altLang="en-US" sz="2800" dirty="0">
                <a:sym typeface="Wingdings" panose="05000000000000000000" pitchFamily="2" charset="2"/>
              </a:rPr>
              <a:t>对应“初态状态</a:t>
            </a:r>
            <a:r>
              <a:rPr lang="en-US" altLang="zh-CN" sz="2800" dirty="0" err="1">
                <a:sym typeface="Wingdings" panose="05000000000000000000" pitchFamily="2" charset="2"/>
              </a:rPr>
              <a:t>i</a:t>
            </a:r>
            <a:r>
              <a:rPr lang="zh-CN" altLang="en-US" sz="2800" dirty="0">
                <a:sym typeface="Wingdings" panose="05000000000000000000" pitchFamily="2" charset="2"/>
              </a:rPr>
              <a:t>路径上的符号串的集合”呢？转换规则如何调整？生成的文法具有什么特点？</a:t>
            </a:r>
            <a:endParaRPr lang="zh-CN" altLang="en-US" sz="2800" dirty="0">
              <a:sym typeface="Wingdings" panose="05000000000000000000" pitchFamily="2" charset="2"/>
            </a:endParaRPr>
          </a:p>
          <a:p>
            <a:pPr marL="609600" indent="-609600" eaLnBrk="1" hangingPunct="1"/>
            <a:r>
              <a:rPr lang="en-US" altLang="zh-CN" sz="2800" dirty="0" err="1"/>
              <a:t>A</a:t>
            </a:r>
            <a:r>
              <a:rPr lang="en-US" altLang="zh-CN" sz="2800" baseline="-25000" dirty="0" err="1"/>
              <a:t>j</a:t>
            </a:r>
            <a:r>
              <a:rPr lang="en-US" altLang="zh-CN" sz="2800" baseline="-25000" dirty="0"/>
              <a:t> </a:t>
            </a:r>
            <a:r>
              <a:rPr kumimoji="0" lang="en-US" altLang="zh-CN" sz="2800" dirty="0">
                <a:sym typeface="Symbol" panose="05050102010706020507" pitchFamily="18" charset="2"/>
              </a:rPr>
              <a:t></a:t>
            </a:r>
            <a:r>
              <a:rPr lang="en-US" altLang="zh-CN" sz="2800" dirty="0" err="1"/>
              <a:t>A</a:t>
            </a:r>
            <a:r>
              <a:rPr lang="en-US" altLang="zh-CN" sz="2800" baseline="-25000" dirty="0" err="1"/>
              <a:t>i</a:t>
            </a:r>
            <a:r>
              <a:rPr lang="en-US" altLang="zh-CN" sz="2800" dirty="0" err="1"/>
              <a:t>a</a:t>
            </a:r>
            <a:br>
              <a:rPr lang="en-US" altLang="zh-CN" sz="2800" dirty="0"/>
            </a:br>
            <a:r>
              <a:rPr lang="en-US" altLang="zh-CN" sz="2800" dirty="0">
                <a:sym typeface="Wingdings" panose="05000000000000000000" pitchFamily="2" charset="2"/>
              </a:rPr>
              <a:t>A</a:t>
            </a:r>
            <a:r>
              <a:rPr lang="en-US" altLang="zh-CN" sz="2800" baseline="-25000" dirty="0">
                <a:sym typeface="Wingdings" panose="05000000000000000000" pitchFamily="2" charset="2"/>
              </a:rPr>
              <a:t>0</a:t>
            </a:r>
            <a:r>
              <a:rPr kumimoji="0" lang="en-US" altLang="zh-CN" sz="2800" dirty="0">
                <a:sym typeface="Symbol" panose="05050102010706020507" pitchFamily="18" charset="2"/>
              </a:rPr>
              <a:t></a:t>
            </a:r>
            <a:r>
              <a:rPr kumimoji="0" lang="en-US" altLang="zh-CN" sz="2800" b="1" dirty="0">
                <a:latin typeface="Symbol" panose="05050102010706020507" pitchFamily="18" charset="2"/>
                <a:sym typeface="Symbol" panose="05050102010706020507" pitchFamily="18" charset="2"/>
              </a:rPr>
              <a:t>e</a:t>
            </a:r>
            <a:endParaRPr kumimoji="0" lang="en-US" altLang="zh-CN" sz="2800" b="1" dirty="0">
              <a:latin typeface="Symbol" panose="05050102010706020507" pitchFamily="18" charset="2"/>
              <a:sym typeface="Symbol" panose="05050102010706020507" pitchFamily="18" charset="2"/>
            </a:endParaRPr>
          </a:p>
        </p:txBody>
      </p:sp>
      <p:sp>
        <p:nvSpPr>
          <p:cNvPr id="38916" name="Text Box 39"/>
          <p:cNvSpPr txBox="1">
            <a:spLocks noChangeArrowheads="1"/>
          </p:cNvSpPr>
          <p:nvPr/>
        </p:nvSpPr>
        <p:spPr bwMode="auto">
          <a:xfrm>
            <a:off x="5292080" y="4000500"/>
            <a:ext cx="2971800" cy="1570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b="1" dirty="0">
                <a:solidFill>
                  <a:srgbClr val="FF3300"/>
                </a:solidFill>
              </a:rPr>
              <a:t>A</a:t>
            </a:r>
            <a:r>
              <a:rPr kumimoji="0" lang="en-US" altLang="zh-CN" sz="2400" b="1" baseline="-25000" dirty="0">
                <a:solidFill>
                  <a:srgbClr val="FF3300"/>
                </a:solidFill>
              </a:rPr>
              <a:t>0</a:t>
            </a:r>
            <a:r>
              <a:rPr kumimoji="0" lang="en-US" altLang="zh-CN" sz="2400" b="1" dirty="0">
                <a:solidFill>
                  <a:srgbClr val="FF3300"/>
                </a:solidFill>
                <a:sym typeface="Symbol" panose="05050102010706020507" pitchFamily="18" charset="2"/>
              </a:rPr>
              <a:t> A</a:t>
            </a:r>
            <a:r>
              <a:rPr kumimoji="0" lang="en-US" altLang="zh-CN" sz="2400" b="1" baseline="-25000" dirty="0">
                <a:solidFill>
                  <a:srgbClr val="FF3300"/>
                </a:solidFill>
                <a:sym typeface="Symbol" panose="05050102010706020507" pitchFamily="18" charset="2"/>
              </a:rPr>
              <a:t>0</a:t>
            </a:r>
            <a:r>
              <a:rPr kumimoji="0" lang="en-US" altLang="zh-CN" sz="2400" b="1" dirty="0">
                <a:solidFill>
                  <a:srgbClr val="FF3300"/>
                </a:solidFill>
                <a:sym typeface="Symbol" panose="05050102010706020507" pitchFamily="18" charset="2"/>
              </a:rPr>
              <a:t>a, </a:t>
            </a:r>
            <a:r>
              <a:rPr kumimoji="0" lang="en-US" altLang="zh-CN" sz="2400" b="1" dirty="0">
                <a:solidFill>
                  <a:srgbClr val="FF3300"/>
                </a:solidFill>
              </a:rPr>
              <a:t>A</a:t>
            </a:r>
            <a:r>
              <a:rPr kumimoji="0" lang="en-US" altLang="zh-CN" sz="2400" b="1" baseline="-25000" dirty="0">
                <a:solidFill>
                  <a:srgbClr val="FF3300"/>
                </a:solidFill>
              </a:rPr>
              <a:t>1</a:t>
            </a:r>
            <a:r>
              <a:rPr kumimoji="0" lang="en-US" altLang="zh-CN" sz="2400" b="1" dirty="0">
                <a:solidFill>
                  <a:srgbClr val="FF3300"/>
                </a:solidFill>
                <a:sym typeface="Symbol" panose="05050102010706020507" pitchFamily="18" charset="2"/>
              </a:rPr>
              <a:t> A</a:t>
            </a:r>
            <a:r>
              <a:rPr kumimoji="0" lang="en-US" altLang="zh-CN" sz="2400" b="1" baseline="-25000" dirty="0">
                <a:solidFill>
                  <a:srgbClr val="FF3300"/>
                </a:solidFill>
                <a:sym typeface="Symbol" panose="05050102010706020507" pitchFamily="18" charset="2"/>
              </a:rPr>
              <a:t>0</a:t>
            </a:r>
            <a:r>
              <a:rPr kumimoji="0" lang="en-US" altLang="zh-CN" sz="2400" b="1" dirty="0">
                <a:solidFill>
                  <a:srgbClr val="FF3300"/>
                </a:solidFill>
                <a:sym typeface="Symbol" panose="05050102010706020507" pitchFamily="18" charset="2"/>
              </a:rPr>
              <a:t>a</a:t>
            </a:r>
            <a:endParaRPr kumimoji="0" lang="en-US" altLang="zh-CN" sz="2400" b="1" baseline="-25000" dirty="0">
              <a:solidFill>
                <a:srgbClr val="FF3300"/>
              </a:solidFill>
              <a:sym typeface="Symbol" panose="05050102010706020507" pitchFamily="18" charset="2"/>
            </a:endParaRPr>
          </a:p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b="1" dirty="0">
                <a:solidFill>
                  <a:srgbClr val="FF3300"/>
                </a:solidFill>
              </a:rPr>
              <a:t>A</a:t>
            </a:r>
            <a:r>
              <a:rPr kumimoji="0" lang="en-US" altLang="zh-CN" sz="2400" b="1" baseline="-25000" dirty="0">
                <a:solidFill>
                  <a:srgbClr val="FF3300"/>
                </a:solidFill>
              </a:rPr>
              <a:t>0</a:t>
            </a:r>
            <a:r>
              <a:rPr kumimoji="0" lang="en-US" altLang="zh-CN" sz="2400" b="1" dirty="0">
                <a:solidFill>
                  <a:srgbClr val="FF3300"/>
                </a:solidFill>
                <a:sym typeface="Symbol" panose="05050102010706020507" pitchFamily="18" charset="2"/>
              </a:rPr>
              <a:t> A</a:t>
            </a:r>
            <a:r>
              <a:rPr kumimoji="0" lang="en-US" altLang="zh-CN" sz="2400" b="1" baseline="-25000" dirty="0">
                <a:solidFill>
                  <a:srgbClr val="FF3300"/>
                </a:solidFill>
                <a:sym typeface="Symbol" panose="05050102010706020507" pitchFamily="18" charset="2"/>
              </a:rPr>
              <a:t>0</a:t>
            </a:r>
            <a:r>
              <a:rPr kumimoji="0" lang="en-US" altLang="zh-CN" sz="2400" b="1" dirty="0">
                <a:solidFill>
                  <a:srgbClr val="FF3300"/>
                </a:solidFill>
                <a:sym typeface="Symbol" panose="05050102010706020507" pitchFamily="18" charset="2"/>
              </a:rPr>
              <a:t>b,</a:t>
            </a:r>
            <a:r>
              <a:rPr kumimoji="0" lang="en-US" altLang="zh-CN" sz="2400" b="1" baseline="-25000" dirty="0">
                <a:solidFill>
                  <a:srgbClr val="FF3300"/>
                </a:solidFill>
                <a:sym typeface="Symbol" panose="05050102010706020507" pitchFamily="18" charset="2"/>
              </a:rPr>
              <a:t> </a:t>
            </a:r>
            <a:r>
              <a:rPr kumimoji="0" lang="en-US" altLang="zh-CN" sz="2400" b="1" dirty="0">
                <a:solidFill>
                  <a:srgbClr val="FF3300"/>
                </a:solidFill>
              </a:rPr>
              <a:t>A</a:t>
            </a:r>
            <a:r>
              <a:rPr kumimoji="0" lang="en-US" altLang="zh-CN" sz="2400" b="1" baseline="-25000" dirty="0">
                <a:solidFill>
                  <a:srgbClr val="FF3300"/>
                </a:solidFill>
              </a:rPr>
              <a:t>2</a:t>
            </a:r>
            <a:r>
              <a:rPr kumimoji="0" lang="en-US" altLang="zh-CN" sz="2400" b="1" dirty="0">
                <a:solidFill>
                  <a:srgbClr val="FF3300"/>
                </a:solidFill>
                <a:sym typeface="Symbol" panose="05050102010706020507" pitchFamily="18" charset="2"/>
              </a:rPr>
              <a:t> A</a:t>
            </a:r>
            <a:r>
              <a:rPr kumimoji="0" lang="en-US" altLang="zh-CN" sz="2400" b="1" baseline="-25000" dirty="0">
                <a:solidFill>
                  <a:srgbClr val="FF3300"/>
                </a:solidFill>
                <a:sym typeface="Symbol" panose="05050102010706020507" pitchFamily="18" charset="2"/>
              </a:rPr>
              <a:t>1</a:t>
            </a:r>
            <a:r>
              <a:rPr kumimoji="0" lang="en-US" altLang="zh-CN" sz="2400" b="1" dirty="0">
                <a:solidFill>
                  <a:srgbClr val="FF3300"/>
                </a:solidFill>
                <a:sym typeface="Symbol" panose="05050102010706020507" pitchFamily="18" charset="2"/>
              </a:rPr>
              <a:t>b</a:t>
            </a:r>
            <a:endParaRPr kumimoji="0" lang="en-US" altLang="zh-CN" sz="2400" b="1" baseline="-25000" dirty="0">
              <a:solidFill>
                <a:srgbClr val="FF3300"/>
              </a:solidFill>
              <a:sym typeface="Symbol" panose="05050102010706020507" pitchFamily="18" charset="2"/>
            </a:endParaRPr>
          </a:p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b="1" dirty="0">
                <a:solidFill>
                  <a:srgbClr val="FF3300"/>
                </a:solidFill>
              </a:rPr>
              <a:t>A</a:t>
            </a:r>
            <a:r>
              <a:rPr kumimoji="0" lang="en-US" altLang="zh-CN" sz="2400" b="1" baseline="-25000" dirty="0">
                <a:solidFill>
                  <a:srgbClr val="FF3300"/>
                </a:solidFill>
              </a:rPr>
              <a:t>3</a:t>
            </a:r>
            <a:r>
              <a:rPr kumimoji="0" lang="en-US" altLang="zh-CN" sz="2400" b="1" dirty="0">
                <a:solidFill>
                  <a:srgbClr val="FF3300"/>
                </a:solidFill>
                <a:sym typeface="Symbol" panose="05050102010706020507" pitchFamily="18" charset="2"/>
              </a:rPr>
              <a:t> A</a:t>
            </a:r>
            <a:r>
              <a:rPr kumimoji="0" lang="en-US" altLang="zh-CN" sz="2400" b="1" baseline="-25000" dirty="0">
                <a:solidFill>
                  <a:srgbClr val="FF3300"/>
                </a:solidFill>
                <a:sym typeface="Symbol" panose="05050102010706020507" pitchFamily="18" charset="2"/>
              </a:rPr>
              <a:t>2</a:t>
            </a:r>
            <a:r>
              <a:rPr kumimoji="0" lang="en-US" altLang="zh-CN" sz="2400" b="1" dirty="0">
                <a:solidFill>
                  <a:srgbClr val="FF3300"/>
                </a:solidFill>
                <a:sym typeface="Symbol" panose="05050102010706020507" pitchFamily="18" charset="2"/>
              </a:rPr>
              <a:t>b, </a:t>
            </a:r>
            <a:r>
              <a:rPr lang="en-US" altLang="zh-CN" sz="2400" b="1" dirty="0">
                <a:solidFill>
                  <a:srgbClr val="FF3300"/>
                </a:solidFill>
                <a:sym typeface="Wingdings" panose="05000000000000000000" pitchFamily="2" charset="2"/>
              </a:rPr>
              <a:t>A</a:t>
            </a:r>
            <a:r>
              <a:rPr lang="en-US" altLang="zh-CN" sz="2400" b="1" baseline="-25000" dirty="0">
                <a:solidFill>
                  <a:srgbClr val="FF3300"/>
                </a:solidFill>
                <a:sym typeface="Wingdings" panose="05000000000000000000" pitchFamily="2" charset="2"/>
              </a:rPr>
              <a:t>0</a:t>
            </a:r>
            <a:r>
              <a:rPr kumimoji="0" lang="en-US" altLang="zh-CN" sz="2400" b="1" dirty="0">
                <a:solidFill>
                  <a:srgbClr val="FF3300"/>
                </a:solidFill>
                <a:sym typeface="Symbol" panose="05050102010706020507" pitchFamily="18" charset="2"/>
              </a:rPr>
              <a:t></a:t>
            </a:r>
            <a:r>
              <a:rPr kumimoji="0" lang="en-US" altLang="zh-CN" sz="2400" b="1" dirty="0">
                <a:solidFill>
                  <a:srgbClr val="FF3300"/>
                </a:solidFill>
                <a:latin typeface="Symbol" panose="05050102010706020507" pitchFamily="18" charset="2"/>
                <a:sym typeface="Symbol" panose="05050102010706020507" pitchFamily="18" charset="2"/>
              </a:rPr>
              <a:t>e</a:t>
            </a:r>
            <a:endParaRPr kumimoji="0" lang="en-US" altLang="zh-CN" sz="2400" b="1" dirty="0">
              <a:solidFill>
                <a:srgbClr val="FF3300"/>
              </a:solidFill>
              <a:latin typeface="Symbol" panose="05050102010706020507" pitchFamily="18" charset="2"/>
              <a:sym typeface="Symbol" panose="05050102010706020507" pitchFamily="18" charset="2"/>
            </a:endParaRPr>
          </a:p>
        </p:txBody>
      </p:sp>
      <p:grpSp>
        <p:nvGrpSpPr>
          <p:cNvPr id="5" name="Group 30"/>
          <p:cNvGrpSpPr/>
          <p:nvPr/>
        </p:nvGrpSpPr>
        <p:grpSpPr bwMode="auto">
          <a:xfrm>
            <a:off x="760884" y="5085184"/>
            <a:ext cx="4953000" cy="1585913"/>
            <a:chOff x="1584" y="864"/>
            <a:chExt cx="3120" cy="999"/>
          </a:xfrm>
        </p:grpSpPr>
        <p:grpSp>
          <p:nvGrpSpPr>
            <p:cNvPr id="6" name="Group 5"/>
            <p:cNvGrpSpPr/>
            <p:nvPr/>
          </p:nvGrpSpPr>
          <p:grpSpPr bwMode="auto">
            <a:xfrm>
              <a:off x="4320" y="1152"/>
              <a:ext cx="384" cy="384"/>
              <a:chOff x="2496" y="2688"/>
              <a:chExt cx="384" cy="384"/>
            </a:xfrm>
          </p:grpSpPr>
          <p:sp>
            <p:nvSpPr>
              <p:cNvPr id="29" name="Oval 6"/>
              <p:cNvSpPr>
                <a:spLocks noChangeArrowheads="1"/>
              </p:cNvSpPr>
              <p:nvPr/>
            </p:nvSpPr>
            <p:spPr bwMode="auto">
              <a:xfrm>
                <a:off x="2496" y="2688"/>
                <a:ext cx="384" cy="384"/>
              </a:xfrm>
              <a:prstGeom prst="ellips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3300"/>
                  </a:buClr>
                  <a:buSzPct val="75000"/>
                  <a:buFont typeface="Wingdings" panose="05000000000000000000" pitchFamily="2" charset="2"/>
                  <a:buChar char="m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69000"/>
                  <a:buFont typeface="Wingdings" panose="05000000000000000000" pitchFamily="2" charset="2"/>
                  <a:buChar char="q"/>
                  <a:defRPr kumimoji="1" sz="2800">
                    <a:solidFill>
                      <a:srgbClr val="3333CC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3300"/>
                  </a:buClr>
                  <a:buFont typeface="Wingdings" panose="05000000000000000000" pitchFamily="2" charset="2"/>
                  <a:buChar char="Ø"/>
                  <a:defRPr kumimoji="1" sz="2400">
                    <a:solidFill>
                      <a:srgbClr val="FF33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2400">
                  <a:latin typeface="Symbol" panose="05050102010706020507" pitchFamily="18" charset="2"/>
                </a:endParaRPr>
              </a:p>
            </p:txBody>
          </p:sp>
          <p:sp>
            <p:nvSpPr>
              <p:cNvPr id="30" name="Oval 7"/>
              <p:cNvSpPr>
                <a:spLocks noChangeArrowheads="1"/>
              </p:cNvSpPr>
              <p:nvPr/>
            </p:nvSpPr>
            <p:spPr bwMode="auto">
              <a:xfrm>
                <a:off x="2544" y="2736"/>
                <a:ext cx="288" cy="288"/>
              </a:xfrm>
              <a:prstGeom prst="ellips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3300"/>
                  </a:buClr>
                  <a:buSzPct val="75000"/>
                  <a:buFont typeface="Wingdings" panose="05000000000000000000" pitchFamily="2" charset="2"/>
                  <a:buChar char="m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69000"/>
                  <a:buFont typeface="Wingdings" panose="05000000000000000000" pitchFamily="2" charset="2"/>
                  <a:buChar char="q"/>
                  <a:defRPr kumimoji="1" sz="2800">
                    <a:solidFill>
                      <a:srgbClr val="3333CC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3300"/>
                  </a:buClr>
                  <a:buFont typeface="Wingdings" panose="05000000000000000000" pitchFamily="2" charset="2"/>
                  <a:buChar char="Ø"/>
                  <a:defRPr kumimoji="1" sz="2400">
                    <a:solidFill>
                      <a:srgbClr val="FF33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2400">
                  <a:latin typeface="Symbol" panose="05050102010706020507" pitchFamily="18" charset="2"/>
                </a:endParaRPr>
              </a:p>
            </p:txBody>
          </p:sp>
        </p:grpSp>
        <p:sp>
          <p:nvSpPr>
            <p:cNvPr id="7" name="Line 8"/>
            <p:cNvSpPr>
              <a:spLocks noChangeShapeType="1"/>
            </p:cNvSpPr>
            <p:nvPr/>
          </p:nvSpPr>
          <p:spPr bwMode="auto">
            <a:xfrm>
              <a:off x="3936" y="1344"/>
              <a:ext cx="384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triangl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" name="Line 9"/>
            <p:cNvSpPr>
              <a:spLocks noChangeShapeType="1"/>
            </p:cNvSpPr>
            <p:nvPr/>
          </p:nvSpPr>
          <p:spPr bwMode="auto">
            <a:xfrm>
              <a:off x="2400" y="1344"/>
              <a:ext cx="384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triangl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" name="Line 10"/>
            <p:cNvSpPr>
              <a:spLocks noChangeShapeType="1"/>
            </p:cNvSpPr>
            <p:nvPr/>
          </p:nvSpPr>
          <p:spPr bwMode="auto">
            <a:xfrm>
              <a:off x="1632" y="1344"/>
              <a:ext cx="384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triangl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" name="Text Box 11"/>
            <p:cNvSpPr txBox="1">
              <a:spLocks noChangeArrowheads="1"/>
            </p:cNvSpPr>
            <p:nvPr/>
          </p:nvSpPr>
          <p:spPr bwMode="auto">
            <a:xfrm>
              <a:off x="1584" y="1152"/>
              <a:ext cx="432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1400" b="1">
                  <a:solidFill>
                    <a:srgbClr val="3333CC"/>
                  </a:solidFill>
                </a:rPr>
                <a:t>start</a:t>
              </a:r>
              <a:endParaRPr kumimoji="0" lang="en-US" altLang="zh-CN" sz="1400" b="1">
                <a:solidFill>
                  <a:srgbClr val="3333CC"/>
                </a:solidFill>
              </a:endParaRPr>
            </a:p>
          </p:txBody>
        </p:sp>
        <p:grpSp>
          <p:nvGrpSpPr>
            <p:cNvPr id="11" name="Group 12"/>
            <p:cNvGrpSpPr/>
            <p:nvPr/>
          </p:nvGrpSpPr>
          <p:grpSpPr bwMode="auto">
            <a:xfrm>
              <a:off x="2016" y="1152"/>
              <a:ext cx="384" cy="384"/>
              <a:chOff x="2736" y="1200"/>
              <a:chExt cx="384" cy="384"/>
            </a:xfrm>
          </p:grpSpPr>
          <p:sp>
            <p:nvSpPr>
              <p:cNvPr id="27" name="Oval 13"/>
              <p:cNvSpPr>
                <a:spLocks noChangeArrowheads="1"/>
              </p:cNvSpPr>
              <p:nvPr/>
            </p:nvSpPr>
            <p:spPr bwMode="auto">
              <a:xfrm>
                <a:off x="2736" y="1200"/>
                <a:ext cx="384" cy="384"/>
              </a:xfrm>
              <a:prstGeom prst="ellips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3300"/>
                  </a:buClr>
                  <a:buSzPct val="75000"/>
                  <a:buFont typeface="Wingdings" panose="05000000000000000000" pitchFamily="2" charset="2"/>
                  <a:buChar char="m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69000"/>
                  <a:buFont typeface="Wingdings" panose="05000000000000000000" pitchFamily="2" charset="2"/>
                  <a:buChar char="q"/>
                  <a:defRPr kumimoji="1" sz="2800">
                    <a:solidFill>
                      <a:srgbClr val="3333CC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3300"/>
                  </a:buClr>
                  <a:buFont typeface="Wingdings" panose="05000000000000000000" pitchFamily="2" charset="2"/>
                  <a:buChar char="Ø"/>
                  <a:defRPr kumimoji="1" sz="2400">
                    <a:solidFill>
                      <a:srgbClr val="FF33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2400">
                  <a:latin typeface="Symbol" panose="05050102010706020507" pitchFamily="18" charset="2"/>
                </a:endParaRPr>
              </a:p>
            </p:txBody>
          </p:sp>
          <p:sp>
            <p:nvSpPr>
              <p:cNvPr id="28" name="Text Box 14"/>
              <p:cNvSpPr txBox="1">
                <a:spLocks noChangeArrowheads="1"/>
              </p:cNvSpPr>
              <p:nvPr/>
            </p:nvSpPr>
            <p:spPr bwMode="auto">
              <a:xfrm>
                <a:off x="2784" y="1248"/>
                <a:ext cx="240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3300"/>
                  </a:buClr>
                  <a:buSzPct val="75000"/>
                  <a:buFont typeface="Wingdings" panose="05000000000000000000" pitchFamily="2" charset="2"/>
                  <a:buChar char="m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69000"/>
                  <a:buFont typeface="Wingdings" panose="05000000000000000000" pitchFamily="2" charset="2"/>
                  <a:buChar char="q"/>
                  <a:defRPr kumimoji="1" sz="2800">
                    <a:solidFill>
                      <a:srgbClr val="3333CC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3300"/>
                  </a:buClr>
                  <a:buFont typeface="Wingdings" panose="05000000000000000000" pitchFamily="2" charset="2"/>
                  <a:buChar char="Ø"/>
                  <a:defRPr kumimoji="1" sz="2400">
                    <a:solidFill>
                      <a:srgbClr val="FF33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kumimoji="0" lang="en-US" altLang="zh-CN" sz="2000" b="1">
                    <a:solidFill>
                      <a:srgbClr val="3333CC"/>
                    </a:solidFill>
                  </a:rPr>
                  <a:t>0</a:t>
                </a:r>
                <a:endParaRPr kumimoji="0" lang="en-US" altLang="zh-CN" sz="2000" b="1">
                  <a:solidFill>
                    <a:srgbClr val="3333CC"/>
                  </a:solidFill>
                </a:endParaRPr>
              </a:p>
            </p:txBody>
          </p:sp>
        </p:grpSp>
        <p:sp>
          <p:nvSpPr>
            <p:cNvPr id="12" name="Text Box 15"/>
            <p:cNvSpPr txBox="1">
              <a:spLocks noChangeArrowheads="1"/>
            </p:cNvSpPr>
            <p:nvPr/>
          </p:nvSpPr>
          <p:spPr bwMode="auto">
            <a:xfrm>
              <a:off x="4416" y="1200"/>
              <a:ext cx="192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000" b="1">
                  <a:solidFill>
                    <a:srgbClr val="3333CC"/>
                  </a:solidFill>
                </a:rPr>
                <a:t>3</a:t>
              </a:r>
              <a:endParaRPr kumimoji="0" lang="en-US" altLang="zh-CN" sz="2000" b="1">
                <a:solidFill>
                  <a:srgbClr val="3333CC"/>
                </a:solidFill>
              </a:endParaRPr>
            </a:p>
          </p:txBody>
        </p:sp>
        <p:sp>
          <p:nvSpPr>
            <p:cNvPr id="13" name="Text Box 16"/>
            <p:cNvSpPr txBox="1">
              <a:spLocks noChangeArrowheads="1"/>
            </p:cNvSpPr>
            <p:nvPr/>
          </p:nvSpPr>
          <p:spPr bwMode="auto">
            <a:xfrm>
              <a:off x="3984" y="1152"/>
              <a:ext cx="24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1800" b="1">
                  <a:solidFill>
                    <a:srgbClr val="3333CC"/>
                  </a:solidFill>
                </a:rPr>
                <a:t>b</a:t>
              </a:r>
              <a:endParaRPr kumimoji="0" lang="en-US" altLang="zh-CN" sz="1800" b="1">
                <a:solidFill>
                  <a:srgbClr val="3333CC"/>
                </a:solidFill>
              </a:endParaRPr>
            </a:p>
          </p:txBody>
        </p:sp>
        <p:sp>
          <p:nvSpPr>
            <p:cNvPr id="14" name="Line 17"/>
            <p:cNvSpPr>
              <a:spLocks noChangeShapeType="1"/>
            </p:cNvSpPr>
            <p:nvPr/>
          </p:nvSpPr>
          <p:spPr bwMode="auto">
            <a:xfrm>
              <a:off x="3168" y="1344"/>
              <a:ext cx="384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triangl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pSp>
          <p:nvGrpSpPr>
            <p:cNvPr id="15" name="Group 18"/>
            <p:cNvGrpSpPr/>
            <p:nvPr/>
          </p:nvGrpSpPr>
          <p:grpSpPr bwMode="auto">
            <a:xfrm>
              <a:off x="3552" y="1152"/>
              <a:ext cx="384" cy="384"/>
              <a:chOff x="2736" y="1200"/>
              <a:chExt cx="384" cy="384"/>
            </a:xfrm>
          </p:grpSpPr>
          <p:sp>
            <p:nvSpPr>
              <p:cNvPr id="25" name="Oval 19"/>
              <p:cNvSpPr>
                <a:spLocks noChangeArrowheads="1"/>
              </p:cNvSpPr>
              <p:nvPr/>
            </p:nvSpPr>
            <p:spPr bwMode="auto">
              <a:xfrm>
                <a:off x="2736" y="1200"/>
                <a:ext cx="384" cy="384"/>
              </a:xfrm>
              <a:prstGeom prst="ellips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3300"/>
                  </a:buClr>
                  <a:buSzPct val="75000"/>
                  <a:buFont typeface="Wingdings" panose="05000000000000000000" pitchFamily="2" charset="2"/>
                  <a:buChar char="m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69000"/>
                  <a:buFont typeface="Wingdings" panose="05000000000000000000" pitchFamily="2" charset="2"/>
                  <a:buChar char="q"/>
                  <a:defRPr kumimoji="1" sz="2800">
                    <a:solidFill>
                      <a:srgbClr val="3333CC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3300"/>
                  </a:buClr>
                  <a:buFont typeface="Wingdings" panose="05000000000000000000" pitchFamily="2" charset="2"/>
                  <a:buChar char="Ø"/>
                  <a:defRPr kumimoji="1" sz="2400">
                    <a:solidFill>
                      <a:srgbClr val="FF33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2400">
                  <a:latin typeface="Symbol" panose="05050102010706020507" pitchFamily="18" charset="2"/>
                </a:endParaRPr>
              </a:p>
            </p:txBody>
          </p:sp>
          <p:sp>
            <p:nvSpPr>
              <p:cNvPr id="26" name="Text Box 20"/>
              <p:cNvSpPr txBox="1">
                <a:spLocks noChangeArrowheads="1"/>
              </p:cNvSpPr>
              <p:nvPr/>
            </p:nvSpPr>
            <p:spPr bwMode="auto">
              <a:xfrm>
                <a:off x="2784" y="1248"/>
                <a:ext cx="240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3300"/>
                  </a:buClr>
                  <a:buSzPct val="75000"/>
                  <a:buFont typeface="Wingdings" panose="05000000000000000000" pitchFamily="2" charset="2"/>
                  <a:buChar char="m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69000"/>
                  <a:buFont typeface="Wingdings" panose="05000000000000000000" pitchFamily="2" charset="2"/>
                  <a:buChar char="q"/>
                  <a:defRPr kumimoji="1" sz="2800">
                    <a:solidFill>
                      <a:srgbClr val="3333CC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3300"/>
                  </a:buClr>
                  <a:buFont typeface="Wingdings" panose="05000000000000000000" pitchFamily="2" charset="2"/>
                  <a:buChar char="Ø"/>
                  <a:defRPr kumimoji="1" sz="2400">
                    <a:solidFill>
                      <a:srgbClr val="FF33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kumimoji="0" lang="en-US" altLang="zh-CN" sz="2000" b="1">
                    <a:solidFill>
                      <a:srgbClr val="3333CC"/>
                    </a:solidFill>
                  </a:rPr>
                  <a:t>2</a:t>
                </a:r>
                <a:endParaRPr kumimoji="0" lang="en-US" altLang="zh-CN" sz="2000" b="1">
                  <a:solidFill>
                    <a:srgbClr val="3333CC"/>
                  </a:solidFill>
                </a:endParaRPr>
              </a:p>
            </p:txBody>
          </p:sp>
        </p:grpSp>
        <p:grpSp>
          <p:nvGrpSpPr>
            <p:cNvPr id="16" name="Group 21"/>
            <p:cNvGrpSpPr/>
            <p:nvPr/>
          </p:nvGrpSpPr>
          <p:grpSpPr bwMode="auto">
            <a:xfrm>
              <a:off x="2784" y="1152"/>
              <a:ext cx="384" cy="384"/>
              <a:chOff x="2736" y="1200"/>
              <a:chExt cx="384" cy="384"/>
            </a:xfrm>
          </p:grpSpPr>
          <p:sp>
            <p:nvSpPr>
              <p:cNvPr id="23" name="Oval 22"/>
              <p:cNvSpPr>
                <a:spLocks noChangeArrowheads="1"/>
              </p:cNvSpPr>
              <p:nvPr/>
            </p:nvSpPr>
            <p:spPr bwMode="auto">
              <a:xfrm>
                <a:off x="2736" y="1200"/>
                <a:ext cx="384" cy="384"/>
              </a:xfrm>
              <a:prstGeom prst="ellips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3300"/>
                  </a:buClr>
                  <a:buSzPct val="75000"/>
                  <a:buFont typeface="Wingdings" panose="05000000000000000000" pitchFamily="2" charset="2"/>
                  <a:buChar char="m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69000"/>
                  <a:buFont typeface="Wingdings" panose="05000000000000000000" pitchFamily="2" charset="2"/>
                  <a:buChar char="q"/>
                  <a:defRPr kumimoji="1" sz="2800">
                    <a:solidFill>
                      <a:srgbClr val="3333CC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3300"/>
                  </a:buClr>
                  <a:buFont typeface="Wingdings" panose="05000000000000000000" pitchFamily="2" charset="2"/>
                  <a:buChar char="Ø"/>
                  <a:defRPr kumimoji="1" sz="2400">
                    <a:solidFill>
                      <a:srgbClr val="FF33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2400">
                  <a:latin typeface="Symbol" panose="05050102010706020507" pitchFamily="18" charset="2"/>
                </a:endParaRPr>
              </a:p>
            </p:txBody>
          </p:sp>
          <p:sp>
            <p:nvSpPr>
              <p:cNvPr id="24" name="Text Box 23"/>
              <p:cNvSpPr txBox="1">
                <a:spLocks noChangeArrowheads="1"/>
              </p:cNvSpPr>
              <p:nvPr/>
            </p:nvSpPr>
            <p:spPr bwMode="auto">
              <a:xfrm>
                <a:off x="2784" y="1248"/>
                <a:ext cx="240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3300"/>
                  </a:buClr>
                  <a:buSzPct val="75000"/>
                  <a:buFont typeface="Wingdings" panose="05000000000000000000" pitchFamily="2" charset="2"/>
                  <a:buChar char="m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69000"/>
                  <a:buFont typeface="Wingdings" panose="05000000000000000000" pitchFamily="2" charset="2"/>
                  <a:buChar char="q"/>
                  <a:defRPr kumimoji="1" sz="2800">
                    <a:solidFill>
                      <a:srgbClr val="3333CC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3300"/>
                  </a:buClr>
                  <a:buFont typeface="Wingdings" panose="05000000000000000000" pitchFamily="2" charset="2"/>
                  <a:buChar char="Ø"/>
                  <a:defRPr kumimoji="1" sz="2400">
                    <a:solidFill>
                      <a:srgbClr val="FF33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kumimoji="0" lang="en-US" altLang="zh-CN" sz="2000" b="1">
                    <a:solidFill>
                      <a:srgbClr val="3333CC"/>
                    </a:solidFill>
                  </a:rPr>
                  <a:t>1</a:t>
                </a:r>
                <a:endParaRPr kumimoji="0" lang="en-US" altLang="zh-CN" sz="2000" b="1">
                  <a:solidFill>
                    <a:srgbClr val="3333CC"/>
                  </a:solidFill>
                </a:endParaRPr>
              </a:p>
            </p:txBody>
          </p:sp>
        </p:grpSp>
        <p:sp>
          <p:nvSpPr>
            <p:cNvPr id="17" name="Text Box 24"/>
            <p:cNvSpPr txBox="1">
              <a:spLocks noChangeArrowheads="1"/>
            </p:cNvSpPr>
            <p:nvPr/>
          </p:nvSpPr>
          <p:spPr bwMode="auto">
            <a:xfrm>
              <a:off x="3216" y="1152"/>
              <a:ext cx="24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1800" b="1">
                  <a:solidFill>
                    <a:srgbClr val="3333CC"/>
                  </a:solidFill>
                </a:rPr>
                <a:t>b</a:t>
              </a:r>
              <a:endParaRPr kumimoji="0" lang="en-US" altLang="zh-CN" sz="1800" b="1">
                <a:solidFill>
                  <a:srgbClr val="3333CC"/>
                </a:solidFill>
              </a:endParaRPr>
            </a:p>
          </p:txBody>
        </p:sp>
        <p:sp>
          <p:nvSpPr>
            <p:cNvPr id="18" name="Text Box 25"/>
            <p:cNvSpPr txBox="1">
              <a:spLocks noChangeArrowheads="1"/>
            </p:cNvSpPr>
            <p:nvPr/>
          </p:nvSpPr>
          <p:spPr bwMode="auto">
            <a:xfrm>
              <a:off x="2448" y="1152"/>
              <a:ext cx="24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1800" b="1">
                  <a:solidFill>
                    <a:srgbClr val="3333CC"/>
                  </a:solidFill>
                </a:rPr>
                <a:t>a</a:t>
              </a:r>
              <a:endParaRPr kumimoji="0" lang="en-US" altLang="zh-CN" sz="1800" b="1">
                <a:solidFill>
                  <a:srgbClr val="3333CC"/>
                </a:solidFill>
              </a:endParaRPr>
            </a:p>
          </p:txBody>
        </p:sp>
        <p:cxnSp>
          <p:nvCxnSpPr>
            <p:cNvPr id="19" name="AutoShape 26"/>
            <p:cNvCxnSpPr>
              <a:cxnSpLocks noChangeShapeType="1"/>
              <a:stCxn id="27" idx="7"/>
              <a:endCxn id="27" idx="0"/>
            </p:cNvCxnSpPr>
            <p:nvPr/>
          </p:nvCxnSpPr>
          <p:spPr bwMode="auto">
            <a:xfrm rot="5400000" flipH="1">
              <a:off x="2248" y="1112"/>
              <a:ext cx="56" cy="136"/>
            </a:xfrm>
            <a:prstGeom prst="curvedConnector3">
              <a:avLst>
                <a:gd name="adj1" fmla="val 707139"/>
              </a:avLst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triangl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20" name="Text Box 27"/>
            <p:cNvSpPr txBox="1">
              <a:spLocks noChangeArrowheads="1"/>
            </p:cNvSpPr>
            <p:nvPr/>
          </p:nvSpPr>
          <p:spPr bwMode="auto">
            <a:xfrm>
              <a:off x="2016" y="864"/>
              <a:ext cx="24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1800" b="1">
                  <a:solidFill>
                    <a:srgbClr val="3333CC"/>
                  </a:solidFill>
                </a:rPr>
                <a:t>a</a:t>
              </a:r>
              <a:endParaRPr kumimoji="0" lang="en-US" altLang="zh-CN" sz="1800" b="1">
                <a:solidFill>
                  <a:srgbClr val="3333CC"/>
                </a:solidFill>
              </a:endParaRPr>
            </a:p>
          </p:txBody>
        </p:sp>
        <p:cxnSp>
          <p:nvCxnSpPr>
            <p:cNvPr id="21" name="AutoShape 28"/>
            <p:cNvCxnSpPr>
              <a:cxnSpLocks noChangeShapeType="1"/>
              <a:stCxn id="27" idx="3"/>
              <a:endCxn id="27" idx="4"/>
            </p:cNvCxnSpPr>
            <p:nvPr/>
          </p:nvCxnSpPr>
          <p:spPr bwMode="auto">
            <a:xfrm rot="16200000" flipH="1">
              <a:off x="2112" y="1440"/>
              <a:ext cx="56" cy="136"/>
            </a:xfrm>
            <a:prstGeom prst="curvedConnector3">
              <a:avLst>
                <a:gd name="adj1" fmla="val 607139"/>
              </a:avLst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triangl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22" name="Text Box 29"/>
            <p:cNvSpPr txBox="1">
              <a:spLocks noChangeArrowheads="1"/>
            </p:cNvSpPr>
            <p:nvPr/>
          </p:nvSpPr>
          <p:spPr bwMode="auto">
            <a:xfrm>
              <a:off x="2160" y="1632"/>
              <a:ext cx="24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1800" b="1">
                  <a:solidFill>
                    <a:srgbClr val="3333CC"/>
                  </a:solidFill>
                </a:rPr>
                <a:t>b</a:t>
              </a:r>
              <a:endParaRPr kumimoji="0" lang="en-US" altLang="zh-CN" sz="1800" b="1">
                <a:solidFill>
                  <a:srgbClr val="3333CC"/>
                </a:solidFill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916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为什么还需要正规式？</a:t>
            </a:r>
            <a:endParaRPr lang="zh-CN" altLang="en-US"/>
          </a:p>
        </p:txBody>
      </p:sp>
      <p:sp>
        <p:nvSpPr>
          <p:cNvPr id="3993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182688" y="1371600"/>
            <a:ext cx="7772400" cy="5105400"/>
          </a:xfrm>
        </p:spPr>
        <p:txBody>
          <a:bodyPr/>
          <a:lstStyle/>
          <a:p>
            <a:pPr marL="609600" indent="-609600" eaLnBrk="1" hangingPunct="1">
              <a:buFont typeface="Wingdings" panose="05000000000000000000" pitchFamily="2" charset="2"/>
              <a:buAutoNum type="arabicPeriod"/>
            </a:pPr>
            <a:r>
              <a:rPr lang="zh-CN" altLang="en-US" sz="2800"/>
              <a:t>词法规则很简单，正规式描述能力足够</a:t>
            </a:r>
            <a:endParaRPr lang="zh-CN" altLang="en-US" sz="2800"/>
          </a:p>
          <a:p>
            <a:pPr marL="609600" indent="-609600" eaLnBrk="1" hangingPunct="1">
              <a:buFont typeface="Wingdings" panose="05000000000000000000" pitchFamily="2" charset="2"/>
              <a:buAutoNum type="arabicPeriod"/>
            </a:pPr>
            <a:r>
              <a:rPr lang="zh-CN" altLang="en-US" sz="2800"/>
              <a:t>正规式更简洁、更容易理解</a:t>
            </a:r>
            <a:endParaRPr lang="zh-CN" altLang="en-US" sz="2800"/>
          </a:p>
          <a:p>
            <a:pPr marL="609600" indent="-609600" eaLnBrk="1" hangingPunct="1">
              <a:buFont typeface="Wingdings" panose="05000000000000000000" pitchFamily="2" charset="2"/>
              <a:buAutoNum type="arabicPeriod"/>
            </a:pPr>
            <a:r>
              <a:rPr lang="zh-CN" altLang="en-US" sz="2800"/>
              <a:t>能更自动构造更高效的词法分析器</a:t>
            </a:r>
            <a:endParaRPr lang="zh-CN" altLang="en-US" sz="2800"/>
          </a:p>
          <a:p>
            <a:pPr marL="609600" indent="-609600" eaLnBrk="1" hangingPunct="1">
              <a:buFont typeface="Wingdings" panose="05000000000000000000" pitchFamily="2" charset="2"/>
              <a:buAutoNum type="arabicPeriod"/>
            </a:pPr>
            <a:r>
              <a:rPr lang="zh-CN" altLang="en-US" sz="2800"/>
              <a:t>使编译器前端更模块化</a:t>
            </a:r>
            <a:endParaRPr lang="zh-CN" altLang="en-US" sz="2800"/>
          </a:p>
          <a:p>
            <a:pPr marL="609600" indent="-609600" eaLnBrk="1" hangingPunct="1"/>
            <a:r>
              <a:rPr lang="zh-CN" altLang="en-US" sz="2800"/>
              <a:t>词法、语法规则的划分没有固定准则</a:t>
            </a:r>
            <a:endParaRPr lang="zh-CN" altLang="en-US" sz="2800"/>
          </a:p>
          <a:p>
            <a:pPr marL="990600" lvl="1" indent="-533400" eaLnBrk="1" hangingPunct="1"/>
            <a:r>
              <a:rPr lang="zh-CN" altLang="en-US" sz="2400"/>
              <a:t>正规式更适合描述标识符、常量、关键字</a:t>
            </a:r>
            <a:br>
              <a:rPr lang="zh-CN" altLang="en-US" sz="2400"/>
            </a:br>
            <a:r>
              <a:rPr lang="en-US" altLang="zh-CN" sz="2400"/>
              <a:t>…</a:t>
            </a:r>
            <a:r>
              <a:rPr lang="zh-CN" altLang="en-US" sz="2400"/>
              <a:t>的结构</a:t>
            </a:r>
            <a:endParaRPr lang="zh-CN" altLang="en-US" sz="2400"/>
          </a:p>
          <a:p>
            <a:pPr marL="990600" lvl="1" indent="-533400" eaLnBrk="1" hangingPunct="1"/>
            <a:r>
              <a:rPr lang="en-US" altLang="zh-CN" sz="2400"/>
              <a:t>CFG</a:t>
            </a:r>
            <a:r>
              <a:rPr lang="zh-CN" altLang="en-US" sz="2400"/>
              <a:t>更适合描述单词的结构化联系、层次化结构，如括号匹配，</a:t>
            </a:r>
            <a:r>
              <a:rPr lang="en-US" altLang="zh-CN" sz="2400"/>
              <a:t>if-then-else</a:t>
            </a:r>
            <a:r>
              <a:rPr lang="zh-CN" altLang="en-US" sz="2400"/>
              <a:t>，</a:t>
            </a:r>
            <a:r>
              <a:rPr lang="en-US" altLang="zh-CN" sz="2400"/>
              <a:t>…</a:t>
            </a:r>
            <a:endParaRPr lang="en-US" altLang="zh-CN" sz="240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4.3.2  CFG</a:t>
            </a:r>
            <a:r>
              <a:rPr lang="zh-CN" altLang="en-US"/>
              <a:t>的验证</a:t>
            </a:r>
            <a:endParaRPr lang="zh-CN" altLang="en-US"/>
          </a:p>
        </p:txBody>
      </p:sp>
      <p:sp>
        <p:nvSpPr>
          <p:cNvPr id="4096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066800" y="1371600"/>
            <a:ext cx="7888288" cy="4724400"/>
          </a:xfrm>
        </p:spPr>
        <p:txBody>
          <a:bodyPr/>
          <a:lstStyle/>
          <a:p>
            <a:pPr eaLnBrk="1" hangingPunct="1"/>
            <a:r>
              <a:rPr lang="zh-CN" altLang="en-US"/>
              <a:t>证明</a:t>
            </a:r>
            <a:r>
              <a:rPr lang="en-US" altLang="zh-CN"/>
              <a:t>CFG G</a:t>
            </a:r>
            <a:r>
              <a:rPr lang="zh-CN" altLang="en-US"/>
              <a:t>生成语言</a:t>
            </a:r>
            <a:r>
              <a:rPr lang="en-US" altLang="zh-CN"/>
              <a:t>L</a:t>
            </a:r>
            <a:endParaRPr lang="en-US" altLang="zh-CN"/>
          </a:p>
          <a:p>
            <a:pPr lvl="1" eaLnBrk="1" hangingPunct="1"/>
            <a:r>
              <a:rPr lang="en-US" altLang="zh-CN"/>
              <a:t>G</a:t>
            </a:r>
            <a:r>
              <a:rPr lang="zh-CN" altLang="en-US"/>
              <a:t>生成的每个符号串都在</a:t>
            </a:r>
            <a:r>
              <a:rPr lang="en-US" altLang="zh-CN"/>
              <a:t>L</a:t>
            </a:r>
            <a:r>
              <a:rPr lang="zh-CN" altLang="en-US"/>
              <a:t>中</a:t>
            </a:r>
            <a:endParaRPr lang="zh-CN" altLang="en-US"/>
          </a:p>
          <a:p>
            <a:pPr lvl="1" eaLnBrk="1" hangingPunct="1"/>
            <a:r>
              <a:rPr lang="en-US" altLang="zh-CN"/>
              <a:t>L</a:t>
            </a:r>
            <a:r>
              <a:rPr lang="zh-CN" altLang="en-US"/>
              <a:t>中每个符号串都可由</a:t>
            </a:r>
            <a:r>
              <a:rPr lang="en-US" altLang="zh-CN"/>
              <a:t>G</a:t>
            </a:r>
            <a:r>
              <a:rPr lang="zh-CN" altLang="en-US"/>
              <a:t>生成</a:t>
            </a:r>
            <a:endParaRPr lang="zh-CN" altLang="en-US"/>
          </a:p>
          <a:p>
            <a:pPr eaLnBrk="1" hangingPunct="1"/>
            <a:r>
              <a:rPr lang="zh-CN" altLang="en-US" sz="3600">
                <a:solidFill>
                  <a:srgbClr val="3333CC"/>
                </a:solidFill>
              </a:rPr>
              <a:t>例</a:t>
            </a:r>
            <a:r>
              <a:rPr lang="en-US" altLang="zh-CN" sz="3600">
                <a:solidFill>
                  <a:srgbClr val="3333CC"/>
                </a:solidFill>
              </a:rPr>
              <a:t>4.7</a:t>
            </a:r>
            <a:r>
              <a:rPr lang="zh-CN" altLang="en-US" sz="3600">
                <a:solidFill>
                  <a:srgbClr val="3333CC"/>
                </a:solidFill>
              </a:rPr>
              <a:t>：验证</a:t>
            </a:r>
            <a:r>
              <a:rPr lang="en-US" altLang="zh-CN" sz="3600">
                <a:solidFill>
                  <a:srgbClr val="3333CC"/>
                </a:solidFill>
              </a:rPr>
              <a:t>CFG</a:t>
            </a:r>
            <a:br>
              <a:rPr lang="en-US" altLang="zh-CN"/>
            </a:br>
            <a:r>
              <a:rPr lang="en-US" altLang="zh-CN"/>
              <a:t>S</a:t>
            </a:r>
            <a:r>
              <a:rPr kumimoji="0" lang="en-US" altLang="zh-CN">
                <a:sym typeface="Symbol" panose="05050102010706020507" pitchFamily="18" charset="2"/>
              </a:rPr>
              <a:t> ( S ) S | </a:t>
            </a:r>
            <a:r>
              <a:rPr kumimoji="0" lang="en-US" altLang="zh-CN">
                <a:latin typeface="Symbol" panose="05050102010706020507" pitchFamily="18" charset="2"/>
                <a:sym typeface="Symbol" panose="05050102010706020507" pitchFamily="18" charset="2"/>
              </a:rPr>
              <a:t>e</a:t>
            </a:r>
            <a:br>
              <a:rPr kumimoji="0" lang="en-US" altLang="zh-CN">
                <a:sym typeface="Symbol" panose="05050102010706020507" pitchFamily="18" charset="2"/>
              </a:rPr>
            </a:br>
            <a:r>
              <a:rPr kumimoji="0" lang="zh-CN" altLang="en-US">
                <a:sym typeface="Symbol" panose="05050102010706020507" pitchFamily="18" charset="2"/>
              </a:rPr>
              <a:t>生成的语言</a:t>
            </a:r>
            <a:r>
              <a:rPr kumimoji="0" lang="en-US" altLang="zh-CN">
                <a:sym typeface="Symbol" panose="05050102010706020507" pitchFamily="18" charset="2"/>
              </a:rPr>
              <a:t>L={ </a:t>
            </a:r>
            <a:r>
              <a:rPr kumimoji="0" lang="zh-CN" altLang="en-US">
                <a:sym typeface="Symbol" panose="05050102010706020507" pitchFamily="18" charset="2"/>
              </a:rPr>
              <a:t>所有括号组成的，且括号匹配的字符串，且只有这些字符串 </a:t>
            </a:r>
            <a:r>
              <a:rPr kumimoji="0" lang="en-US" altLang="zh-CN">
                <a:sym typeface="Symbol" panose="05050102010706020507" pitchFamily="18" charset="2"/>
              </a:rPr>
              <a:t>}</a:t>
            </a:r>
            <a:endParaRPr kumimoji="0" lang="en-US" altLang="zh-CN">
              <a:sym typeface="Symbol" panose="05050102010706020507" pitchFamily="18" charset="2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一、</a:t>
            </a:r>
            <a:r>
              <a:rPr kumimoji="0" lang="en-US" altLang="zh-CN">
                <a:sym typeface="Symbol" panose="05050102010706020507" pitchFamily="18" charset="2"/>
              </a:rPr>
              <a:t>S</a:t>
            </a:r>
            <a:r>
              <a:rPr kumimoji="0" lang="zh-CN" altLang="en-US">
                <a:sym typeface="Symbol" panose="05050102010706020507" pitchFamily="18" charset="2"/>
              </a:rPr>
              <a:t>推导出的句子都</a:t>
            </a:r>
            <a:r>
              <a:rPr kumimoji="0" lang="en-US" altLang="zh-CN">
                <a:sym typeface="Symbol" panose="05050102010706020507" pitchFamily="18" charset="2"/>
              </a:rPr>
              <a:t>L</a:t>
            </a:r>
            <a:endParaRPr kumimoji="0" lang="en-US" altLang="zh-CN">
              <a:sym typeface="Symbol" panose="05050102010706020507" pitchFamily="18" charset="2"/>
            </a:endParaRPr>
          </a:p>
        </p:txBody>
      </p:sp>
      <p:sp>
        <p:nvSpPr>
          <p:cNvPr id="4198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609600" indent="-609600" eaLnBrk="1" hangingPunct="1">
              <a:buFont typeface="Wingdings" panose="05000000000000000000" pitchFamily="2" charset="2"/>
              <a:buNone/>
            </a:pPr>
            <a:r>
              <a:rPr kumimoji="0" lang="zh-CN" altLang="en-US" sz="2800">
                <a:sym typeface="Symbol" panose="05050102010706020507" pitchFamily="18" charset="2"/>
              </a:rPr>
              <a:t>数学归纳法（推导步数）：</a:t>
            </a:r>
            <a:endParaRPr kumimoji="0" lang="zh-CN" altLang="en-US" sz="2800">
              <a:sym typeface="Symbol" panose="05050102010706020507" pitchFamily="18" charset="2"/>
            </a:endParaRPr>
          </a:p>
          <a:p>
            <a:pPr marL="609600" indent="-609600" eaLnBrk="1" hangingPunct="1">
              <a:buFont typeface="Wingdings" panose="05000000000000000000" pitchFamily="2" charset="2"/>
              <a:buAutoNum type="arabicPeriod"/>
            </a:pPr>
            <a:r>
              <a:rPr kumimoji="0" lang="zh-CN" altLang="en-US" sz="2800">
                <a:sym typeface="Symbol" panose="05050102010706020507" pitchFamily="18" charset="2"/>
              </a:rPr>
              <a:t>基本情况：一步推导，</a:t>
            </a:r>
            <a:r>
              <a:rPr kumimoji="0" lang="en-US" altLang="zh-CN" sz="2800">
                <a:latin typeface="Symbol" panose="05050102010706020507" pitchFamily="18" charset="2"/>
                <a:sym typeface="Symbol" panose="05050102010706020507" pitchFamily="18" charset="2"/>
              </a:rPr>
              <a:t>e</a:t>
            </a:r>
            <a:r>
              <a:rPr kumimoji="0" lang="zh-CN" altLang="en-US" sz="2800">
                <a:sym typeface="Symbol" panose="05050102010706020507" pitchFamily="18" charset="2"/>
              </a:rPr>
              <a:t>，括号匹配</a:t>
            </a:r>
            <a:endParaRPr kumimoji="0" lang="zh-CN" altLang="en-US" sz="2800">
              <a:sym typeface="Symbol" panose="05050102010706020507" pitchFamily="18" charset="2"/>
            </a:endParaRPr>
          </a:p>
          <a:p>
            <a:pPr marL="609600" indent="-609600" eaLnBrk="1" hangingPunct="1">
              <a:buFont typeface="Wingdings" panose="05000000000000000000" pitchFamily="2" charset="2"/>
              <a:buAutoNum type="arabicPeriod"/>
            </a:pPr>
            <a:r>
              <a:rPr lang="zh-CN" altLang="en-US" sz="2800"/>
              <a:t>假定步骤</a:t>
            </a:r>
            <a:r>
              <a:rPr lang="en-US" altLang="zh-CN" sz="2800"/>
              <a:t>&lt;n</a:t>
            </a:r>
            <a:r>
              <a:rPr lang="zh-CN" altLang="en-US" sz="2800"/>
              <a:t>的推导都生成括号匹配的句子，考虑步骤</a:t>
            </a:r>
            <a:r>
              <a:rPr lang="en-US" altLang="zh-CN" sz="2800"/>
              <a:t>=n</a:t>
            </a:r>
            <a:r>
              <a:rPr lang="zh-CN" altLang="en-US" sz="2800"/>
              <a:t>的最左推导，必形如</a:t>
            </a:r>
            <a:br>
              <a:rPr lang="zh-CN" altLang="en-US" sz="2800"/>
            </a:br>
            <a:r>
              <a:rPr lang="zh-CN" altLang="en-US" sz="2800"/>
              <a:t>	</a:t>
            </a:r>
            <a:r>
              <a:rPr lang="en-US" altLang="zh-CN" sz="2800"/>
              <a:t>S </a:t>
            </a:r>
            <a:r>
              <a:rPr kumimoji="0" lang="en-US" altLang="zh-CN" sz="2800">
                <a:sym typeface="Symbol" panose="05050102010706020507" pitchFamily="18" charset="2"/>
              </a:rPr>
              <a:t> (S)S  (x)S  (x)y</a:t>
            </a:r>
            <a:br>
              <a:rPr kumimoji="0" lang="en-US" altLang="zh-CN" sz="2800">
                <a:sym typeface="Symbol" panose="05050102010706020507" pitchFamily="18" charset="2"/>
              </a:rPr>
            </a:br>
            <a:r>
              <a:rPr kumimoji="0" lang="en-US" altLang="zh-CN" sz="2800">
                <a:sym typeface="Symbol" panose="05050102010706020507" pitchFamily="18" charset="2"/>
              </a:rPr>
              <a:t>x</a:t>
            </a:r>
            <a:r>
              <a:rPr kumimoji="0" lang="zh-CN" altLang="en-US" sz="2800">
                <a:sym typeface="Symbol" panose="05050102010706020507" pitchFamily="18" charset="2"/>
              </a:rPr>
              <a:t>、</a:t>
            </a:r>
            <a:r>
              <a:rPr kumimoji="0" lang="en-US" altLang="zh-CN" sz="2800">
                <a:sym typeface="Symbol" panose="05050102010706020507" pitchFamily="18" charset="2"/>
              </a:rPr>
              <a:t>y</a:t>
            </a:r>
            <a:r>
              <a:rPr kumimoji="0" lang="zh-CN" altLang="en-US" sz="2800">
                <a:sym typeface="Symbol" panose="05050102010706020507" pitchFamily="18" charset="2"/>
              </a:rPr>
              <a:t>为步骤</a:t>
            </a:r>
            <a:r>
              <a:rPr kumimoji="0" lang="en-US" altLang="zh-CN" sz="2800">
                <a:sym typeface="Symbol" panose="05050102010706020507" pitchFamily="18" charset="2"/>
              </a:rPr>
              <a:t>&lt;n</a:t>
            </a:r>
            <a:r>
              <a:rPr kumimoji="0" lang="zh-CN" altLang="en-US" sz="2800">
                <a:sym typeface="Symbol" panose="05050102010706020507" pitchFamily="18" charset="2"/>
              </a:rPr>
              <a:t>的推导生成的句子</a:t>
            </a:r>
            <a:r>
              <a:rPr kumimoji="0" lang="en-US" altLang="zh-CN" sz="2800">
                <a:sym typeface="Symbol" panose="05050102010706020507" pitchFamily="18" charset="2"/>
              </a:rPr>
              <a:t>——</a:t>
            </a:r>
            <a:r>
              <a:rPr kumimoji="0" lang="zh-CN" altLang="en-US" sz="2800">
                <a:sym typeface="Symbol" panose="05050102010706020507" pitchFamily="18" charset="2"/>
              </a:rPr>
              <a:t>括号匹配的，因此</a:t>
            </a:r>
            <a:r>
              <a:rPr kumimoji="0" lang="en-US" altLang="zh-CN" sz="2800">
                <a:sym typeface="Symbol" panose="05050102010706020507" pitchFamily="18" charset="2"/>
              </a:rPr>
              <a:t>(x)y</a:t>
            </a:r>
            <a:r>
              <a:rPr kumimoji="0" lang="zh-CN" altLang="en-US" sz="2800">
                <a:sym typeface="Symbol" panose="05050102010706020507" pitchFamily="18" charset="2"/>
              </a:rPr>
              <a:t>是括号匹配的</a:t>
            </a:r>
            <a:endParaRPr kumimoji="0" lang="zh-CN" altLang="en-US" sz="2800">
              <a:sym typeface="Symbol" panose="05050102010706020507" pitchFamily="18" charset="2"/>
            </a:endParaRPr>
          </a:p>
          <a:p>
            <a:pPr marL="609600" indent="-609600" eaLnBrk="1" hangingPunct="1">
              <a:buFont typeface="Wingdings" panose="05000000000000000000" pitchFamily="2" charset="2"/>
              <a:buNone/>
            </a:pPr>
            <a:r>
              <a:rPr kumimoji="0" lang="zh-CN" altLang="en-US" sz="2800">
                <a:sym typeface="Symbol" panose="05050102010706020507" pitchFamily="18" charset="2"/>
              </a:rPr>
              <a:t>综合</a:t>
            </a:r>
            <a:r>
              <a:rPr kumimoji="0" lang="en-US" altLang="zh-CN" sz="2800">
                <a:sym typeface="Symbol" panose="05050102010706020507" pitchFamily="18" charset="2"/>
              </a:rPr>
              <a:t>1</a:t>
            </a:r>
            <a:r>
              <a:rPr kumimoji="0" lang="zh-CN" altLang="en-US" sz="2800">
                <a:sym typeface="Symbol" panose="05050102010706020507" pitchFamily="18" charset="2"/>
              </a:rPr>
              <a:t>、</a:t>
            </a:r>
            <a:r>
              <a:rPr kumimoji="0" lang="en-US" altLang="zh-CN" sz="2800">
                <a:sym typeface="Symbol" panose="05050102010706020507" pitchFamily="18" charset="2"/>
              </a:rPr>
              <a:t>2</a:t>
            </a:r>
            <a:r>
              <a:rPr kumimoji="0" lang="zh-CN" altLang="en-US" sz="2800">
                <a:sym typeface="Symbol" panose="05050102010706020507" pitchFamily="18" charset="2"/>
              </a:rPr>
              <a:t>，一得证</a:t>
            </a:r>
            <a:endParaRPr kumimoji="0" lang="zh-CN" altLang="en-US" sz="2800">
              <a:sym typeface="Symbol" panose="05050102010706020507" pitchFamily="18" charset="2"/>
            </a:endParaRPr>
          </a:p>
        </p:txBody>
      </p:sp>
      <p:sp>
        <p:nvSpPr>
          <p:cNvPr id="41988" name="Text Box 4"/>
          <p:cNvSpPr txBox="1">
            <a:spLocks noChangeArrowheads="1"/>
          </p:cNvSpPr>
          <p:nvPr/>
        </p:nvSpPr>
        <p:spPr bwMode="auto">
          <a:xfrm>
            <a:off x="3581400" y="3200400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b="1"/>
              <a:t>*</a:t>
            </a:r>
            <a:endParaRPr kumimoji="0" lang="en-US" altLang="zh-CN" sz="2400" b="1"/>
          </a:p>
        </p:txBody>
      </p:sp>
      <p:sp>
        <p:nvSpPr>
          <p:cNvPr id="41989" name="Text Box 5"/>
          <p:cNvSpPr txBox="1">
            <a:spLocks noChangeArrowheads="1"/>
          </p:cNvSpPr>
          <p:nvPr/>
        </p:nvSpPr>
        <p:spPr bwMode="auto">
          <a:xfrm>
            <a:off x="4724400" y="3200400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b="1"/>
              <a:t>*</a:t>
            </a:r>
            <a:endParaRPr kumimoji="0" lang="en-US" altLang="zh-CN" sz="2400" b="1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二、</a:t>
            </a:r>
            <a:r>
              <a:rPr lang="en-US" altLang="zh-CN"/>
              <a:t>L</a:t>
            </a:r>
            <a:r>
              <a:rPr lang="zh-CN" altLang="en-US"/>
              <a:t>中的符号串</a:t>
            </a:r>
            <a:r>
              <a:rPr lang="en-US" altLang="zh-CN"/>
              <a:t>S</a:t>
            </a:r>
            <a:r>
              <a:rPr lang="zh-CN" altLang="en-US"/>
              <a:t>都可推导出</a:t>
            </a:r>
            <a:endParaRPr lang="zh-CN" altLang="en-US"/>
          </a:p>
        </p:txBody>
      </p:sp>
      <p:sp>
        <p:nvSpPr>
          <p:cNvPr id="4301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182688" y="1371600"/>
            <a:ext cx="7772400" cy="4865688"/>
          </a:xfrm>
        </p:spPr>
        <p:txBody>
          <a:bodyPr/>
          <a:lstStyle/>
          <a:p>
            <a:pPr marL="609600" indent="-609600" eaLnBrk="1" hangingPunct="1">
              <a:buFont typeface="Wingdings" panose="05000000000000000000" pitchFamily="2" charset="2"/>
              <a:buNone/>
            </a:pPr>
            <a:r>
              <a:rPr lang="zh-CN" altLang="en-US" sz="2800" dirty="0"/>
              <a:t>数学归纳法（符号串长度）</a:t>
            </a:r>
            <a:endParaRPr lang="zh-CN" altLang="en-US" sz="2800" dirty="0"/>
          </a:p>
          <a:p>
            <a:pPr marL="609600" indent="-609600" eaLnBrk="1" hangingPunct="1">
              <a:buFont typeface="Wingdings" panose="05000000000000000000" pitchFamily="2" charset="2"/>
              <a:buAutoNum type="arabicPeriod"/>
            </a:pPr>
            <a:r>
              <a:rPr lang="zh-CN" altLang="en-US" sz="2800" dirty="0"/>
              <a:t>基本情况：空串，可由</a:t>
            </a:r>
            <a:r>
              <a:rPr lang="en-US" altLang="zh-CN" sz="2800" dirty="0"/>
              <a:t>S</a:t>
            </a:r>
            <a:r>
              <a:rPr lang="zh-CN" altLang="en-US" sz="2800" dirty="0"/>
              <a:t>推导出</a:t>
            </a:r>
            <a:endParaRPr lang="zh-CN" altLang="en-US" sz="2800" dirty="0"/>
          </a:p>
          <a:p>
            <a:pPr marL="609600" indent="-609600" eaLnBrk="1" hangingPunct="1">
              <a:buFont typeface="Wingdings" panose="05000000000000000000" pitchFamily="2" charset="2"/>
              <a:buAutoNum type="arabicPeriod"/>
            </a:pPr>
            <a:r>
              <a:rPr lang="zh-CN" altLang="en-US" sz="2800" dirty="0"/>
              <a:t>假定</a:t>
            </a:r>
            <a:r>
              <a:rPr lang="en-US" altLang="zh-CN" sz="2800" dirty="0"/>
              <a:t>L</a:t>
            </a:r>
            <a:r>
              <a:rPr lang="zh-CN" altLang="en-US" sz="2800" dirty="0"/>
              <a:t>中</a:t>
            </a:r>
            <a:r>
              <a:rPr lang="en-US" altLang="zh-CN" sz="2800" dirty="0"/>
              <a:t>&lt;2n</a:t>
            </a:r>
            <a:r>
              <a:rPr lang="zh-CN" altLang="en-US" sz="2800" dirty="0"/>
              <a:t>的符号串都可由</a:t>
            </a:r>
            <a:r>
              <a:rPr lang="en-US" altLang="zh-CN" sz="2800" dirty="0"/>
              <a:t>S</a:t>
            </a:r>
            <a:r>
              <a:rPr lang="zh-CN" altLang="en-US" sz="2800" dirty="0"/>
              <a:t>推导出。考虑长度</a:t>
            </a:r>
            <a:r>
              <a:rPr lang="en-US" altLang="zh-CN" sz="2800" dirty="0"/>
              <a:t>=2n</a:t>
            </a:r>
            <a:r>
              <a:rPr lang="zh-CN" altLang="en-US" sz="2800" dirty="0"/>
              <a:t>的符号串</a:t>
            </a:r>
            <a:r>
              <a:rPr lang="en-US" altLang="zh-CN" sz="2800" dirty="0"/>
              <a:t>w</a:t>
            </a:r>
            <a:r>
              <a:rPr lang="zh-CN" altLang="en-US" sz="2800" dirty="0"/>
              <a:t>。</a:t>
            </a:r>
            <a:br>
              <a:rPr lang="zh-CN" altLang="en-US" sz="2800" dirty="0"/>
            </a:br>
            <a:r>
              <a:rPr lang="zh-CN" altLang="en-US" sz="2800" dirty="0"/>
              <a:t>它必以‘</a:t>
            </a:r>
            <a:r>
              <a:rPr lang="en-US" altLang="zh-CN" sz="2800" dirty="0"/>
              <a:t>(</a:t>
            </a:r>
            <a:r>
              <a:rPr lang="zh-CN" altLang="en-US" sz="2800" dirty="0"/>
              <a:t>’开始，设</a:t>
            </a:r>
            <a:r>
              <a:rPr lang="en-US" altLang="zh-CN" sz="2800" dirty="0"/>
              <a:t>(x)</a:t>
            </a:r>
            <a:r>
              <a:rPr lang="zh-CN" altLang="en-US" sz="2800" dirty="0"/>
              <a:t>为</a:t>
            </a:r>
            <a:r>
              <a:rPr lang="en-US" altLang="zh-CN" sz="2800" dirty="0"/>
              <a:t>w</a:t>
            </a:r>
            <a:r>
              <a:rPr lang="zh-CN" altLang="en-US" sz="2800" dirty="0"/>
              <a:t>的最短的括号匹配的前缀，则</a:t>
            </a:r>
            <a:r>
              <a:rPr lang="en-US" altLang="zh-CN" sz="2800" dirty="0"/>
              <a:t>w</a:t>
            </a:r>
            <a:r>
              <a:rPr lang="zh-CN" altLang="en-US" sz="2800" dirty="0"/>
              <a:t>形如</a:t>
            </a:r>
            <a:r>
              <a:rPr lang="en-US" altLang="zh-CN" sz="2800" dirty="0"/>
              <a:t>(x)y</a:t>
            </a:r>
            <a:r>
              <a:rPr lang="zh-CN" altLang="en-US" sz="2800" dirty="0"/>
              <a:t>，</a:t>
            </a:r>
            <a:r>
              <a:rPr lang="en-US" altLang="zh-CN" sz="2800" dirty="0"/>
              <a:t>x</a:t>
            </a:r>
            <a:r>
              <a:rPr lang="zh-CN" altLang="en-US" sz="2800" dirty="0"/>
              <a:t>、</a:t>
            </a:r>
            <a:r>
              <a:rPr lang="en-US" altLang="zh-CN" sz="2800" dirty="0"/>
              <a:t>y</a:t>
            </a:r>
            <a:r>
              <a:rPr lang="zh-CN" altLang="en-US" sz="2800" dirty="0"/>
              <a:t>长度小于</a:t>
            </a:r>
            <a:r>
              <a:rPr lang="en-US" altLang="zh-CN" sz="2800" dirty="0"/>
              <a:t>2n</a:t>
            </a:r>
            <a:r>
              <a:rPr lang="zh-CN" altLang="en-US" sz="2800" dirty="0"/>
              <a:t>，且括号匹配，因此可由</a:t>
            </a:r>
            <a:r>
              <a:rPr lang="en-US" altLang="zh-CN" sz="2800" dirty="0"/>
              <a:t>S</a:t>
            </a:r>
            <a:r>
              <a:rPr lang="zh-CN" altLang="en-US" sz="2800" dirty="0"/>
              <a:t>推导出，则存在推导</a:t>
            </a:r>
            <a:br>
              <a:rPr lang="zh-CN" altLang="en-US" sz="2800" dirty="0"/>
            </a:br>
            <a:r>
              <a:rPr lang="en-US" altLang="zh-CN" sz="2800" dirty="0"/>
              <a:t>S </a:t>
            </a:r>
            <a:r>
              <a:rPr kumimoji="0" lang="en-US" altLang="zh-CN" sz="2800" dirty="0">
                <a:sym typeface="Symbol" panose="05050102010706020507" pitchFamily="18" charset="2"/>
              </a:rPr>
              <a:t> (S)S  (x)S  (x)y</a:t>
            </a:r>
            <a:endParaRPr kumimoji="0" lang="en-US" altLang="zh-CN" sz="2800" dirty="0">
              <a:sym typeface="Symbol" panose="05050102010706020507" pitchFamily="18" charset="2"/>
            </a:endParaRPr>
          </a:p>
          <a:p>
            <a:pPr marL="609600" indent="-609600" eaLnBrk="1" hangingPunct="1">
              <a:buFont typeface="Wingdings" panose="05000000000000000000" pitchFamily="2" charset="2"/>
              <a:buNone/>
            </a:pPr>
            <a:r>
              <a:rPr kumimoji="0" lang="zh-CN" altLang="en-US" sz="2800" dirty="0">
                <a:sym typeface="Symbol" panose="05050102010706020507" pitchFamily="18" charset="2"/>
              </a:rPr>
              <a:t>由</a:t>
            </a:r>
            <a:r>
              <a:rPr kumimoji="0" lang="en-US" altLang="zh-CN" sz="2800" dirty="0">
                <a:sym typeface="Symbol" panose="05050102010706020507" pitchFamily="18" charset="2"/>
              </a:rPr>
              <a:t>1</a:t>
            </a:r>
            <a:r>
              <a:rPr kumimoji="0" lang="zh-CN" altLang="en-US" sz="2800" dirty="0">
                <a:sym typeface="Symbol" panose="05050102010706020507" pitchFamily="18" charset="2"/>
              </a:rPr>
              <a:t>、</a:t>
            </a:r>
            <a:r>
              <a:rPr kumimoji="0" lang="en-US" altLang="zh-CN" sz="2800" dirty="0">
                <a:sym typeface="Symbol" panose="05050102010706020507" pitchFamily="18" charset="2"/>
              </a:rPr>
              <a:t>2</a:t>
            </a:r>
            <a:r>
              <a:rPr kumimoji="0" lang="zh-CN" altLang="en-US" sz="2800" dirty="0">
                <a:sym typeface="Symbol" panose="05050102010706020507" pitchFamily="18" charset="2"/>
              </a:rPr>
              <a:t>，二得证</a:t>
            </a:r>
            <a:endParaRPr kumimoji="0" lang="zh-CN" altLang="en-US" sz="2800" dirty="0">
              <a:sym typeface="Symbol" panose="05050102010706020507" pitchFamily="18" charset="2"/>
            </a:endParaRPr>
          </a:p>
          <a:p>
            <a:pPr marL="609600" indent="-609600" eaLnBrk="1" hangingPunct="1">
              <a:buFont typeface="Wingdings" panose="05000000000000000000" pitchFamily="2" charset="2"/>
              <a:buNone/>
            </a:pPr>
            <a:r>
              <a:rPr kumimoji="0" lang="zh-CN" altLang="en-US" sz="2800" dirty="0">
                <a:sym typeface="Symbol" panose="05050102010706020507" pitchFamily="18" charset="2"/>
              </a:rPr>
              <a:t>由一、二，原命题得证</a:t>
            </a:r>
            <a:endParaRPr kumimoji="0" lang="zh-CN" altLang="en-US" sz="2800" dirty="0">
              <a:sym typeface="Symbol" panose="05050102010706020507" pitchFamily="18" charset="2"/>
            </a:endParaRPr>
          </a:p>
        </p:txBody>
      </p:sp>
      <p:sp>
        <p:nvSpPr>
          <p:cNvPr id="43012" name="Text Box 4"/>
          <p:cNvSpPr txBox="1">
            <a:spLocks noChangeArrowheads="1"/>
          </p:cNvSpPr>
          <p:nvPr/>
        </p:nvSpPr>
        <p:spPr bwMode="auto">
          <a:xfrm>
            <a:off x="3281363" y="4495800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b="1"/>
              <a:t>*</a:t>
            </a:r>
            <a:endParaRPr kumimoji="0" lang="en-US" altLang="zh-CN" sz="2400" b="1"/>
          </a:p>
        </p:txBody>
      </p:sp>
      <p:sp>
        <p:nvSpPr>
          <p:cNvPr id="43013" name="Text Box 5"/>
          <p:cNvSpPr txBox="1">
            <a:spLocks noChangeArrowheads="1"/>
          </p:cNvSpPr>
          <p:nvPr/>
        </p:nvSpPr>
        <p:spPr bwMode="auto">
          <a:xfrm>
            <a:off x="4419600" y="4495800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b="1"/>
              <a:t>*</a:t>
            </a:r>
            <a:endParaRPr kumimoji="0" lang="en-US" altLang="zh-CN" sz="2400" b="1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设计</a:t>
            </a:r>
            <a:r>
              <a:rPr lang="en-US" altLang="zh-CN"/>
              <a:t>CFG</a:t>
            </a:r>
            <a:r>
              <a:rPr lang="zh-CN" altLang="en-US"/>
              <a:t>练习</a:t>
            </a:r>
            <a:endParaRPr lang="zh-CN" altLang="en-US"/>
          </a:p>
        </p:txBody>
      </p:sp>
      <p:sp>
        <p:nvSpPr>
          <p:cNvPr id="4403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基本的递归</a:t>
            </a:r>
            <a:endParaRPr lang="zh-CN" altLang="en-US"/>
          </a:p>
          <a:p>
            <a:pPr eaLnBrk="1" hangingPunct="1"/>
            <a:r>
              <a:rPr lang="en-US" altLang="zh-CN"/>
              <a:t>L = { a</a:t>
            </a:r>
            <a:r>
              <a:rPr lang="en-US" altLang="zh-CN" baseline="30000"/>
              <a:t>n</a:t>
            </a:r>
            <a:r>
              <a:rPr lang="en-US" altLang="zh-CN"/>
              <a:t>bb</a:t>
            </a:r>
            <a:r>
              <a:rPr lang="en-US" altLang="zh-CN" baseline="30000"/>
              <a:t>2n</a:t>
            </a:r>
            <a:r>
              <a:rPr lang="en-US" altLang="zh-CN"/>
              <a:t> | n≥0 }</a:t>
            </a:r>
            <a:endParaRPr lang="en-US" altLang="zh-CN"/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zh-CN"/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zh-CN"/>
          </a:p>
        </p:txBody>
      </p:sp>
      <p:sp>
        <p:nvSpPr>
          <p:cNvPr id="271364" name="Rectangle 4"/>
          <p:cNvSpPr>
            <a:spLocks noChangeArrowheads="1"/>
          </p:cNvSpPr>
          <p:nvPr/>
        </p:nvSpPr>
        <p:spPr bwMode="ltGray">
          <a:xfrm>
            <a:off x="1547813" y="3005138"/>
            <a:ext cx="2116137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/>
              <a:t>S→b | aSbb</a:t>
            </a:r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3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1364" grpId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不包含子串</a:t>
            </a:r>
            <a:r>
              <a:rPr lang="en-US" altLang="zh-CN"/>
              <a:t>011</a:t>
            </a:r>
            <a:r>
              <a:rPr lang="zh-CN" altLang="en-US"/>
              <a:t>的</a:t>
            </a:r>
            <a:r>
              <a:rPr lang="en-US" altLang="zh-CN"/>
              <a:t>0/1</a:t>
            </a:r>
            <a:r>
              <a:rPr lang="zh-CN" altLang="en-US"/>
              <a:t>串</a:t>
            </a:r>
            <a:endParaRPr lang="zh-CN" altLang="en-US"/>
          </a:p>
        </p:txBody>
      </p:sp>
      <p:sp>
        <p:nvSpPr>
          <p:cNvPr id="4505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endParaRPr lang="zh-CN" altLang="zh-CN"/>
          </a:p>
        </p:txBody>
      </p:sp>
      <p:pic>
        <p:nvPicPr>
          <p:cNvPr id="45060" name="Picture 4" descr="7h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58888" y="1412875"/>
            <a:ext cx="6953250" cy="1785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70341" name="Rectangle 5"/>
          <p:cNvSpPr>
            <a:spLocks noChangeArrowheads="1"/>
          </p:cNvSpPr>
          <p:nvPr/>
        </p:nvSpPr>
        <p:spPr bwMode="ltGray">
          <a:xfrm>
            <a:off x="1476375" y="3486150"/>
            <a:ext cx="2471738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/>
              <a:t>S→0 A | 1 S | </a:t>
            </a:r>
            <a:r>
              <a:rPr lang="en-US" altLang="zh-CN" sz="2800">
                <a:latin typeface="Symbol" panose="05050102010706020507" pitchFamily="18" charset="2"/>
              </a:rPr>
              <a:t>e</a:t>
            </a:r>
            <a:r>
              <a:rPr lang="en-US" altLang="zh-CN" sz="2800"/>
              <a:t> </a:t>
            </a:r>
            <a:endParaRPr lang="en-US" altLang="zh-CN" sz="2800"/>
          </a:p>
        </p:txBody>
      </p:sp>
      <p:sp>
        <p:nvSpPr>
          <p:cNvPr id="270342" name="Rectangle 6"/>
          <p:cNvSpPr>
            <a:spLocks noChangeArrowheads="1"/>
          </p:cNvSpPr>
          <p:nvPr/>
        </p:nvSpPr>
        <p:spPr bwMode="ltGray">
          <a:xfrm>
            <a:off x="1403350" y="4132263"/>
            <a:ext cx="2590800" cy="522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>
                <a:latin typeface="Symbol" panose="05050102010706020507" pitchFamily="18" charset="2"/>
              </a:rPr>
              <a:t>A</a:t>
            </a:r>
            <a:r>
              <a:rPr lang="en-US" altLang="zh-CN" sz="2800"/>
              <a:t>→</a:t>
            </a:r>
            <a:r>
              <a:rPr lang="en-US" altLang="zh-CN" sz="2800">
                <a:latin typeface="Symbol" panose="05050102010706020507" pitchFamily="18" charset="2"/>
              </a:rPr>
              <a:t>0 A | 1 B | e </a:t>
            </a:r>
            <a:endParaRPr lang="en-US" altLang="zh-CN" sz="2800">
              <a:latin typeface="Symbol" panose="05050102010706020507" pitchFamily="18" charset="2"/>
            </a:endParaRPr>
          </a:p>
        </p:txBody>
      </p:sp>
      <p:sp>
        <p:nvSpPr>
          <p:cNvPr id="270343" name="Rectangle 7"/>
          <p:cNvSpPr>
            <a:spLocks noChangeArrowheads="1"/>
          </p:cNvSpPr>
          <p:nvPr/>
        </p:nvSpPr>
        <p:spPr bwMode="ltGray">
          <a:xfrm>
            <a:off x="1409700" y="4722813"/>
            <a:ext cx="1809750" cy="522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>
                <a:latin typeface="Symbol" panose="05050102010706020507" pitchFamily="18" charset="2"/>
              </a:rPr>
              <a:t>B</a:t>
            </a:r>
            <a:r>
              <a:rPr lang="en-US" altLang="zh-CN" sz="2800"/>
              <a:t>→</a:t>
            </a:r>
            <a:r>
              <a:rPr lang="en-US" altLang="zh-CN" sz="2800">
                <a:latin typeface="Symbol" panose="05050102010706020507" pitchFamily="18" charset="2"/>
              </a:rPr>
              <a:t>0 A | e </a:t>
            </a:r>
            <a:endParaRPr lang="en-US" altLang="zh-CN" sz="2800">
              <a:latin typeface="Symbol" panose="05050102010706020507" pitchFamily="18" charset="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03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03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03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0341" grpId="0"/>
      <p:bldP spid="270342" grpId="0"/>
      <p:bldP spid="270343" grpId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形如</a:t>
            </a:r>
            <a:r>
              <a:rPr lang="en-US" altLang="zh-CN"/>
              <a:t>xy(x≠y)</a:t>
            </a:r>
            <a:r>
              <a:rPr lang="zh-CN" altLang="en-US"/>
              <a:t>的</a:t>
            </a:r>
            <a:r>
              <a:rPr lang="en-US" altLang="zh-CN"/>
              <a:t>01</a:t>
            </a:r>
            <a:r>
              <a:rPr lang="zh-CN" altLang="en-US"/>
              <a:t>串</a:t>
            </a:r>
            <a:endParaRPr lang="zh-CN" altLang="en-US"/>
          </a:p>
        </p:txBody>
      </p:sp>
      <p:sp>
        <p:nvSpPr>
          <p:cNvPr id="4608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长度是什么情况必然不是</a:t>
            </a:r>
            <a:r>
              <a:rPr lang="en-US" altLang="zh-CN"/>
              <a:t>xx</a:t>
            </a:r>
            <a:r>
              <a:rPr lang="zh-CN" altLang="en-US"/>
              <a:t>？</a:t>
            </a:r>
            <a:endParaRPr lang="zh-CN" altLang="en-US"/>
          </a:p>
          <a:p>
            <a:pPr eaLnBrk="1" hangingPunct="1"/>
            <a:endParaRPr lang="zh-CN" altLang="en-US"/>
          </a:p>
          <a:p>
            <a:pPr eaLnBrk="1" hangingPunct="1"/>
            <a:r>
              <a:rPr lang="zh-CN" altLang="en-US"/>
              <a:t>如何描述？</a:t>
            </a:r>
            <a:endParaRPr lang="zh-CN" altLang="en-US"/>
          </a:p>
          <a:p>
            <a:pPr eaLnBrk="1" hangingPunct="1"/>
            <a:endParaRPr lang="zh-CN" altLang="en-US"/>
          </a:p>
          <a:p>
            <a:pPr eaLnBrk="1" hangingPunct="1"/>
            <a:endParaRPr lang="zh-CN" altLang="en-US"/>
          </a:p>
          <a:p>
            <a:pPr eaLnBrk="1" hangingPunct="1"/>
            <a:r>
              <a:rPr lang="zh-CN" altLang="en-US"/>
              <a:t>其他情况如何描述？</a:t>
            </a:r>
            <a:endParaRPr lang="zh-CN" altLang="en-US"/>
          </a:p>
        </p:txBody>
      </p:sp>
      <p:sp>
        <p:nvSpPr>
          <p:cNvPr id="272388" name="Rectangle 4"/>
          <p:cNvSpPr>
            <a:spLocks noChangeArrowheads="1"/>
          </p:cNvSpPr>
          <p:nvPr/>
        </p:nvSpPr>
        <p:spPr bwMode="ltGray">
          <a:xfrm>
            <a:off x="1547813" y="1844675"/>
            <a:ext cx="99695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/>
              <a:t>奇数</a:t>
            </a:r>
            <a:endParaRPr lang="zh-CN" altLang="en-US"/>
          </a:p>
        </p:txBody>
      </p:sp>
      <p:sp>
        <p:nvSpPr>
          <p:cNvPr id="272389" name="Rectangle 5"/>
          <p:cNvSpPr>
            <a:spLocks noChangeArrowheads="1"/>
          </p:cNvSpPr>
          <p:nvPr/>
        </p:nvSpPr>
        <p:spPr bwMode="ltGray">
          <a:xfrm>
            <a:off x="1609725" y="2997200"/>
            <a:ext cx="2139950" cy="1066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/>
              <a:t>S→B | BSB</a:t>
            </a:r>
            <a:endParaRPr lang="en-US" altLang="zh-CN"/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/>
              <a:t>B→0 | 1</a:t>
            </a:r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3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3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2388" grpId="0"/>
      <p:bldP spid="272389" grpId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设计</a:t>
            </a:r>
            <a:r>
              <a:rPr lang="en-US" altLang="zh-CN"/>
              <a:t>CFG</a:t>
            </a:r>
            <a:r>
              <a:rPr lang="zh-CN" altLang="en-US"/>
              <a:t>的难点</a:t>
            </a:r>
            <a:endParaRPr lang="zh-CN" altLang="en-US"/>
          </a:p>
        </p:txBody>
      </p:sp>
      <p:sp>
        <p:nvSpPr>
          <p:cNvPr id="4710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手工进行，无形式化方法</a:t>
            </a:r>
            <a:endParaRPr lang="zh-CN" altLang="en-US"/>
          </a:p>
          <a:p>
            <a:pPr eaLnBrk="1" hangingPunct="1"/>
            <a:r>
              <a:rPr lang="zh-CN" altLang="en-US"/>
              <a:t>不同的语法分析方法对</a:t>
            </a:r>
            <a:r>
              <a:rPr lang="en-US" altLang="zh-CN"/>
              <a:t>CFG</a:t>
            </a:r>
            <a:r>
              <a:rPr lang="zh-CN" altLang="en-US"/>
              <a:t>有不同的特殊要求</a:t>
            </a:r>
            <a:endParaRPr lang="zh-CN" altLang="en-US"/>
          </a:p>
          <a:p>
            <a:pPr lvl="1" eaLnBrk="1" hangingPunct="1"/>
            <a:r>
              <a:rPr lang="zh-CN" altLang="en-US"/>
              <a:t>如自顶向下分析方法和自底向上分析方法</a:t>
            </a:r>
            <a:endParaRPr lang="zh-CN" altLang="en-US"/>
          </a:p>
          <a:p>
            <a:pPr lvl="1" eaLnBrk="1" hangingPunct="1"/>
            <a:r>
              <a:rPr lang="en-US" altLang="zh-CN"/>
              <a:t>CFG</a:t>
            </a:r>
            <a:r>
              <a:rPr lang="zh-CN" altLang="en-US"/>
              <a:t>设计完成后可能需要修改</a:t>
            </a:r>
            <a:endParaRPr lang="zh-CN" altLang="en-US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CFG</a:t>
            </a:r>
            <a:r>
              <a:rPr lang="zh-CN" altLang="en-US"/>
              <a:t>的修改</a:t>
            </a:r>
            <a:endParaRPr lang="zh-CN" altLang="en-US"/>
          </a:p>
        </p:txBody>
      </p:sp>
      <p:sp>
        <p:nvSpPr>
          <p:cNvPr id="4813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两个目的</a:t>
            </a:r>
            <a:endParaRPr lang="zh-CN" altLang="en-US"/>
          </a:p>
          <a:p>
            <a:pPr lvl="1" eaLnBrk="1" hangingPunct="1"/>
            <a:r>
              <a:rPr lang="zh-CN" altLang="en-US"/>
              <a:t>去除“错误”</a:t>
            </a:r>
            <a:endParaRPr lang="zh-CN" altLang="en-US"/>
          </a:p>
          <a:p>
            <a:pPr lvl="1" eaLnBrk="1" hangingPunct="1"/>
            <a:r>
              <a:rPr lang="zh-CN" altLang="en-US"/>
              <a:t>重写，满足语法分析算法要求</a:t>
            </a:r>
            <a:endParaRPr lang="zh-CN" altLang="en-US"/>
          </a:p>
        </p:txBody>
      </p:sp>
      <p:sp>
        <p:nvSpPr>
          <p:cNvPr id="48132" name="Text Box 4"/>
          <p:cNvSpPr txBox="1">
            <a:spLocks noChangeArrowheads="1"/>
          </p:cNvSpPr>
          <p:nvPr/>
        </p:nvSpPr>
        <p:spPr bwMode="auto">
          <a:xfrm>
            <a:off x="4343400" y="3124200"/>
            <a:ext cx="2743200" cy="2020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50000"/>
              </a:lnSpc>
              <a:spcBef>
                <a:spcPct val="50000"/>
              </a:spcBef>
              <a:buClrTx/>
              <a:buSzTx/>
              <a:buFontTx/>
              <a:buChar char="-"/>
            </a:pPr>
            <a:r>
              <a:rPr kumimoji="0" lang="en-US" altLang="zh-CN" sz="2800" b="1">
                <a:solidFill>
                  <a:srgbClr val="3333CC"/>
                </a:solidFill>
              </a:rPr>
              <a:t> </a:t>
            </a:r>
            <a:r>
              <a:rPr kumimoji="0" lang="zh-CN" altLang="en-US" sz="2800" b="1">
                <a:solidFill>
                  <a:srgbClr val="3333CC"/>
                </a:solidFill>
              </a:rPr>
              <a:t>二义性</a:t>
            </a:r>
            <a:endParaRPr kumimoji="0" lang="zh-CN" altLang="en-US" sz="2800" b="1">
              <a:solidFill>
                <a:srgbClr val="3333CC"/>
              </a:solidFill>
            </a:endParaRPr>
          </a:p>
          <a:p>
            <a:pPr eaLnBrk="1" hangingPunct="1">
              <a:lnSpc>
                <a:spcPct val="50000"/>
              </a:lnSpc>
              <a:spcBef>
                <a:spcPct val="50000"/>
              </a:spcBef>
              <a:buClrTx/>
              <a:buSzTx/>
              <a:buFontTx/>
              <a:buChar char="-"/>
            </a:pPr>
            <a:r>
              <a:rPr kumimoji="0" lang="zh-CN" altLang="en-US" sz="2800" b="1">
                <a:solidFill>
                  <a:srgbClr val="3333CC"/>
                </a:solidFill>
              </a:rPr>
              <a:t> </a:t>
            </a:r>
            <a:r>
              <a:rPr kumimoji="0" lang="en-US" altLang="zh-CN" sz="2800" b="1">
                <a:solidFill>
                  <a:srgbClr val="3333CC"/>
                </a:solidFill>
                <a:latin typeface="Symbol" panose="05050102010706020507" pitchFamily="18" charset="2"/>
                <a:sym typeface="Symbol" panose="05050102010706020507" pitchFamily="18" charset="2"/>
              </a:rPr>
              <a:t>e</a:t>
            </a:r>
            <a:r>
              <a:rPr kumimoji="0" lang="en-US" altLang="zh-CN" sz="2800" b="1">
                <a:solidFill>
                  <a:srgbClr val="3333CC"/>
                </a:solidFill>
                <a:sym typeface="Symbol" panose="05050102010706020507" pitchFamily="18" charset="2"/>
              </a:rPr>
              <a:t>-moves</a:t>
            </a:r>
            <a:endParaRPr kumimoji="0" lang="en-US" altLang="zh-CN" sz="2800" b="1">
              <a:solidFill>
                <a:srgbClr val="3333CC"/>
              </a:solidFill>
              <a:sym typeface="Symbol" panose="05050102010706020507" pitchFamily="18" charset="2"/>
            </a:endParaRPr>
          </a:p>
          <a:p>
            <a:pPr eaLnBrk="1" hangingPunct="1">
              <a:lnSpc>
                <a:spcPct val="50000"/>
              </a:lnSpc>
              <a:spcBef>
                <a:spcPct val="50000"/>
              </a:spcBef>
              <a:buClrTx/>
              <a:buSzTx/>
              <a:buFontTx/>
              <a:buChar char="-"/>
            </a:pPr>
            <a:r>
              <a:rPr kumimoji="0" lang="en-US" altLang="zh-CN" sz="2800" b="1">
                <a:solidFill>
                  <a:srgbClr val="3333CC"/>
                </a:solidFill>
                <a:sym typeface="Symbol" panose="05050102010706020507" pitchFamily="18" charset="2"/>
              </a:rPr>
              <a:t> </a:t>
            </a:r>
            <a:r>
              <a:rPr kumimoji="0" lang="zh-CN" altLang="en-US" sz="2800" b="1">
                <a:solidFill>
                  <a:srgbClr val="3333CC"/>
                </a:solidFill>
                <a:sym typeface="Symbol" panose="05050102010706020507" pitchFamily="18" charset="2"/>
              </a:rPr>
              <a:t>回路</a:t>
            </a:r>
            <a:endParaRPr kumimoji="0" lang="zh-CN" altLang="en-US" sz="2800" b="1">
              <a:solidFill>
                <a:srgbClr val="3333CC"/>
              </a:solidFill>
              <a:sym typeface="Symbol" panose="05050102010706020507" pitchFamily="18" charset="2"/>
            </a:endParaRPr>
          </a:p>
          <a:p>
            <a:pPr eaLnBrk="1" hangingPunct="1">
              <a:lnSpc>
                <a:spcPct val="50000"/>
              </a:lnSpc>
              <a:spcBef>
                <a:spcPct val="50000"/>
              </a:spcBef>
              <a:buClrTx/>
              <a:buSzTx/>
              <a:buFontTx/>
              <a:buChar char="-"/>
            </a:pPr>
            <a:r>
              <a:rPr kumimoji="0" lang="zh-CN" altLang="en-US" sz="2800" b="1">
                <a:solidFill>
                  <a:srgbClr val="3333CC"/>
                </a:solidFill>
                <a:sym typeface="Symbol" panose="05050102010706020507" pitchFamily="18" charset="2"/>
              </a:rPr>
              <a:t> 左递归</a:t>
            </a:r>
            <a:endParaRPr kumimoji="0" lang="zh-CN" altLang="en-US" sz="2800" b="1">
              <a:solidFill>
                <a:srgbClr val="3333CC"/>
              </a:solidFill>
              <a:sym typeface="Symbol" panose="05050102010706020507" pitchFamily="18" charset="2"/>
            </a:endParaRPr>
          </a:p>
          <a:p>
            <a:pPr eaLnBrk="1" hangingPunct="1">
              <a:lnSpc>
                <a:spcPct val="50000"/>
              </a:lnSpc>
              <a:spcBef>
                <a:spcPct val="50000"/>
              </a:spcBef>
              <a:buClrTx/>
              <a:buSzTx/>
              <a:buFontTx/>
              <a:buChar char="-"/>
            </a:pPr>
            <a:r>
              <a:rPr kumimoji="0" lang="zh-CN" altLang="en-US" sz="2800" b="1">
                <a:solidFill>
                  <a:srgbClr val="3333CC"/>
                </a:solidFill>
                <a:sym typeface="Symbol" panose="05050102010706020507" pitchFamily="18" charset="2"/>
              </a:rPr>
              <a:t> 提取左公因子</a:t>
            </a:r>
            <a:endParaRPr kumimoji="0" lang="zh-CN" altLang="en-US" sz="2800" b="1">
              <a:solidFill>
                <a:srgbClr val="3333CC"/>
              </a:solidFill>
            </a:endParaRPr>
          </a:p>
        </p:txBody>
      </p:sp>
      <p:sp>
        <p:nvSpPr>
          <p:cNvPr id="48133" name="AutoShape 5"/>
          <p:cNvSpPr/>
          <p:nvPr/>
        </p:nvSpPr>
        <p:spPr bwMode="auto">
          <a:xfrm>
            <a:off x="3657600" y="3124200"/>
            <a:ext cx="457200" cy="1905000"/>
          </a:xfrm>
          <a:prstGeom prst="leftBrace">
            <a:avLst>
              <a:gd name="adj1" fmla="val 34722"/>
              <a:gd name="adj2" fmla="val 50000"/>
            </a:avLst>
          </a:prstGeom>
          <a:noFill/>
          <a:ln w="25400">
            <a:solidFill>
              <a:srgbClr val="3333CC"/>
            </a:solidFill>
            <a:round/>
            <a:head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>
              <a:latin typeface="Symbol" panose="05050102010706020507" pitchFamily="18" charset="2"/>
            </a:endParaRPr>
          </a:p>
        </p:txBody>
      </p:sp>
      <p:sp>
        <p:nvSpPr>
          <p:cNvPr id="48134" name="Text Box 6"/>
          <p:cNvSpPr txBox="1">
            <a:spLocks noChangeArrowheads="1"/>
          </p:cNvSpPr>
          <p:nvPr/>
        </p:nvSpPr>
        <p:spPr bwMode="auto">
          <a:xfrm>
            <a:off x="1752600" y="3505200"/>
            <a:ext cx="1676400" cy="946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zh-CN" altLang="en-US" sz="2800" b="1">
                <a:solidFill>
                  <a:srgbClr val="3333CC"/>
                </a:solidFill>
              </a:rPr>
              <a:t>不合要求的问题</a:t>
            </a:r>
            <a:endParaRPr kumimoji="0" lang="zh-CN" altLang="en-US" sz="2800" b="1">
              <a:solidFill>
                <a:srgbClr val="3333CC"/>
              </a:solidFill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4.3.3  </a:t>
            </a:r>
            <a:r>
              <a:rPr lang="zh-CN" altLang="en-US"/>
              <a:t>消除二义性</a:t>
            </a:r>
            <a:endParaRPr lang="zh-CN" altLang="en-US"/>
          </a:p>
        </p:txBody>
      </p:sp>
      <p:sp>
        <p:nvSpPr>
          <p:cNvPr id="491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例子：条件分支语句</a:t>
            </a:r>
            <a:endParaRPr kumimoji="0" lang="zh-CN" altLang="en-US" sz="2800" i="1"/>
          </a:p>
          <a:p>
            <a:pPr eaLnBrk="1" hangingPunct="1">
              <a:lnSpc>
                <a:spcPct val="8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800" i="1"/>
              <a:t>stmt</a:t>
            </a:r>
            <a:r>
              <a:rPr kumimoji="0" lang="en-US" altLang="zh-CN" sz="2800"/>
              <a:t> </a:t>
            </a:r>
            <a:r>
              <a:rPr kumimoji="0" lang="en-US" altLang="zh-CN" sz="2800">
                <a:sym typeface="Symbol" panose="05050102010706020507" pitchFamily="18" charset="2"/>
              </a:rPr>
              <a:t> </a:t>
            </a:r>
            <a:r>
              <a:rPr kumimoji="0" lang="en-US" altLang="zh-CN" sz="2800" b="1">
                <a:sym typeface="Symbol" panose="05050102010706020507" pitchFamily="18" charset="2"/>
              </a:rPr>
              <a:t>if</a:t>
            </a:r>
            <a:r>
              <a:rPr kumimoji="0" lang="en-US" altLang="zh-CN" sz="2800">
                <a:sym typeface="Symbol" panose="05050102010706020507" pitchFamily="18" charset="2"/>
              </a:rPr>
              <a:t> </a:t>
            </a:r>
            <a:r>
              <a:rPr kumimoji="0" lang="en-US" altLang="zh-CN" sz="2800" i="1">
                <a:sym typeface="Symbol" panose="05050102010706020507" pitchFamily="18" charset="2"/>
              </a:rPr>
              <a:t>expr</a:t>
            </a:r>
            <a:r>
              <a:rPr kumimoji="0" lang="en-US" altLang="zh-CN" sz="2800">
                <a:sym typeface="Symbol" panose="05050102010706020507" pitchFamily="18" charset="2"/>
              </a:rPr>
              <a:t> </a:t>
            </a:r>
            <a:r>
              <a:rPr kumimoji="0" lang="en-US" altLang="zh-CN" sz="2800" b="1">
                <a:sym typeface="Symbol" panose="05050102010706020507" pitchFamily="18" charset="2"/>
              </a:rPr>
              <a:t>then</a:t>
            </a:r>
            <a:r>
              <a:rPr kumimoji="0" lang="en-US" altLang="zh-CN" sz="2800">
                <a:sym typeface="Symbol" panose="05050102010706020507" pitchFamily="18" charset="2"/>
              </a:rPr>
              <a:t> </a:t>
            </a:r>
            <a:r>
              <a:rPr kumimoji="0" lang="en-US" altLang="zh-CN" sz="2800" i="1">
                <a:sym typeface="Symbol" panose="05050102010706020507" pitchFamily="18" charset="2"/>
              </a:rPr>
              <a:t>stmt</a:t>
            </a:r>
            <a:endParaRPr kumimoji="0" lang="en-US" altLang="zh-CN" sz="2800" i="1">
              <a:sym typeface="Symbol" panose="05050102010706020507" pitchFamily="18" charset="2"/>
            </a:endParaRPr>
          </a:p>
          <a:p>
            <a:pPr eaLnBrk="1" hangingPunct="1">
              <a:lnSpc>
                <a:spcPct val="8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800">
                <a:sym typeface="Symbol" panose="05050102010706020507" pitchFamily="18" charset="2"/>
              </a:rPr>
              <a:t>             |  </a:t>
            </a:r>
            <a:r>
              <a:rPr kumimoji="0" lang="en-US" altLang="zh-CN" sz="2800" b="1">
                <a:sym typeface="Symbol" panose="05050102010706020507" pitchFamily="18" charset="2"/>
              </a:rPr>
              <a:t>if</a:t>
            </a:r>
            <a:r>
              <a:rPr kumimoji="0" lang="en-US" altLang="zh-CN" sz="2800">
                <a:sym typeface="Symbol" panose="05050102010706020507" pitchFamily="18" charset="2"/>
              </a:rPr>
              <a:t> </a:t>
            </a:r>
            <a:r>
              <a:rPr kumimoji="0" lang="en-US" altLang="zh-CN" sz="2800" i="1">
                <a:sym typeface="Symbol" panose="05050102010706020507" pitchFamily="18" charset="2"/>
              </a:rPr>
              <a:t>expr</a:t>
            </a:r>
            <a:r>
              <a:rPr kumimoji="0" lang="en-US" altLang="zh-CN" sz="2800">
                <a:sym typeface="Symbol" panose="05050102010706020507" pitchFamily="18" charset="2"/>
              </a:rPr>
              <a:t> </a:t>
            </a:r>
            <a:r>
              <a:rPr kumimoji="0" lang="en-US" altLang="zh-CN" sz="2800" b="1">
                <a:sym typeface="Symbol" panose="05050102010706020507" pitchFamily="18" charset="2"/>
              </a:rPr>
              <a:t>then</a:t>
            </a:r>
            <a:r>
              <a:rPr kumimoji="0" lang="en-US" altLang="zh-CN" sz="2800">
                <a:sym typeface="Symbol" panose="05050102010706020507" pitchFamily="18" charset="2"/>
              </a:rPr>
              <a:t> </a:t>
            </a:r>
            <a:r>
              <a:rPr kumimoji="0" lang="en-US" altLang="zh-CN" sz="2800" i="1">
                <a:sym typeface="Symbol" panose="05050102010706020507" pitchFamily="18" charset="2"/>
              </a:rPr>
              <a:t>stmt</a:t>
            </a:r>
            <a:r>
              <a:rPr kumimoji="0" lang="en-US" altLang="zh-CN" sz="2800">
                <a:sym typeface="Symbol" panose="05050102010706020507" pitchFamily="18" charset="2"/>
              </a:rPr>
              <a:t> </a:t>
            </a:r>
            <a:r>
              <a:rPr kumimoji="0" lang="en-US" altLang="zh-CN" sz="2800" b="1">
                <a:sym typeface="Symbol" panose="05050102010706020507" pitchFamily="18" charset="2"/>
              </a:rPr>
              <a:t>else</a:t>
            </a:r>
            <a:r>
              <a:rPr kumimoji="0" lang="en-US" altLang="zh-CN" sz="2800">
                <a:sym typeface="Symbol" panose="05050102010706020507" pitchFamily="18" charset="2"/>
              </a:rPr>
              <a:t> </a:t>
            </a:r>
            <a:r>
              <a:rPr kumimoji="0" lang="en-US" altLang="zh-CN" sz="2800" i="1">
                <a:sym typeface="Symbol" panose="05050102010706020507" pitchFamily="18" charset="2"/>
              </a:rPr>
              <a:t>stmt</a:t>
            </a:r>
            <a:endParaRPr kumimoji="0" lang="en-US" altLang="zh-CN" sz="2800" i="1">
              <a:sym typeface="Symbol" panose="05050102010706020507" pitchFamily="18" charset="2"/>
            </a:endParaRPr>
          </a:p>
          <a:p>
            <a:pPr eaLnBrk="1" hangingPunct="1">
              <a:lnSpc>
                <a:spcPct val="8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800">
                <a:sym typeface="Symbol" panose="05050102010706020507" pitchFamily="18" charset="2"/>
              </a:rPr>
              <a:t>             |  </a:t>
            </a:r>
            <a:r>
              <a:rPr kumimoji="0" lang="en-US" altLang="zh-CN" sz="2800" b="1">
                <a:sym typeface="Symbol" panose="05050102010706020507" pitchFamily="18" charset="2"/>
              </a:rPr>
              <a:t>other</a:t>
            </a:r>
            <a:r>
              <a:rPr kumimoji="0" lang="en-US" altLang="zh-CN" sz="2800">
                <a:sym typeface="Symbol" panose="05050102010706020507" pitchFamily="18" charset="2"/>
              </a:rPr>
              <a:t>  (</a:t>
            </a:r>
            <a:r>
              <a:rPr kumimoji="0" lang="zh-CN" altLang="en-US" sz="2800">
                <a:sym typeface="Symbol" panose="05050102010706020507" pitchFamily="18" charset="2"/>
              </a:rPr>
              <a:t>任何其他形式的语句</a:t>
            </a:r>
            <a:r>
              <a:rPr kumimoji="0" lang="en-US" altLang="zh-CN" sz="2800">
                <a:sym typeface="Symbol" panose="05050102010706020507" pitchFamily="18" charset="2"/>
              </a:rPr>
              <a:t>)</a:t>
            </a:r>
            <a:endParaRPr lang="en-US" altLang="zh-CN" sz="2800"/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zh-CN" sz="280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无二义性的句子</a:t>
            </a:r>
            <a:endParaRPr lang="zh-CN" altLang="en-US"/>
          </a:p>
        </p:txBody>
      </p:sp>
      <p:sp>
        <p:nvSpPr>
          <p:cNvPr id="501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800" b="1"/>
              <a:t>if</a:t>
            </a:r>
            <a:r>
              <a:rPr lang="en-US" altLang="zh-CN" sz="2800"/>
              <a:t> E</a:t>
            </a:r>
            <a:r>
              <a:rPr lang="en-US" altLang="zh-CN" sz="2800" baseline="-25000"/>
              <a:t>1</a:t>
            </a:r>
            <a:r>
              <a:rPr lang="en-US" altLang="zh-CN" sz="2800"/>
              <a:t> </a:t>
            </a:r>
            <a:r>
              <a:rPr lang="en-US" altLang="zh-CN" sz="2800" b="1"/>
              <a:t>then</a:t>
            </a:r>
            <a:r>
              <a:rPr lang="en-US" altLang="zh-CN" sz="2800"/>
              <a:t> S</a:t>
            </a:r>
            <a:r>
              <a:rPr lang="en-US" altLang="zh-CN" sz="2800" baseline="-25000"/>
              <a:t>1</a:t>
            </a:r>
            <a:r>
              <a:rPr lang="en-US" altLang="zh-CN" sz="2800"/>
              <a:t> </a:t>
            </a:r>
            <a:r>
              <a:rPr lang="en-US" altLang="zh-CN" sz="2800" b="1"/>
              <a:t>else</a:t>
            </a:r>
            <a:r>
              <a:rPr lang="en-US" altLang="zh-CN" sz="2800"/>
              <a:t> </a:t>
            </a:r>
            <a:r>
              <a:rPr lang="en-US" altLang="zh-CN" sz="2800" b="1"/>
              <a:t>if</a:t>
            </a:r>
            <a:r>
              <a:rPr lang="en-US" altLang="zh-CN" sz="2800"/>
              <a:t> E</a:t>
            </a:r>
            <a:r>
              <a:rPr lang="en-US" altLang="zh-CN" sz="2800" baseline="-25000"/>
              <a:t>2</a:t>
            </a:r>
            <a:r>
              <a:rPr lang="en-US" altLang="zh-CN" sz="2800"/>
              <a:t> </a:t>
            </a:r>
            <a:r>
              <a:rPr lang="en-US" altLang="zh-CN" sz="2800" b="1"/>
              <a:t>then</a:t>
            </a:r>
            <a:r>
              <a:rPr lang="en-US" altLang="zh-CN" sz="2800"/>
              <a:t> S</a:t>
            </a:r>
            <a:r>
              <a:rPr lang="en-US" altLang="zh-CN" sz="2800" baseline="-25000"/>
              <a:t>2</a:t>
            </a:r>
            <a:r>
              <a:rPr lang="en-US" altLang="zh-CN" sz="2800"/>
              <a:t> </a:t>
            </a:r>
            <a:r>
              <a:rPr lang="en-US" altLang="zh-CN" sz="2800" b="1"/>
              <a:t>else</a:t>
            </a:r>
            <a:r>
              <a:rPr lang="en-US" altLang="zh-CN" sz="2800"/>
              <a:t> S</a:t>
            </a:r>
            <a:r>
              <a:rPr lang="en-US" altLang="zh-CN" sz="2800" baseline="-25000"/>
              <a:t>3 </a:t>
            </a:r>
            <a:r>
              <a:rPr lang="zh-CN" altLang="en-US" sz="2800"/>
              <a:t>语法树如下</a:t>
            </a:r>
            <a:endParaRPr lang="zh-CN" altLang="en-US" sz="2800"/>
          </a:p>
        </p:txBody>
      </p:sp>
      <p:sp>
        <p:nvSpPr>
          <p:cNvPr id="50180" name="Text Box 4"/>
          <p:cNvSpPr txBox="1">
            <a:spLocks noChangeArrowheads="1"/>
          </p:cNvSpPr>
          <p:nvPr/>
        </p:nvSpPr>
        <p:spPr bwMode="auto">
          <a:xfrm>
            <a:off x="5553075" y="3087688"/>
            <a:ext cx="738188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i="1"/>
              <a:t>stmt</a:t>
            </a:r>
            <a:endParaRPr kumimoji="0" lang="en-US" altLang="zh-CN" sz="2000" i="1"/>
          </a:p>
        </p:txBody>
      </p:sp>
      <p:sp>
        <p:nvSpPr>
          <p:cNvPr id="50181" name="Text Box 5"/>
          <p:cNvSpPr txBox="1">
            <a:spLocks noChangeArrowheads="1"/>
          </p:cNvSpPr>
          <p:nvPr/>
        </p:nvSpPr>
        <p:spPr bwMode="auto">
          <a:xfrm>
            <a:off x="1698625" y="2209800"/>
            <a:ext cx="738188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i="1"/>
              <a:t>stmt</a:t>
            </a:r>
            <a:endParaRPr kumimoji="0" lang="en-US" altLang="zh-CN" sz="2000" i="1"/>
          </a:p>
        </p:txBody>
      </p:sp>
      <p:sp>
        <p:nvSpPr>
          <p:cNvPr id="50182" name="Text Box 6"/>
          <p:cNvSpPr txBox="1">
            <a:spLocks noChangeArrowheads="1"/>
          </p:cNvSpPr>
          <p:nvPr/>
        </p:nvSpPr>
        <p:spPr bwMode="auto">
          <a:xfrm>
            <a:off x="3257550" y="3087688"/>
            <a:ext cx="738188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i="1"/>
              <a:t>stmt</a:t>
            </a:r>
            <a:endParaRPr kumimoji="0" lang="en-US" altLang="zh-CN" sz="2000" i="1"/>
          </a:p>
        </p:txBody>
      </p:sp>
      <p:sp>
        <p:nvSpPr>
          <p:cNvPr id="50183" name="Text Box 7"/>
          <p:cNvSpPr txBox="1">
            <a:spLocks noChangeArrowheads="1"/>
          </p:cNvSpPr>
          <p:nvPr/>
        </p:nvSpPr>
        <p:spPr bwMode="auto">
          <a:xfrm>
            <a:off x="1371600" y="3087688"/>
            <a:ext cx="736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i="1"/>
              <a:t>expr</a:t>
            </a:r>
            <a:endParaRPr kumimoji="0" lang="en-US" altLang="zh-CN" sz="2000" i="1"/>
          </a:p>
        </p:txBody>
      </p:sp>
      <p:sp>
        <p:nvSpPr>
          <p:cNvPr id="50184" name="Text Box 8"/>
          <p:cNvSpPr txBox="1">
            <a:spLocks noChangeArrowheads="1"/>
          </p:cNvSpPr>
          <p:nvPr/>
        </p:nvSpPr>
        <p:spPr bwMode="auto">
          <a:xfrm>
            <a:off x="5224463" y="4114800"/>
            <a:ext cx="738187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i="1"/>
              <a:t>expr</a:t>
            </a:r>
            <a:endParaRPr kumimoji="0" lang="en-US" altLang="zh-CN" sz="2000" i="1"/>
          </a:p>
        </p:txBody>
      </p:sp>
      <p:grpSp>
        <p:nvGrpSpPr>
          <p:cNvPr id="50185" name="Group 9"/>
          <p:cNvGrpSpPr/>
          <p:nvPr/>
        </p:nvGrpSpPr>
        <p:grpSpPr bwMode="auto">
          <a:xfrm>
            <a:off x="1206500" y="3589338"/>
            <a:ext cx="901700" cy="773112"/>
            <a:chOff x="3504" y="3456"/>
            <a:chExt cx="528" cy="296"/>
          </a:xfrm>
        </p:grpSpPr>
        <p:sp>
          <p:nvSpPr>
            <p:cNvPr id="50226" name="Line 10"/>
            <p:cNvSpPr>
              <a:spLocks noChangeShapeType="1"/>
            </p:cNvSpPr>
            <p:nvPr/>
          </p:nvSpPr>
          <p:spPr bwMode="auto">
            <a:xfrm flipH="1">
              <a:off x="3504" y="3456"/>
              <a:ext cx="192" cy="19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0227" name="Line 11"/>
            <p:cNvSpPr>
              <a:spLocks noChangeShapeType="1"/>
            </p:cNvSpPr>
            <p:nvPr/>
          </p:nvSpPr>
          <p:spPr bwMode="auto">
            <a:xfrm>
              <a:off x="3840" y="3456"/>
              <a:ext cx="192" cy="19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0228" name="Line 12"/>
            <p:cNvSpPr>
              <a:spLocks noChangeShapeType="1"/>
            </p:cNvSpPr>
            <p:nvPr/>
          </p:nvSpPr>
          <p:spPr bwMode="auto">
            <a:xfrm>
              <a:off x="3504" y="3648"/>
              <a:ext cx="52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0229" name="Text Box 13"/>
            <p:cNvSpPr txBox="1">
              <a:spLocks noChangeArrowheads="1"/>
            </p:cNvSpPr>
            <p:nvPr/>
          </p:nvSpPr>
          <p:spPr bwMode="auto">
            <a:xfrm>
              <a:off x="3648" y="3600"/>
              <a:ext cx="288" cy="1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 type="none" w="sm" len="sm"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000" b="1"/>
                <a:t>E</a:t>
              </a:r>
              <a:r>
                <a:rPr kumimoji="0" lang="en-US" altLang="zh-CN" sz="2000" b="1" baseline="-25000"/>
                <a:t>1</a:t>
              </a:r>
              <a:endParaRPr kumimoji="0" lang="en-US" altLang="zh-CN" sz="2000" b="1"/>
            </a:p>
          </p:txBody>
        </p:sp>
      </p:grpSp>
      <p:grpSp>
        <p:nvGrpSpPr>
          <p:cNvPr id="50186" name="Group 14"/>
          <p:cNvGrpSpPr/>
          <p:nvPr/>
        </p:nvGrpSpPr>
        <p:grpSpPr bwMode="auto">
          <a:xfrm>
            <a:off x="5060950" y="4592638"/>
            <a:ext cx="901700" cy="773112"/>
            <a:chOff x="3504" y="3456"/>
            <a:chExt cx="528" cy="296"/>
          </a:xfrm>
        </p:grpSpPr>
        <p:sp>
          <p:nvSpPr>
            <p:cNvPr id="50222" name="Line 15"/>
            <p:cNvSpPr>
              <a:spLocks noChangeShapeType="1"/>
            </p:cNvSpPr>
            <p:nvPr/>
          </p:nvSpPr>
          <p:spPr bwMode="auto">
            <a:xfrm flipH="1">
              <a:off x="3504" y="3456"/>
              <a:ext cx="192" cy="19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0223" name="Line 16"/>
            <p:cNvSpPr>
              <a:spLocks noChangeShapeType="1"/>
            </p:cNvSpPr>
            <p:nvPr/>
          </p:nvSpPr>
          <p:spPr bwMode="auto">
            <a:xfrm>
              <a:off x="3840" y="3456"/>
              <a:ext cx="192" cy="19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0224" name="Line 17"/>
            <p:cNvSpPr>
              <a:spLocks noChangeShapeType="1"/>
            </p:cNvSpPr>
            <p:nvPr/>
          </p:nvSpPr>
          <p:spPr bwMode="auto">
            <a:xfrm>
              <a:off x="3504" y="3648"/>
              <a:ext cx="52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0225" name="Text Box 18"/>
            <p:cNvSpPr txBox="1">
              <a:spLocks noChangeArrowheads="1"/>
            </p:cNvSpPr>
            <p:nvPr/>
          </p:nvSpPr>
          <p:spPr bwMode="auto">
            <a:xfrm>
              <a:off x="3648" y="3600"/>
              <a:ext cx="288" cy="1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 type="none" w="sm" len="sm"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000" b="1"/>
                <a:t>E</a:t>
              </a:r>
              <a:r>
                <a:rPr kumimoji="0" lang="en-US" altLang="zh-CN" sz="2000" b="1" baseline="-25000"/>
                <a:t>2</a:t>
              </a:r>
              <a:endParaRPr kumimoji="0" lang="en-US" altLang="zh-CN" sz="2000" b="1"/>
            </a:p>
          </p:txBody>
        </p:sp>
      </p:grpSp>
      <p:grpSp>
        <p:nvGrpSpPr>
          <p:cNvPr id="50187" name="Group 19"/>
          <p:cNvGrpSpPr/>
          <p:nvPr/>
        </p:nvGrpSpPr>
        <p:grpSpPr bwMode="auto">
          <a:xfrm>
            <a:off x="8013700" y="4467225"/>
            <a:ext cx="901700" cy="769938"/>
            <a:chOff x="3504" y="3456"/>
            <a:chExt cx="528" cy="295"/>
          </a:xfrm>
        </p:grpSpPr>
        <p:sp>
          <p:nvSpPr>
            <p:cNvPr id="50218" name="Line 20"/>
            <p:cNvSpPr>
              <a:spLocks noChangeShapeType="1"/>
            </p:cNvSpPr>
            <p:nvPr/>
          </p:nvSpPr>
          <p:spPr bwMode="auto">
            <a:xfrm flipH="1">
              <a:off x="3504" y="3456"/>
              <a:ext cx="192" cy="19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0219" name="Line 21"/>
            <p:cNvSpPr>
              <a:spLocks noChangeShapeType="1"/>
            </p:cNvSpPr>
            <p:nvPr/>
          </p:nvSpPr>
          <p:spPr bwMode="auto">
            <a:xfrm>
              <a:off x="3840" y="3456"/>
              <a:ext cx="192" cy="19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0220" name="Line 22"/>
            <p:cNvSpPr>
              <a:spLocks noChangeShapeType="1"/>
            </p:cNvSpPr>
            <p:nvPr/>
          </p:nvSpPr>
          <p:spPr bwMode="auto">
            <a:xfrm>
              <a:off x="3504" y="3648"/>
              <a:ext cx="52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0221" name="Text Box 23"/>
            <p:cNvSpPr txBox="1">
              <a:spLocks noChangeArrowheads="1"/>
            </p:cNvSpPr>
            <p:nvPr/>
          </p:nvSpPr>
          <p:spPr bwMode="auto">
            <a:xfrm>
              <a:off x="3648" y="3599"/>
              <a:ext cx="288" cy="1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 type="none" w="sm" len="sm"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000" b="1"/>
                <a:t>S</a:t>
              </a:r>
              <a:r>
                <a:rPr kumimoji="0" lang="en-US" altLang="zh-CN" sz="2000" b="1" baseline="-25000"/>
                <a:t>3</a:t>
              </a:r>
              <a:endParaRPr kumimoji="0" lang="en-US" altLang="zh-CN" sz="2000" b="1"/>
            </a:p>
          </p:txBody>
        </p:sp>
      </p:grpSp>
      <p:grpSp>
        <p:nvGrpSpPr>
          <p:cNvPr id="50188" name="Group 24"/>
          <p:cNvGrpSpPr/>
          <p:nvPr/>
        </p:nvGrpSpPr>
        <p:grpSpPr bwMode="auto">
          <a:xfrm>
            <a:off x="3092450" y="3589338"/>
            <a:ext cx="903288" cy="773112"/>
            <a:chOff x="3504" y="3456"/>
            <a:chExt cx="528" cy="296"/>
          </a:xfrm>
        </p:grpSpPr>
        <p:sp>
          <p:nvSpPr>
            <p:cNvPr id="50214" name="Line 25"/>
            <p:cNvSpPr>
              <a:spLocks noChangeShapeType="1"/>
            </p:cNvSpPr>
            <p:nvPr/>
          </p:nvSpPr>
          <p:spPr bwMode="auto">
            <a:xfrm flipH="1">
              <a:off x="3504" y="3456"/>
              <a:ext cx="192" cy="19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0215" name="Line 26"/>
            <p:cNvSpPr>
              <a:spLocks noChangeShapeType="1"/>
            </p:cNvSpPr>
            <p:nvPr/>
          </p:nvSpPr>
          <p:spPr bwMode="auto">
            <a:xfrm>
              <a:off x="3840" y="3456"/>
              <a:ext cx="192" cy="19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0216" name="Line 27"/>
            <p:cNvSpPr>
              <a:spLocks noChangeShapeType="1"/>
            </p:cNvSpPr>
            <p:nvPr/>
          </p:nvSpPr>
          <p:spPr bwMode="auto">
            <a:xfrm>
              <a:off x="3504" y="3648"/>
              <a:ext cx="52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0217" name="Text Box 28"/>
            <p:cNvSpPr txBox="1">
              <a:spLocks noChangeArrowheads="1"/>
            </p:cNvSpPr>
            <p:nvPr/>
          </p:nvSpPr>
          <p:spPr bwMode="auto">
            <a:xfrm>
              <a:off x="3648" y="3600"/>
              <a:ext cx="291" cy="1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 type="none" w="sm" len="sm"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000" b="1"/>
                <a:t>S</a:t>
              </a:r>
              <a:r>
                <a:rPr kumimoji="0" lang="en-US" altLang="zh-CN" sz="2000" b="1" baseline="-25000"/>
                <a:t>1</a:t>
              </a:r>
              <a:endParaRPr kumimoji="0" lang="en-US" altLang="zh-CN" sz="2000" b="1"/>
            </a:p>
          </p:txBody>
        </p:sp>
      </p:grpSp>
      <p:grpSp>
        <p:nvGrpSpPr>
          <p:cNvPr id="50189" name="Group 29"/>
          <p:cNvGrpSpPr/>
          <p:nvPr/>
        </p:nvGrpSpPr>
        <p:grpSpPr bwMode="auto">
          <a:xfrm>
            <a:off x="6700838" y="4467225"/>
            <a:ext cx="901700" cy="769938"/>
            <a:chOff x="3504" y="3456"/>
            <a:chExt cx="528" cy="295"/>
          </a:xfrm>
        </p:grpSpPr>
        <p:sp>
          <p:nvSpPr>
            <p:cNvPr id="50210" name="Line 30"/>
            <p:cNvSpPr>
              <a:spLocks noChangeShapeType="1"/>
            </p:cNvSpPr>
            <p:nvPr/>
          </p:nvSpPr>
          <p:spPr bwMode="auto">
            <a:xfrm flipH="1">
              <a:off x="3504" y="3456"/>
              <a:ext cx="192" cy="19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0211" name="Line 31"/>
            <p:cNvSpPr>
              <a:spLocks noChangeShapeType="1"/>
            </p:cNvSpPr>
            <p:nvPr/>
          </p:nvSpPr>
          <p:spPr bwMode="auto">
            <a:xfrm>
              <a:off x="3840" y="3456"/>
              <a:ext cx="192" cy="19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0212" name="Line 32"/>
            <p:cNvSpPr>
              <a:spLocks noChangeShapeType="1"/>
            </p:cNvSpPr>
            <p:nvPr/>
          </p:nvSpPr>
          <p:spPr bwMode="auto">
            <a:xfrm>
              <a:off x="3504" y="3648"/>
              <a:ext cx="52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0213" name="Text Box 33"/>
            <p:cNvSpPr txBox="1">
              <a:spLocks noChangeArrowheads="1"/>
            </p:cNvSpPr>
            <p:nvPr/>
          </p:nvSpPr>
          <p:spPr bwMode="auto">
            <a:xfrm>
              <a:off x="3648" y="3599"/>
              <a:ext cx="288" cy="1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 type="none" w="sm" len="sm"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000" b="1"/>
                <a:t>S</a:t>
              </a:r>
              <a:r>
                <a:rPr kumimoji="0" lang="en-US" altLang="zh-CN" sz="2000" b="1" baseline="-25000"/>
                <a:t>2</a:t>
              </a:r>
              <a:endParaRPr kumimoji="0" lang="en-US" altLang="zh-CN" sz="2000" b="1"/>
            </a:p>
          </p:txBody>
        </p:sp>
      </p:grpSp>
      <p:sp>
        <p:nvSpPr>
          <p:cNvPr id="50190" name="Text Box 34"/>
          <p:cNvSpPr txBox="1">
            <a:spLocks noChangeArrowheads="1"/>
          </p:cNvSpPr>
          <p:nvPr/>
        </p:nvSpPr>
        <p:spPr bwMode="auto">
          <a:xfrm>
            <a:off x="2354263" y="3087688"/>
            <a:ext cx="738187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b="1"/>
              <a:t>then</a:t>
            </a:r>
            <a:endParaRPr kumimoji="0" lang="en-US" altLang="zh-CN" sz="2000" b="1"/>
          </a:p>
        </p:txBody>
      </p:sp>
      <p:sp>
        <p:nvSpPr>
          <p:cNvPr id="50191" name="Text Box 35"/>
          <p:cNvSpPr txBox="1">
            <a:spLocks noChangeArrowheads="1"/>
          </p:cNvSpPr>
          <p:nvPr/>
        </p:nvSpPr>
        <p:spPr bwMode="auto">
          <a:xfrm>
            <a:off x="6045200" y="4143375"/>
            <a:ext cx="738188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b="1"/>
              <a:t>then</a:t>
            </a:r>
            <a:endParaRPr kumimoji="0" lang="en-US" altLang="zh-CN" sz="2000" b="1"/>
          </a:p>
        </p:txBody>
      </p:sp>
      <p:sp>
        <p:nvSpPr>
          <p:cNvPr id="50192" name="Text Box 36"/>
          <p:cNvSpPr txBox="1">
            <a:spLocks noChangeArrowheads="1"/>
          </p:cNvSpPr>
          <p:nvPr/>
        </p:nvSpPr>
        <p:spPr bwMode="auto">
          <a:xfrm>
            <a:off x="4405313" y="3087688"/>
            <a:ext cx="738187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b="1"/>
              <a:t>else</a:t>
            </a:r>
            <a:endParaRPr kumimoji="0" lang="en-US" altLang="zh-CN" sz="2000" b="1"/>
          </a:p>
        </p:txBody>
      </p:sp>
      <p:sp>
        <p:nvSpPr>
          <p:cNvPr id="50193" name="Text Box 37"/>
          <p:cNvSpPr txBox="1">
            <a:spLocks noChangeArrowheads="1"/>
          </p:cNvSpPr>
          <p:nvPr/>
        </p:nvSpPr>
        <p:spPr bwMode="auto">
          <a:xfrm>
            <a:off x="7521575" y="4143375"/>
            <a:ext cx="738188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b="1"/>
              <a:t>else</a:t>
            </a:r>
            <a:endParaRPr kumimoji="0" lang="en-US" altLang="zh-CN" sz="2000" b="1"/>
          </a:p>
        </p:txBody>
      </p:sp>
      <p:sp>
        <p:nvSpPr>
          <p:cNvPr id="50194" name="Text Box 38"/>
          <p:cNvSpPr txBox="1">
            <a:spLocks noChangeArrowheads="1"/>
          </p:cNvSpPr>
          <p:nvPr/>
        </p:nvSpPr>
        <p:spPr bwMode="auto">
          <a:xfrm>
            <a:off x="304800" y="3087688"/>
            <a:ext cx="738188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b="1"/>
              <a:t>if</a:t>
            </a:r>
            <a:endParaRPr kumimoji="0" lang="en-US" altLang="zh-CN" sz="2000" b="1"/>
          </a:p>
        </p:txBody>
      </p:sp>
      <p:sp>
        <p:nvSpPr>
          <p:cNvPr id="50195" name="Text Box 39"/>
          <p:cNvSpPr txBox="1">
            <a:spLocks noChangeArrowheads="1"/>
          </p:cNvSpPr>
          <p:nvPr/>
        </p:nvSpPr>
        <p:spPr bwMode="auto">
          <a:xfrm>
            <a:off x="4405313" y="4143375"/>
            <a:ext cx="738187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b="1"/>
              <a:t>if</a:t>
            </a:r>
            <a:endParaRPr kumimoji="0" lang="en-US" altLang="zh-CN" sz="2000" b="1"/>
          </a:p>
        </p:txBody>
      </p:sp>
      <p:sp>
        <p:nvSpPr>
          <p:cNvPr id="50196" name="Text Box 40"/>
          <p:cNvSpPr txBox="1">
            <a:spLocks noChangeArrowheads="1"/>
          </p:cNvSpPr>
          <p:nvPr/>
        </p:nvSpPr>
        <p:spPr bwMode="auto">
          <a:xfrm>
            <a:off x="6865938" y="4114800"/>
            <a:ext cx="736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i="1"/>
              <a:t>stmt</a:t>
            </a:r>
            <a:endParaRPr kumimoji="0" lang="en-US" altLang="zh-CN" sz="2000" i="1"/>
          </a:p>
        </p:txBody>
      </p:sp>
      <p:sp>
        <p:nvSpPr>
          <p:cNvPr id="50197" name="Text Box 41"/>
          <p:cNvSpPr txBox="1">
            <a:spLocks noChangeArrowheads="1"/>
          </p:cNvSpPr>
          <p:nvPr/>
        </p:nvSpPr>
        <p:spPr bwMode="auto">
          <a:xfrm>
            <a:off x="8177213" y="4114800"/>
            <a:ext cx="738187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i="1"/>
              <a:t>stmt</a:t>
            </a:r>
            <a:endParaRPr kumimoji="0" lang="en-US" altLang="zh-CN" sz="2000" i="1"/>
          </a:p>
        </p:txBody>
      </p:sp>
      <p:sp>
        <p:nvSpPr>
          <p:cNvPr id="50198" name="Line 42"/>
          <p:cNvSpPr>
            <a:spLocks noChangeShapeType="1"/>
          </p:cNvSpPr>
          <p:nvPr/>
        </p:nvSpPr>
        <p:spPr bwMode="auto">
          <a:xfrm flipH="1">
            <a:off x="879475" y="2586038"/>
            <a:ext cx="738188" cy="627062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0199" name="Line 43"/>
          <p:cNvSpPr>
            <a:spLocks noChangeShapeType="1"/>
          </p:cNvSpPr>
          <p:nvPr/>
        </p:nvSpPr>
        <p:spPr bwMode="auto">
          <a:xfrm flipH="1">
            <a:off x="1781175" y="2836863"/>
            <a:ext cx="163513" cy="250825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0200" name="Line 44"/>
          <p:cNvSpPr>
            <a:spLocks noChangeShapeType="1"/>
          </p:cNvSpPr>
          <p:nvPr/>
        </p:nvSpPr>
        <p:spPr bwMode="auto">
          <a:xfrm flipH="1" flipV="1">
            <a:off x="2354263" y="2460625"/>
            <a:ext cx="3198812" cy="752475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0201" name="Line 45"/>
          <p:cNvSpPr>
            <a:spLocks noChangeShapeType="1"/>
          </p:cNvSpPr>
          <p:nvPr/>
        </p:nvSpPr>
        <p:spPr bwMode="auto">
          <a:xfrm flipH="1" flipV="1">
            <a:off x="5881688" y="3714750"/>
            <a:ext cx="246062" cy="376238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0202" name="Line 46"/>
          <p:cNvSpPr>
            <a:spLocks noChangeShapeType="1"/>
          </p:cNvSpPr>
          <p:nvPr/>
        </p:nvSpPr>
        <p:spPr bwMode="auto">
          <a:xfrm flipH="1" flipV="1">
            <a:off x="6045200" y="3589338"/>
            <a:ext cx="1574800" cy="525462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0203" name="Line 47"/>
          <p:cNvSpPr>
            <a:spLocks noChangeShapeType="1"/>
          </p:cNvSpPr>
          <p:nvPr/>
        </p:nvSpPr>
        <p:spPr bwMode="auto">
          <a:xfrm>
            <a:off x="2108200" y="2836863"/>
            <a:ext cx="328613" cy="376237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0204" name="Line 48"/>
          <p:cNvSpPr>
            <a:spLocks noChangeShapeType="1"/>
          </p:cNvSpPr>
          <p:nvPr/>
        </p:nvSpPr>
        <p:spPr bwMode="auto">
          <a:xfrm flipH="1" flipV="1">
            <a:off x="2273300" y="2711450"/>
            <a:ext cx="984250" cy="50165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0205" name="Line 49"/>
          <p:cNvSpPr>
            <a:spLocks noChangeShapeType="1"/>
          </p:cNvSpPr>
          <p:nvPr/>
        </p:nvSpPr>
        <p:spPr bwMode="auto">
          <a:xfrm flipH="1">
            <a:off x="4897438" y="3589338"/>
            <a:ext cx="738187" cy="627062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0206" name="Line 50"/>
          <p:cNvSpPr>
            <a:spLocks noChangeShapeType="1"/>
          </p:cNvSpPr>
          <p:nvPr/>
        </p:nvSpPr>
        <p:spPr bwMode="auto">
          <a:xfrm flipH="1">
            <a:off x="5553075" y="3714750"/>
            <a:ext cx="246063" cy="50165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0207" name="Line 51"/>
          <p:cNvSpPr>
            <a:spLocks noChangeShapeType="1"/>
          </p:cNvSpPr>
          <p:nvPr/>
        </p:nvSpPr>
        <p:spPr bwMode="auto">
          <a:xfrm flipH="1" flipV="1">
            <a:off x="6127750" y="3338513"/>
            <a:ext cx="2101850" cy="776287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0208" name="Line 52"/>
          <p:cNvSpPr>
            <a:spLocks noChangeShapeType="1"/>
          </p:cNvSpPr>
          <p:nvPr/>
        </p:nvSpPr>
        <p:spPr bwMode="auto">
          <a:xfrm flipH="1" flipV="1">
            <a:off x="2354263" y="2586038"/>
            <a:ext cx="2051050" cy="627062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0209" name="Line 53"/>
          <p:cNvSpPr>
            <a:spLocks noChangeShapeType="1"/>
          </p:cNvSpPr>
          <p:nvPr/>
        </p:nvSpPr>
        <p:spPr bwMode="auto">
          <a:xfrm flipH="1" flipV="1">
            <a:off x="5962650" y="3714750"/>
            <a:ext cx="971550" cy="47625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二义性句子</a:t>
            </a:r>
            <a:endParaRPr lang="zh-CN" altLang="en-US"/>
          </a:p>
        </p:txBody>
      </p:sp>
      <p:sp>
        <p:nvSpPr>
          <p:cNvPr id="5120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182688" y="1371600"/>
            <a:ext cx="7772400" cy="762000"/>
          </a:xfrm>
        </p:spPr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800" b="1"/>
              <a:t>if</a:t>
            </a:r>
            <a:r>
              <a:rPr lang="en-US" altLang="zh-CN" sz="2800"/>
              <a:t> E</a:t>
            </a:r>
            <a:r>
              <a:rPr lang="en-US" altLang="zh-CN" sz="2800" baseline="-25000"/>
              <a:t>1</a:t>
            </a:r>
            <a:r>
              <a:rPr lang="en-US" altLang="zh-CN" sz="2800"/>
              <a:t> </a:t>
            </a:r>
            <a:r>
              <a:rPr lang="en-US" altLang="zh-CN" sz="2800" b="1"/>
              <a:t>then</a:t>
            </a:r>
            <a:r>
              <a:rPr lang="en-US" altLang="zh-CN" sz="2800"/>
              <a:t> </a:t>
            </a:r>
            <a:r>
              <a:rPr lang="en-US" altLang="zh-CN" sz="2800" b="1"/>
              <a:t>if</a:t>
            </a:r>
            <a:r>
              <a:rPr lang="en-US" altLang="zh-CN" sz="2800"/>
              <a:t> E</a:t>
            </a:r>
            <a:r>
              <a:rPr lang="en-US" altLang="zh-CN" sz="2800" baseline="-25000"/>
              <a:t>2</a:t>
            </a:r>
            <a:r>
              <a:rPr lang="en-US" altLang="zh-CN" sz="2800"/>
              <a:t> </a:t>
            </a:r>
            <a:r>
              <a:rPr lang="en-US" altLang="zh-CN" sz="2800" b="1"/>
              <a:t>then</a:t>
            </a:r>
            <a:r>
              <a:rPr lang="en-US" altLang="zh-CN" sz="2800"/>
              <a:t> S</a:t>
            </a:r>
            <a:r>
              <a:rPr lang="en-US" altLang="zh-CN" sz="2800" baseline="-25000"/>
              <a:t>1</a:t>
            </a:r>
            <a:r>
              <a:rPr lang="en-US" altLang="zh-CN" sz="2800"/>
              <a:t> </a:t>
            </a:r>
            <a:r>
              <a:rPr lang="en-US" altLang="zh-CN" sz="2800" b="1"/>
              <a:t>else</a:t>
            </a:r>
            <a:r>
              <a:rPr lang="en-US" altLang="zh-CN" sz="2800"/>
              <a:t> S</a:t>
            </a:r>
            <a:r>
              <a:rPr lang="en-US" altLang="zh-CN" sz="2800" baseline="-25000"/>
              <a:t>2</a:t>
            </a:r>
            <a:r>
              <a:rPr lang="zh-CN" altLang="en-US" sz="2800"/>
              <a:t>有两种意义</a:t>
            </a:r>
            <a:endParaRPr lang="zh-CN" altLang="en-US" sz="2800" baseline="-25000"/>
          </a:p>
        </p:txBody>
      </p:sp>
      <p:sp>
        <p:nvSpPr>
          <p:cNvPr id="51204" name="Text Box 4"/>
          <p:cNvSpPr txBox="1">
            <a:spLocks noChangeArrowheads="1"/>
          </p:cNvSpPr>
          <p:nvPr/>
        </p:nvSpPr>
        <p:spPr bwMode="auto">
          <a:xfrm>
            <a:off x="1295400" y="2286000"/>
            <a:ext cx="2590800" cy="2227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6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800" b="1">
                <a:solidFill>
                  <a:srgbClr val="3333CC"/>
                </a:solidFill>
              </a:rPr>
              <a:t>if  E</a:t>
            </a:r>
            <a:r>
              <a:rPr kumimoji="0" lang="en-US" altLang="zh-CN" sz="2800" b="1" baseline="-25000">
                <a:solidFill>
                  <a:srgbClr val="3333CC"/>
                </a:solidFill>
              </a:rPr>
              <a:t>1</a:t>
            </a:r>
            <a:r>
              <a:rPr kumimoji="0" lang="en-US" altLang="zh-CN" sz="2800" b="1">
                <a:solidFill>
                  <a:srgbClr val="3333CC"/>
                </a:solidFill>
              </a:rPr>
              <a:t>  then</a:t>
            </a:r>
            <a:endParaRPr kumimoji="0" lang="en-US" altLang="zh-CN" sz="2800" b="1">
              <a:solidFill>
                <a:srgbClr val="3333CC"/>
              </a:solidFill>
            </a:endParaRPr>
          </a:p>
          <a:p>
            <a:pPr eaLnBrk="1" hangingPunct="1">
              <a:lnSpc>
                <a:spcPct val="6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800" b="1">
                <a:solidFill>
                  <a:srgbClr val="3333CC"/>
                </a:solidFill>
              </a:rPr>
              <a:t>     if  E</a:t>
            </a:r>
            <a:r>
              <a:rPr kumimoji="0" lang="en-US" altLang="zh-CN" sz="2800" b="1" baseline="-25000">
                <a:solidFill>
                  <a:srgbClr val="3333CC"/>
                </a:solidFill>
              </a:rPr>
              <a:t>2</a:t>
            </a:r>
            <a:r>
              <a:rPr kumimoji="0" lang="en-US" altLang="zh-CN" sz="2800" b="1">
                <a:solidFill>
                  <a:srgbClr val="3333CC"/>
                </a:solidFill>
              </a:rPr>
              <a:t>  then</a:t>
            </a:r>
            <a:endParaRPr kumimoji="0" lang="en-US" altLang="zh-CN" sz="2800" b="1">
              <a:solidFill>
                <a:srgbClr val="3333CC"/>
              </a:solidFill>
            </a:endParaRPr>
          </a:p>
          <a:p>
            <a:pPr eaLnBrk="1" hangingPunct="1">
              <a:lnSpc>
                <a:spcPct val="6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800" b="1">
                <a:solidFill>
                  <a:srgbClr val="3333CC"/>
                </a:solidFill>
              </a:rPr>
              <a:t>          S</a:t>
            </a:r>
            <a:r>
              <a:rPr kumimoji="0" lang="en-US" altLang="zh-CN" sz="2800" b="1" baseline="-25000">
                <a:solidFill>
                  <a:srgbClr val="3333CC"/>
                </a:solidFill>
              </a:rPr>
              <a:t>1</a:t>
            </a:r>
            <a:endParaRPr kumimoji="0" lang="en-US" altLang="zh-CN" sz="2800" b="1" baseline="-25000">
              <a:solidFill>
                <a:srgbClr val="3333CC"/>
              </a:solidFill>
            </a:endParaRPr>
          </a:p>
          <a:p>
            <a:pPr eaLnBrk="1" hangingPunct="1">
              <a:lnSpc>
                <a:spcPct val="6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800" b="1" baseline="-25000">
                <a:solidFill>
                  <a:srgbClr val="3333CC"/>
                </a:solidFill>
              </a:rPr>
              <a:t>       </a:t>
            </a:r>
            <a:r>
              <a:rPr kumimoji="0" lang="en-US" altLang="zh-CN" sz="2800" b="1">
                <a:solidFill>
                  <a:srgbClr val="3333CC"/>
                </a:solidFill>
              </a:rPr>
              <a:t>else</a:t>
            </a:r>
            <a:endParaRPr kumimoji="0" lang="en-US" altLang="zh-CN" sz="2800" b="1">
              <a:solidFill>
                <a:srgbClr val="3333CC"/>
              </a:solidFill>
            </a:endParaRPr>
          </a:p>
          <a:p>
            <a:pPr eaLnBrk="1" hangingPunct="1">
              <a:lnSpc>
                <a:spcPct val="6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800" b="1">
                <a:solidFill>
                  <a:srgbClr val="3333CC"/>
                </a:solidFill>
              </a:rPr>
              <a:t>          S</a:t>
            </a:r>
            <a:r>
              <a:rPr kumimoji="0" lang="en-US" altLang="zh-CN" sz="2800" b="1" baseline="-25000">
                <a:solidFill>
                  <a:srgbClr val="3333CC"/>
                </a:solidFill>
              </a:rPr>
              <a:t>2</a:t>
            </a:r>
            <a:endParaRPr kumimoji="0" lang="en-US" altLang="zh-CN" sz="2800" b="1">
              <a:solidFill>
                <a:srgbClr val="3333CC"/>
              </a:solidFill>
            </a:endParaRPr>
          </a:p>
        </p:txBody>
      </p:sp>
      <p:sp>
        <p:nvSpPr>
          <p:cNvPr id="51205" name="Text Box 5"/>
          <p:cNvSpPr txBox="1">
            <a:spLocks noChangeArrowheads="1"/>
          </p:cNvSpPr>
          <p:nvPr/>
        </p:nvSpPr>
        <p:spPr bwMode="auto">
          <a:xfrm>
            <a:off x="5638800" y="2286000"/>
            <a:ext cx="2590800" cy="2227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6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800" b="1">
                <a:solidFill>
                  <a:srgbClr val="3333CC"/>
                </a:solidFill>
              </a:rPr>
              <a:t>if  E</a:t>
            </a:r>
            <a:r>
              <a:rPr kumimoji="0" lang="en-US" altLang="zh-CN" sz="2800" b="1" baseline="-25000">
                <a:solidFill>
                  <a:srgbClr val="3333CC"/>
                </a:solidFill>
              </a:rPr>
              <a:t>1</a:t>
            </a:r>
            <a:r>
              <a:rPr kumimoji="0" lang="en-US" altLang="zh-CN" sz="2800" b="1">
                <a:solidFill>
                  <a:srgbClr val="3333CC"/>
                </a:solidFill>
              </a:rPr>
              <a:t>  then</a:t>
            </a:r>
            <a:endParaRPr kumimoji="0" lang="en-US" altLang="zh-CN" sz="2800" b="1">
              <a:solidFill>
                <a:srgbClr val="3333CC"/>
              </a:solidFill>
            </a:endParaRPr>
          </a:p>
          <a:p>
            <a:pPr eaLnBrk="1" hangingPunct="1">
              <a:lnSpc>
                <a:spcPct val="6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800" b="1">
                <a:solidFill>
                  <a:srgbClr val="3333CC"/>
                </a:solidFill>
              </a:rPr>
              <a:t>     if  E</a:t>
            </a:r>
            <a:r>
              <a:rPr kumimoji="0" lang="en-US" altLang="zh-CN" sz="2800" b="1" baseline="-25000">
                <a:solidFill>
                  <a:srgbClr val="3333CC"/>
                </a:solidFill>
              </a:rPr>
              <a:t>2</a:t>
            </a:r>
            <a:r>
              <a:rPr kumimoji="0" lang="en-US" altLang="zh-CN" sz="2800" b="1">
                <a:solidFill>
                  <a:srgbClr val="3333CC"/>
                </a:solidFill>
              </a:rPr>
              <a:t>  then</a:t>
            </a:r>
            <a:endParaRPr kumimoji="0" lang="en-US" altLang="zh-CN" sz="2800" b="1">
              <a:solidFill>
                <a:srgbClr val="3333CC"/>
              </a:solidFill>
            </a:endParaRPr>
          </a:p>
          <a:p>
            <a:pPr eaLnBrk="1" hangingPunct="1">
              <a:lnSpc>
                <a:spcPct val="6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800" b="1">
                <a:solidFill>
                  <a:srgbClr val="3333CC"/>
                </a:solidFill>
              </a:rPr>
              <a:t>          S</a:t>
            </a:r>
            <a:r>
              <a:rPr kumimoji="0" lang="en-US" altLang="zh-CN" sz="2800" b="1" baseline="-25000">
                <a:solidFill>
                  <a:srgbClr val="3333CC"/>
                </a:solidFill>
              </a:rPr>
              <a:t>1</a:t>
            </a:r>
            <a:endParaRPr kumimoji="0" lang="en-US" altLang="zh-CN" sz="2800" b="1" baseline="-25000">
              <a:solidFill>
                <a:srgbClr val="3333CC"/>
              </a:solidFill>
            </a:endParaRPr>
          </a:p>
          <a:p>
            <a:pPr eaLnBrk="1" hangingPunct="1">
              <a:lnSpc>
                <a:spcPct val="6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800" b="1">
                <a:solidFill>
                  <a:srgbClr val="3333CC"/>
                </a:solidFill>
              </a:rPr>
              <a:t>else</a:t>
            </a:r>
            <a:endParaRPr kumimoji="0" lang="en-US" altLang="zh-CN" sz="2800" b="1">
              <a:solidFill>
                <a:srgbClr val="3333CC"/>
              </a:solidFill>
            </a:endParaRPr>
          </a:p>
          <a:p>
            <a:pPr eaLnBrk="1" hangingPunct="1">
              <a:lnSpc>
                <a:spcPct val="6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800" b="1">
                <a:solidFill>
                  <a:srgbClr val="3333CC"/>
                </a:solidFill>
              </a:rPr>
              <a:t>     S</a:t>
            </a:r>
            <a:r>
              <a:rPr kumimoji="0" lang="en-US" altLang="zh-CN" sz="2800" b="1" baseline="-25000">
                <a:solidFill>
                  <a:srgbClr val="3333CC"/>
                </a:solidFill>
              </a:rPr>
              <a:t>2</a:t>
            </a:r>
            <a:endParaRPr kumimoji="0" lang="en-US" altLang="zh-CN" sz="2800" b="1">
              <a:solidFill>
                <a:srgbClr val="3333CC"/>
              </a:solidFill>
            </a:endParaRPr>
          </a:p>
        </p:txBody>
      </p:sp>
      <p:sp>
        <p:nvSpPr>
          <p:cNvPr id="51206" name="Text Box 6"/>
          <p:cNvSpPr txBox="1">
            <a:spLocks noChangeArrowheads="1"/>
          </p:cNvSpPr>
          <p:nvPr/>
        </p:nvSpPr>
        <p:spPr bwMode="auto">
          <a:xfrm>
            <a:off x="4191000" y="2971800"/>
            <a:ext cx="609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b="1">
                <a:solidFill>
                  <a:srgbClr val="FF3300"/>
                </a:solidFill>
              </a:rPr>
              <a:t>vs.</a:t>
            </a:r>
            <a:endParaRPr kumimoji="0" lang="en-US" altLang="zh-CN" sz="2400" b="1">
              <a:solidFill>
                <a:srgbClr val="FF3300"/>
              </a:solidFill>
            </a:endParaRPr>
          </a:p>
        </p:txBody>
      </p:sp>
      <p:sp>
        <p:nvSpPr>
          <p:cNvPr id="51207" name="AutoShape 7"/>
          <p:cNvSpPr/>
          <p:nvPr/>
        </p:nvSpPr>
        <p:spPr bwMode="ltGray">
          <a:xfrm>
            <a:off x="1447800" y="2895600"/>
            <a:ext cx="304800" cy="990600"/>
          </a:xfrm>
          <a:prstGeom prst="leftBrace">
            <a:avLst>
              <a:gd name="adj1" fmla="val 27083"/>
              <a:gd name="adj2" fmla="val 50000"/>
            </a:avLst>
          </a:prstGeom>
          <a:noFill/>
          <a:ln w="25400">
            <a:solidFill>
              <a:srgbClr val="FF3300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>
              <a:latin typeface="Symbol" panose="05050102010706020507" pitchFamily="18" charset="2"/>
            </a:endParaRPr>
          </a:p>
        </p:txBody>
      </p:sp>
      <p:sp>
        <p:nvSpPr>
          <p:cNvPr id="51208" name="AutoShape 8"/>
          <p:cNvSpPr/>
          <p:nvPr/>
        </p:nvSpPr>
        <p:spPr bwMode="ltGray">
          <a:xfrm>
            <a:off x="5334000" y="2438400"/>
            <a:ext cx="304800" cy="1447800"/>
          </a:xfrm>
          <a:prstGeom prst="leftBrace">
            <a:avLst>
              <a:gd name="adj1" fmla="val 39583"/>
              <a:gd name="adj2" fmla="val 50000"/>
            </a:avLst>
          </a:prstGeom>
          <a:noFill/>
          <a:ln w="25400">
            <a:solidFill>
              <a:srgbClr val="FF3300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>
              <a:latin typeface="Symbol" panose="05050102010706020507" pitchFamily="18" charset="2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两个语法树</a:t>
            </a:r>
            <a:endParaRPr lang="zh-CN" altLang="en-US"/>
          </a:p>
        </p:txBody>
      </p:sp>
      <p:sp>
        <p:nvSpPr>
          <p:cNvPr id="52227" name="Text Box 47"/>
          <p:cNvSpPr txBox="1">
            <a:spLocks noChangeArrowheads="1"/>
          </p:cNvSpPr>
          <p:nvPr/>
        </p:nvSpPr>
        <p:spPr bwMode="auto">
          <a:xfrm>
            <a:off x="2743200" y="1831975"/>
            <a:ext cx="6858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i="1"/>
              <a:t>stmt</a:t>
            </a:r>
            <a:endParaRPr kumimoji="0" lang="en-US" altLang="zh-CN" sz="2000" i="1"/>
          </a:p>
        </p:txBody>
      </p:sp>
      <p:sp>
        <p:nvSpPr>
          <p:cNvPr id="52228" name="Text Box 48"/>
          <p:cNvSpPr txBox="1">
            <a:spLocks noChangeArrowheads="1"/>
          </p:cNvSpPr>
          <p:nvPr/>
        </p:nvSpPr>
        <p:spPr bwMode="auto">
          <a:xfrm>
            <a:off x="2438400" y="2593975"/>
            <a:ext cx="6858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i="1"/>
              <a:t>expr</a:t>
            </a:r>
            <a:endParaRPr kumimoji="0" lang="en-US" altLang="zh-CN" sz="2000" i="1"/>
          </a:p>
        </p:txBody>
      </p:sp>
      <p:grpSp>
        <p:nvGrpSpPr>
          <p:cNvPr id="52229" name="Group 49"/>
          <p:cNvGrpSpPr/>
          <p:nvPr/>
        </p:nvGrpSpPr>
        <p:grpSpPr bwMode="auto">
          <a:xfrm>
            <a:off x="2286000" y="2989263"/>
            <a:ext cx="838200" cy="712787"/>
            <a:chOff x="3504" y="3456"/>
            <a:chExt cx="528" cy="325"/>
          </a:xfrm>
        </p:grpSpPr>
        <p:sp>
          <p:nvSpPr>
            <p:cNvPr id="52265" name="Line 50"/>
            <p:cNvSpPr>
              <a:spLocks noChangeShapeType="1"/>
            </p:cNvSpPr>
            <p:nvPr/>
          </p:nvSpPr>
          <p:spPr bwMode="auto">
            <a:xfrm flipH="1">
              <a:off x="3504" y="3456"/>
              <a:ext cx="192" cy="19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2266" name="Line 51"/>
            <p:cNvSpPr>
              <a:spLocks noChangeShapeType="1"/>
            </p:cNvSpPr>
            <p:nvPr/>
          </p:nvSpPr>
          <p:spPr bwMode="auto">
            <a:xfrm>
              <a:off x="3840" y="3456"/>
              <a:ext cx="192" cy="19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2267" name="Line 52"/>
            <p:cNvSpPr>
              <a:spLocks noChangeShapeType="1"/>
            </p:cNvSpPr>
            <p:nvPr/>
          </p:nvSpPr>
          <p:spPr bwMode="auto">
            <a:xfrm>
              <a:off x="3504" y="3648"/>
              <a:ext cx="52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2268" name="Text Box 53"/>
            <p:cNvSpPr txBox="1">
              <a:spLocks noChangeArrowheads="1"/>
            </p:cNvSpPr>
            <p:nvPr/>
          </p:nvSpPr>
          <p:spPr bwMode="auto">
            <a:xfrm>
              <a:off x="3648" y="3600"/>
              <a:ext cx="288" cy="18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 type="none" w="sm" len="sm"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000" b="1"/>
                <a:t>E</a:t>
              </a:r>
              <a:r>
                <a:rPr kumimoji="0" lang="en-US" altLang="zh-CN" sz="2000" b="1" baseline="-25000"/>
                <a:t>1</a:t>
              </a:r>
              <a:endParaRPr kumimoji="0" lang="en-US" altLang="zh-CN" sz="2000" b="1"/>
            </a:p>
          </p:txBody>
        </p:sp>
      </p:grpSp>
      <p:sp>
        <p:nvSpPr>
          <p:cNvPr id="52230" name="Text Box 54"/>
          <p:cNvSpPr txBox="1">
            <a:spLocks noChangeArrowheads="1"/>
          </p:cNvSpPr>
          <p:nvPr/>
        </p:nvSpPr>
        <p:spPr bwMode="auto">
          <a:xfrm>
            <a:off x="3352800" y="2625725"/>
            <a:ext cx="6858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b="1"/>
              <a:t>then</a:t>
            </a:r>
            <a:endParaRPr kumimoji="0" lang="en-US" altLang="zh-CN" sz="2000" b="1"/>
          </a:p>
        </p:txBody>
      </p:sp>
      <p:sp>
        <p:nvSpPr>
          <p:cNvPr id="52231" name="Text Box 55"/>
          <p:cNvSpPr txBox="1">
            <a:spLocks noChangeArrowheads="1"/>
          </p:cNvSpPr>
          <p:nvPr/>
        </p:nvSpPr>
        <p:spPr bwMode="auto">
          <a:xfrm>
            <a:off x="1447800" y="2625725"/>
            <a:ext cx="6858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b="1"/>
              <a:t>if</a:t>
            </a:r>
            <a:endParaRPr kumimoji="0" lang="en-US" altLang="zh-CN" sz="2000" b="1"/>
          </a:p>
        </p:txBody>
      </p:sp>
      <p:sp>
        <p:nvSpPr>
          <p:cNvPr id="52232" name="Line 56"/>
          <p:cNvSpPr>
            <a:spLocks noChangeShapeType="1"/>
          </p:cNvSpPr>
          <p:nvPr/>
        </p:nvSpPr>
        <p:spPr bwMode="auto">
          <a:xfrm flipH="1">
            <a:off x="1981200" y="2147888"/>
            <a:ext cx="685800" cy="525462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2233" name="Line 57"/>
          <p:cNvSpPr>
            <a:spLocks noChangeShapeType="1"/>
          </p:cNvSpPr>
          <p:nvPr/>
        </p:nvSpPr>
        <p:spPr bwMode="auto">
          <a:xfrm flipH="1">
            <a:off x="2819400" y="2357438"/>
            <a:ext cx="152400" cy="211137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2234" name="Line 58"/>
          <p:cNvSpPr>
            <a:spLocks noChangeShapeType="1"/>
          </p:cNvSpPr>
          <p:nvPr/>
        </p:nvSpPr>
        <p:spPr bwMode="auto">
          <a:xfrm>
            <a:off x="3124200" y="2357438"/>
            <a:ext cx="304800" cy="315912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2235" name="Line 59"/>
          <p:cNvSpPr>
            <a:spLocks noChangeShapeType="1"/>
          </p:cNvSpPr>
          <p:nvPr/>
        </p:nvSpPr>
        <p:spPr bwMode="auto">
          <a:xfrm flipH="1" flipV="1">
            <a:off x="3276600" y="2252663"/>
            <a:ext cx="914400" cy="420687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2236" name="Text Box 61"/>
          <p:cNvSpPr txBox="1">
            <a:spLocks noChangeArrowheads="1"/>
          </p:cNvSpPr>
          <p:nvPr/>
        </p:nvSpPr>
        <p:spPr bwMode="auto">
          <a:xfrm>
            <a:off x="4267200" y="2595563"/>
            <a:ext cx="6858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i="1"/>
              <a:t>stmt</a:t>
            </a:r>
            <a:endParaRPr kumimoji="0" lang="en-US" altLang="zh-CN" sz="2000" i="1"/>
          </a:p>
        </p:txBody>
      </p:sp>
      <p:sp>
        <p:nvSpPr>
          <p:cNvPr id="52237" name="Text Box 62"/>
          <p:cNvSpPr txBox="1">
            <a:spLocks noChangeArrowheads="1"/>
          </p:cNvSpPr>
          <p:nvPr/>
        </p:nvSpPr>
        <p:spPr bwMode="auto">
          <a:xfrm>
            <a:off x="3962400" y="3508375"/>
            <a:ext cx="6858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i="1"/>
              <a:t>expr</a:t>
            </a:r>
            <a:endParaRPr kumimoji="0" lang="en-US" altLang="zh-CN" sz="2000" i="1"/>
          </a:p>
        </p:txBody>
      </p:sp>
      <p:grpSp>
        <p:nvGrpSpPr>
          <p:cNvPr id="52238" name="Group 63"/>
          <p:cNvGrpSpPr/>
          <p:nvPr/>
        </p:nvGrpSpPr>
        <p:grpSpPr bwMode="auto">
          <a:xfrm>
            <a:off x="3810000" y="3935413"/>
            <a:ext cx="838200" cy="712787"/>
            <a:chOff x="3504" y="3456"/>
            <a:chExt cx="528" cy="325"/>
          </a:xfrm>
        </p:grpSpPr>
        <p:sp>
          <p:nvSpPr>
            <p:cNvPr id="52261" name="Line 64"/>
            <p:cNvSpPr>
              <a:spLocks noChangeShapeType="1"/>
            </p:cNvSpPr>
            <p:nvPr/>
          </p:nvSpPr>
          <p:spPr bwMode="auto">
            <a:xfrm flipH="1">
              <a:off x="3504" y="3456"/>
              <a:ext cx="192" cy="19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2262" name="Line 65"/>
            <p:cNvSpPr>
              <a:spLocks noChangeShapeType="1"/>
            </p:cNvSpPr>
            <p:nvPr/>
          </p:nvSpPr>
          <p:spPr bwMode="auto">
            <a:xfrm>
              <a:off x="3840" y="3456"/>
              <a:ext cx="192" cy="19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2263" name="Line 66"/>
            <p:cNvSpPr>
              <a:spLocks noChangeShapeType="1"/>
            </p:cNvSpPr>
            <p:nvPr/>
          </p:nvSpPr>
          <p:spPr bwMode="auto">
            <a:xfrm>
              <a:off x="3504" y="3648"/>
              <a:ext cx="52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2264" name="Text Box 67"/>
            <p:cNvSpPr txBox="1">
              <a:spLocks noChangeArrowheads="1"/>
            </p:cNvSpPr>
            <p:nvPr/>
          </p:nvSpPr>
          <p:spPr bwMode="auto">
            <a:xfrm>
              <a:off x="3648" y="3600"/>
              <a:ext cx="288" cy="18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 type="none" w="sm" len="sm"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000" b="1"/>
                <a:t>E</a:t>
              </a:r>
              <a:r>
                <a:rPr kumimoji="0" lang="en-US" altLang="zh-CN" sz="2000" b="1" baseline="-25000"/>
                <a:t>2</a:t>
              </a:r>
              <a:endParaRPr kumimoji="0" lang="en-US" altLang="zh-CN" sz="2000" b="1"/>
            </a:p>
          </p:txBody>
        </p:sp>
      </p:grpSp>
      <p:grpSp>
        <p:nvGrpSpPr>
          <p:cNvPr id="52239" name="Group 68"/>
          <p:cNvGrpSpPr/>
          <p:nvPr/>
        </p:nvGrpSpPr>
        <p:grpSpPr bwMode="auto">
          <a:xfrm>
            <a:off x="6553200" y="3830638"/>
            <a:ext cx="838200" cy="714375"/>
            <a:chOff x="3504" y="3456"/>
            <a:chExt cx="528" cy="326"/>
          </a:xfrm>
        </p:grpSpPr>
        <p:sp>
          <p:nvSpPr>
            <p:cNvPr id="52257" name="Line 69"/>
            <p:cNvSpPr>
              <a:spLocks noChangeShapeType="1"/>
            </p:cNvSpPr>
            <p:nvPr/>
          </p:nvSpPr>
          <p:spPr bwMode="auto">
            <a:xfrm flipH="1">
              <a:off x="3504" y="3456"/>
              <a:ext cx="192" cy="19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2258" name="Line 70"/>
            <p:cNvSpPr>
              <a:spLocks noChangeShapeType="1"/>
            </p:cNvSpPr>
            <p:nvPr/>
          </p:nvSpPr>
          <p:spPr bwMode="auto">
            <a:xfrm>
              <a:off x="3840" y="3456"/>
              <a:ext cx="192" cy="19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2259" name="Line 71"/>
            <p:cNvSpPr>
              <a:spLocks noChangeShapeType="1"/>
            </p:cNvSpPr>
            <p:nvPr/>
          </p:nvSpPr>
          <p:spPr bwMode="auto">
            <a:xfrm>
              <a:off x="3504" y="3648"/>
              <a:ext cx="52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2260" name="Text Box 72"/>
            <p:cNvSpPr txBox="1">
              <a:spLocks noChangeArrowheads="1"/>
            </p:cNvSpPr>
            <p:nvPr/>
          </p:nvSpPr>
          <p:spPr bwMode="auto">
            <a:xfrm>
              <a:off x="3648" y="3601"/>
              <a:ext cx="288" cy="18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 type="none" w="sm" len="sm"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000" b="1"/>
                <a:t>S</a:t>
              </a:r>
              <a:r>
                <a:rPr kumimoji="0" lang="en-US" altLang="zh-CN" sz="2000" b="1" baseline="-25000"/>
                <a:t>2</a:t>
              </a:r>
              <a:endParaRPr kumimoji="0" lang="en-US" altLang="zh-CN" sz="2000" b="1"/>
            </a:p>
          </p:txBody>
        </p:sp>
      </p:grpSp>
      <p:grpSp>
        <p:nvGrpSpPr>
          <p:cNvPr id="52240" name="Group 73"/>
          <p:cNvGrpSpPr/>
          <p:nvPr/>
        </p:nvGrpSpPr>
        <p:grpSpPr bwMode="auto">
          <a:xfrm>
            <a:off x="5334000" y="3830638"/>
            <a:ext cx="838200" cy="714375"/>
            <a:chOff x="3504" y="3456"/>
            <a:chExt cx="528" cy="326"/>
          </a:xfrm>
        </p:grpSpPr>
        <p:sp>
          <p:nvSpPr>
            <p:cNvPr id="52253" name="Line 74"/>
            <p:cNvSpPr>
              <a:spLocks noChangeShapeType="1"/>
            </p:cNvSpPr>
            <p:nvPr/>
          </p:nvSpPr>
          <p:spPr bwMode="auto">
            <a:xfrm flipH="1">
              <a:off x="3504" y="3456"/>
              <a:ext cx="192" cy="19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2254" name="Line 75"/>
            <p:cNvSpPr>
              <a:spLocks noChangeShapeType="1"/>
            </p:cNvSpPr>
            <p:nvPr/>
          </p:nvSpPr>
          <p:spPr bwMode="auto">
            <a:xfrm>
              <a:off x="3840" y="3456"/>
              <a:ext cx="192" cy="19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2255" name="Line 76"/>
            <p:cNvSpPr>
              <a:spLocks noChangeShapeType="1"/>
            </p:cNvSpPr>
            <p:nvPr/>
          </p:nvSpPr>
          <p:spPr bwMode="auto">
            <a:xfrm>
              <a:off x="3504" y="3648"/>
              <a:ext cx="52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2256" name="Text Box 77"/>
            <p:cNvSpPr txBox="1">
              <a:spLocks noChangeArrowheads="1"/>
            </p:cNvSpPr>
            <p:nvPr/>
          </p:nvSpPr>
          <p:spPr bwMode="auto">
            <a:xfrm>
              <a:off x="3648" y="3601"/>
              <a:ext cx="288" cy="18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 type="none" w="sm" len="sm"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000" b="1"/>
                <a:t>S</a:t>
              </a:r>
              <a:r>
                <a:rPr kumimoji="0" lang="en-US" altLang="zh-CN" sz="2000" b="1" baseline="-25000"/>
                <a:t>1</a:t>
              </a:r>
              <a:endParaRPr kumimoji="0" lang="en-US" altLang="zh-CN" sz="2000" b="1"/>
            </a:p>
          </p:txBody>
        </p:sp>
      </p:grpSp>
      <p:sp>
        <p:nvSpPr>
          <p:cNvPr id="52241" name="Text Box 78"/>
          <p:cNvSpPr txBox="1">
            <a:spLocks noChangeArrowheads="1"/>
          </p:cNvSpPr>
          <p:nvPr/>
        </p:nvSpPr>
        <p:spPr bwMode="auto">
          <a:xfrm>
            <a:off x="4724400" y="3536950"/>
            <a:ext cx="6858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b="1"/>
              <a:t>then</a:t>
            </a:r>
            <a:endParaRPr kumimoji="0" lang="en-US" altLang="zh-CN" sz="2000" b="1"/>
          </a:p>
        </p:txBody>
      </p:sp>
      <p:sp>
        <p:nvSpPr>
          <p:cNvPr id="52242" name="Text Box 79"/>
          <p:cNvSpPr txBox="1">
            <a:spLocks noChangeArrowheads="1"/>
          </p:cNvSpPr>
          <p:nvPr/>
        </p:nvSpPr>
        <p:spPr bwMode="auto">
          <a:xfrm>
            <a:off x="6096000" y="3536950"/>
            <a:ext cx="6858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b="1"/>
              <a:t>else</a:t>
            </a:r>
            <a:endParaRPr kumimoji="0" lang="en-US" altLang="zh-CN" sz="2000" b="1"/>
          </a:p>
        </p:txBody>
      </p:sp>
      <p:sp>
        <p:nvSpPr>
          <p:cNvPr id="52243" name="Text Box 80"/>
          <p:cNvSpPr txBox="1">
            <a:spLocks noChangeArrowheads="1"/>
          </p:cNvSpPr>
          <p:nvPr/>
        </p:nvSpPr>
        <p:spPr bwMode="auto">
          <a:xfrm>
            <a:off x="3200400" y="3538538"/>
            <a:ext cx="6858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b="1"/>
              <a:t>if</a:t>
            </a:r>
            <a:endParaRPr kumimoji="0" lang="en-US" altLang="zh-CN" sz="2000" b="1"/>
          </a:p>
        </p:txBody>
      </p:sp>
      <p:sp>
        <p:nvSpPr>
          <p:cNvPr id="52244" name="Text Box 81"/>
          <p:cNvSpPr txBox="1">
            <a:spLocks noChangeArrowheads="1"/>
          </p:cNvSpPr>
          <p:nvPr/>
        </p:nvSpPr>
        <p:spPr bwMode="auto">
          <a:xfrm>
            <a:off x="5486400" y="3509963"/>
            <a:ext cx="6858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i="1"/>
              <a:t>stmt</a:t>
            </a:r>
            <a:endParaRPr kumimoji="0" lang="en-US" altLang="zh-CN" sz="2000" i="1"/>
          </a:p>
        </p:txBody>
      </p:sp>
      <p:sp>
        <p:nvSpPr>
          <p:cNvPr id="52245" name="Text Box 82"/>
          <p:cNvSpPr txBox="1">
            <a:spLocks noChangeArrowheads="1"/>
          </p:cNvSpPr>
          <p:nvPr/>
        </p:nvSpPr>
        <p:spPr bwMode="auto">
          <a:xfrm>
            <a:off x="6705600" y="3509963"/>
            <a:ext cx="6858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i="1"/>
              <a:t>stmt</a:t>
            </a:r>
            <a:endParaRPr kumimoji="0" lang="en-US" altLang="zh-CN" sz="2000" i="1"/>
          </a:p>
        </p:txBody>
      </p:sp>
      <p:sp>
        <p:nvSpPr>
          <p:cNvPr id="52246" name="Line 83"/>
          <p:cNvSpPr>
            <a:spLocks noChangeShapeType="1"/>
          </p:cNvSpPr>
          <p:nvPr/>
        </p:nvSpPr>
        <p:spPr bwMode="auto">
          <a:xfrm flipH="1" flipV="1">
            <a:off x="4572000" y="3198813"/>
            <a:ext cx="228600" cy="315912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2247" name="Line 84"/>
          <p:cNvSpPr>
            <a:spLocks noChangeShapeType="1"/>
          </p:cNvSpPr>
          <p:nvPr/>
        </p:nvSpPr>
        <p:spPr bwMode="auto">
          <a:xfrm flipH="1" flipV="1">
            <a:off x="4724400" y="3094038"/>
            <a:ext cx="1371600" cy="420687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2248" name="Line 85"/>
          <p:cNvSpPr>
            <a:spLocks noChangeShapeType="1"/>
          </p:cNvSpPr>
          <p:nvPr/>
        </p:nvSpPr>
        <p:spPr bwMode="auto">
          <a:xfrm flipH="1">
            <a:off x="3657600" y="3094038"/>
            <a:ext cx="685800" cy="525462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2249" name="Line 86"/>
          <p:cNvSpPr>
            <a:spLocks noChangeShapeType="1"/>
          </p:cNvSpPr>
          <p:nvPr/>
        </p:nvSpPr>
        <p:spPr bwMode="auto">
          <a:xfrm flipH="1">
            <a:off x="4267200" y="3198813"/>
            <a:ext cx="228600" cy="420687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2250" name="Line 87"/>
          <p:cNvSpPr>
            <a:spLocks noChangeShapeType="1"/>
          </p:cNvSpPr>
          <p:nvPr/>
        </p:nvSpPr>
        <p:spPr bwMode="auto">
          <a:xfrm flipH="1" flipV="1">
            <a:off x="4800600" y="2884488"/>
            <a:ext cx="1828800" cy="630237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2251" name="Line 88"/>
          <p:cNvSpPr>
            <a:spLocks noChangeShapeType="1"/>
          </p:cNvSpPr>
          <p:nvPr/>
        </p:nvSpPr>
        <p:spPr bwMode="auto">
          <a:xfrm flipH="1" flipV="1">
            <a:off x="4648200" y="3198813"/>
            <a:ext cx="838200" cy="420687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2252" name="Rectangle 89"/>
          <p:cNvSpPr>
            <a:spLocks noGrp="1" noChangeArrowheads="1"/>
          </p:cNvSpPr>
          <p:nvPr>
            <p:ph type="body" idx="1"/>
          </p:nvPr>
        </p:nvSpPr>
        <p:spPr>
          <a:xfrm>
            <a:off x="1182688" y="1371600"/>
            <a:ext cx="7772400" cy="762000"/>
          </a:xfrm>
          <a:noFill/>
        </p:spPr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 b="1"/>
              <a:t>if</a:t>
            </a:r>
            <a:r>
              <a:rPr lang="en-US" altLang="zh-CN" sz="2400"/>
              <a:t> E</a:t>
            </a:r>
            <a:r>
              <a:rPr lang="en-US" altLang="zh-CN" sz="2400" baseline="-25000"/>
              <a:t>1</a:t>
            </a:r>
            <a:r>
              <a:rPr lang="en-US" altLang="zh-CN" sz="2400"/>
              <a:t> </a:t>
            </a:r>
            <a:r>
              <a:rPr lang="en-US" altLang="zh-CN" sz="2400" b="1"/>
              <a:t>then</a:t>
            </a:r>
            <a:r>
              <a:rPr lang="en-US" altLang="zh-CN" sz="2400"/>
              <a:t> </a:t>
            </a:r>
            <a:r>
              <a:rPr lang="en-US" altLang="zh-CN" sz="2400" b="1"/>
              <a:t>if</a:t>
            </a:r>
            <a:r>
              <a:rPr lang="en-US" altLang="zh-CN" sz="2400"/>
              <a:t> E</a:t>
            </a:r>
            <a:r>
              <a:rPr lang="en-US" altLang="zh-CN" sz="2400" baseline="-25000"/>
              <a:t>2</a:t>
            </a:r>
            <a:r>
              <a:rPr lang="en-US" altLang="zh-CN" sz="2400"/>
              <a:t> </a:t>
            </a:r>
            <a:r>
              <a:rPr lang="en-US" altLang="zh-CN" sz="2400" b="1"/>
              <a:t>then</a:t>
            </a:r>
            <a:r>
              <a:rPr lang="en-US" altLang="zh-CN" sz="2400"/>
              <a:t> S</a:t>
            </a:r>
            <a:r>
              <a:rPr lang="en-US" altLang="zh-CN" sz="2400" baseline="-25000"/>
              <a:t>1</a:t>
            </a:r>
            <a:r>
              <a:rPr lang="en-US" altLang="zh-CN" sz="2400"/>
              <a:t> </a:t>
            </a:r>
            <a:r>
              <a:rPr lang="en-US" altLang="zh-CN" sz="2400" b="1"/>
              <a:t>else</a:t>
            </a:r>
            <a:r>
              <a:rPr lang="en-US" altLang="zh-CN" sz="2400"/>
              <a:t> S</a:t>
            </a:r>
            <a:r>
              <a:rPr lang="en-US" altLang="zh-CN" sz="2400" baseline="-25000"/>
              <a:t>2</a:t>
            </a:r>
            <a:endParaRPr lang="en-US" altLang="zh-CN" sz="2400" baseline="-2500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两个语法树（续）</a:t>
            </a:r>
            <a:endParaRPr lang="zh-CN" altLang="en-US"/>
          </a:p>
        </p:txBody>
      </p:sp>
      <p:sp>
        <p:nvSpPr>
          <p:cNvPr id="53251" name="Text Box 3"/>
          <p:cNvSpPr txBox="1">
            <a:spLocks noChangeArrowheads="1"/>
          </p:cNvSpPr>
          <p:nvPr/>
        </p:nvSpPr>
        <p:spPr bwMode="auto">
          <a:xfrm>
            <a:off x="6172200" y="2641600"/>
            <a:ext cx="6858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i="1"/>
              <a:t>stmt</a:t>
            </a:r>
            <a:endParaRPr kumimoji="0" lang="en-US" altLang="zh-CN" sz="2000" i="1"/>
          </a:p>
        </p:txBody>
      </p:sp>
      <p:sp>
        <p:nvSpPr>
          <p:cNvPr id="53252" name="Text Box 4"/>
          <p:cNvSpPr txBox="1">
            <a:spLocks noChangeArrowheads="1"/>
          </p:cNvSpPr>
          <p:nvPr/>
        </p:nvSpPr>
        <p:spPr bwMode="auto">
          <a:xfrm>
            <a:off x="2590800" y="1905000"/>
            <a:ext cx="6858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i="1"/>
              <a:t>stmt</a:t>
            </a:r>
            <a:endParaRPr kumimoji="0" lang="en-US" altLang="zh-CN" sz="2000" i="1"/>
          </a:p>
        </p:txBody>
      </p:sp>
      <p:sp>
        <p:nvSpPr>
          <p:cNvPr id="53253" name="Text Box 5"/>
          <p:cNvSpPr txBox="1">
            <a:spLocks noChangeArrowheads="1"/>
          </p:cNvSpPr>
          <p:nvPr/>
        </p:nvSpPr>
        <p:spPr bwMode="auto">
          <a:xfrm>
            <a:off x="4038600" y="2641600"/>
            <a:ext cx="6858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i="1"/>
              <a:t>stmt</a:t>
            </a:r>
            <a:endParaRPr kumimoji="0" lang="en-US" altLang="zh-CN" sz="2000" i="1"/>
          </a:p>
        </p:txBody>
      </p:sp>
      <p:sp>
        <p:nvSpPr>
          <p:cNvPr id="53254" name="Text Box 6"/>
          <p:cNvSpPr txBox="1">
            <a:spLocks noChangeArrowheads="1"/>
          </p:cNvSpPr>
          <p:nvPr/>
        </p:nvSpPr>
        <p:spPr bwMode="auto">
          <a:xfrm>
            <a:off x="2286000" y="2640013"/>
            <a:ext cx="6858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i="1"/>
              <a:t>expr</a:t>
            </a:r>
            <a:endParaRPr kumimoji="0" lang="en-US" altLang="zh-CN" sz="2000" i="1"/>
          </a:p>
        </p:txBody>
      </p:sp>
      <p:grpSp>
        <p:nvGrpSpPr>
          <p:cNvPr id="53255" name="Group 7"/>
          <p:cNvGrpSpPr/>
          <p:nvPr/>
        </p:nvGrpSpPr>
        <p:grpSpPr bwMode="auto">
          <a:xfrm>
            <a:off x="2133600" y="3062288"/>
            <a:ext cx="838200" cy="712787"/>
            <a:chOff x="3504" y="3456"/>
            <a:chExt cx="528" cy="325"/>
          </a:xfrm>
        </p:grpSpPr>
        <p:sp>
          <p:nvSpPr>
            <p:cNvPr id="53289" name="Line 8"/>
            <p:cNvSpPr>
              <a:spLocks noChangeShapeType="1"/>
            </p:cNvSpPr>
            <p:nvPr/>
          </p:nvSpPr>
          <p:spPr bwMode="auto">
            <a:xfrm flipH="1">
              <a:off x="3504" y="3456"/>
              <a:ext cx="192" cy="19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3290" name="Line 9"/>
            <p:cNvSpPr>
              <a:spLocks noChangeShapeType="1"/>
            </p:cNvSpPr>
            <p:nvPr/>
          </p:nvSpPr>
          <p:spPr bwMode="auto">
            <a:xfrm>
              <a:off x="3840" y="3456"/>
              <a:ext cx="192" cy="19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3291" name="Line 10"/>
            <p:cNvSpPr>
              <a:spLocks noChangeShapeType="1"/>
            </p:cNvSpPr>
            <p:nvPr/>
          </p:nvSpPr>
          <p:spPr bwMode="auto">
            <a:xfrm>
              <a:off x="3504" y="3648"/>
              <a:ext cx="52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3292" name="Text Box 11"/>
            <p:cNvSpPr txBox="1">
              <a:spLocks noChangeArrowheads="1"/>
            </p:cNvSpPr>
            <p:nvPr/>
          </p:nvSpPr>
          <p:spPr bwMode="auto">
            <a:xfrm>
              <a:off x="3648" y="3600"/>
              <a:ext cx="288" cy="18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 type="none" w="sm" len="sm"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000" b="1"/>
                <a:t>E</a:t>
              </a:r>
              <a:r>
                <a:rPr kumimoji="0" lang="en-US" altLang="zh-CN" sz="2000" b="1" baseline="-25000"/>
                <a:t>1</a:t>
              </a:r>
              <a:endParaRPr kumimoji="0" lang="en-US" altLang="zh-CN" sz="2000" b="1"/>
            </a:p>
          </p:txBody>
        </p:sp>
      </p:grpSp>
      <p:grpSp>
        <p:nvGrpSpPr>
          <p:cNvPr id="53256" name="Group 12"/>
          <p:cNvGrpSpPr/>
          <p:nvPr/>
        </p:nvGrpSpPr>
        <p:grpSpPr bwMode="auto">
          <a:xfrm>
            <a:off x="6019800" y="3062288"/>
            <a:ext cx="838200" cy="712787"/>
            <a:chOff x="3504" y="3456"/>
            <a:chExt cx="528" cy="325"/>
          </a:xfrm>
        </p:grpSpPr>
        <p:sp>
          <p:nvSpPr>
            <p:cNvPr id="53285" name="Line 13"/>
            <p:cNvSpPr>
              <a:spLocks noChangeShapeType="1"/>
            </p:cNvSpPr>
            <p:nvPr/>
          </p:nvSpPr>
          <p:spPr bwMode="auto">
            <a:xfrm flipH="1">
              <a:off x="3504" y="3456"/>
              <a:ext cx="192" cy="19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3286" name="Line 14"/>
            <p:cNvSpPr>
              <a:spLocks noChangeShapeType="1"/>
            </p:cNvSpPr>
            <p:nvPr/>
          </p:nvSpPr>
          <p:spPr bwMode="auto">
            <a:xfrm>
              <a:off x="3840" y="3456"/>
              <a:ext cx="192" cy="19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3287" name="Line 15"/>
            <p:cNvSpPr>
              <a:spLocks noChangeShapeType="1"/>
            </p:cNvSpPr>
            <p:nvPr/>
          </p:nvSpPr>
          <p:spPr bwMode="auto">
            <a:xfrm>
              <a:off x="3504" y="3648"/>
              <a:ext cx="52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3288" name="Text Box 16"/>
            <p:cNvSpPr txBox="1">
              <a:spLocks noChangeArrowheads="1"/>
            </p:cNvSpPr>
            <p:nvPr/>
          </p:nvSpPr>
          <p:spPr bwMode="auto">
            <a:xfrm>
              <a:off x="3648" y="3600"/>
              <a:ext cx="288" cy="18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 type="none" w="sm" len="sm"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000" b="1"/>
                <a:t>S</a:t>
              </a:r>
              <a:r>
                <a:rPr kumimoji="0" lang="en-US" altLang="zh-CN" sz="2000" b="1" baseline="-25000"/>
                <a:t>2</a:t>
              </a:r>
              <a:endParaRPr kumimoji="0" lang="en-US" altLang="zh-CN" sz="2000" b="1"/>
            </a:p>
          </p:txBody>
        </p:sp>
      </p:grpSp>
      <p:sp>
        <p:nvSpPr>
          <p:cNvPr id="53257" name="Text Box 17"/>
          <p:cNvSpPr txBox="1">
            <a:spLocks noChangeArrowheads="1"/>
          </p:cNvSpPr>
          <p:nvPr/>
        </p:nvSpPr>
        <p:spPr bwMode="auto">
          <a:xfrm>
            <a:off x="3200400" y="2670175"/>
            <a:ext cx="6858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b="1"/>
              <a:t>then</a:t>
            </a:r>
            <a:endParaRPr kumimoji="0" lang="en-US" altLang="zh-CN" sz="2000" b="1"/>
          </a:p>
        </p:txBody>
      </p:sp>
      <p:sp>
        <p:nvSpPr>
          <p:cNvPr id="53258" name="Text Box 18"/>
          <p:cNvSpPr txBox="1">
            <a:spLocks noChangeArrowheads="1"/>
          </p:cNvSpPr>
          <p:nvPr/>
        </p:nvSpPr>
        <p:spPr bwMode="auto">
          <a:xfrm>
            <a:off x="5105400" y="2670175"/>
            <a:ext cx="6858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b="1"/>
              <a:t>else</a:t>
            </a:r>
            <a:endParaRPr kumimoji="0" lang="en-US" altLang="zh-CN" sz="2000" b="1"/>
          </a:p>
        </p:txBody>
      </p:sp>
      <p:sp>
        <p:nvSpPr>
          <p:cNvPr id="53259" name="Text Box 19"/>
          <p:cNvSpPr txBox="1">
            <a:spLocks noChangeArrowheads="1"/>
          </p:cNvSpPr>
          <p:nvPr/>
        </p:nvSpPr>
        <p:spPr bwMode="auto">
          <a:xfrm>
            <a:off x="1295400" y="2670175"/>
            <a:ext cx="6858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b="1"/>
              <a:t>if</a:t>
            </a:r>
            <a:endParaRPr kumimoji="0" lang="en-US" altLang="zh-CN" sz="2000" b="1"/>
          </a:p>
        </p:txBody>
      </p:sp>
      <p:sp>
        <p:nvSpPr>
          <p:cNvPr id="53260" name="Line 20"/>
          <p:cNvSpPr>
            <a:spLocks noChangeShapeType="1"/>
          </p:cNvSpPr>
          <p:nvPr/>
        </p:nvSpPr>
        <p:spPr bwMode="auto">
          <a:xfrm flipH="1">
            <a:off x="1828800" y="2220913"/>
            <a:ext cx="685800" cy="525462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3261" name="Line 21"/>
          <p:cNvSpPr>
            <a:spLocks noChangeShapeType="1"/>
          </p:cNvSpPr>
          <p:nvPr/>
        </p:nvSpPr>
        <p:spPr bwMode="auto">
          <a:xfrm flipH="1">
            <a:off x="2667000" y="2430463"/>
            <a:ext cx="152400" cy="211137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3262" name="Line 22"/>
          <p:cNvSpPr>
            <a:spLocks noChangeShapeType="1"/>
          </p:cNvSpPr>
          <p:nvPr/>
        </p:nvSpPr>
        <p:spPr bwMode="auto">
          <a:xfrm flipH="1" flipV="1">
            <a:off x="3200400" y="2116138"/>
            <a:ext cx="2971800" cy="630237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3263" name="Line 23"/>
          <p:cNvSpPr>
            <a:spLocks noChangeShapeType="1"/>
          </p:cNvSpPr>
          <p:nvPr/>
        </p:nvSpPr>
        <p:spPr bwMode="auto">
          <a:xfrm>
            <a:off x="2971800" y="2430463"/>
            <a:ext cx="304800" cy="315912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3264" name="Line 24"/>
          <p:cNvSpPr>
            <a:spLocks noChangeShapeType="1"/>
          </p:cNvSpPr>
          <p:nvPr/>
        </p:nvSpPr>
        <p:spPr bwMode="auto">
          <a:xfrm flipH="1" flipV="1">
            <a:off x="3124200" y="2325688"/>
            <a:ext cx="914400" cy="420687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3265" name="Line 25"/>
          <p:cNvSpPr>
            <a:spLocks noChangeShapeType="1"/>
          </p:cNvSpPr>
          <p:nvPr/>
        </p:nvSpPr>
        <p:spPr bwMode="auto">
          <a:xfrm flipH="1" flipV="1">
            <a:off x="3200400" y="2220913"/>
            <a:ext cx="1905000" cy="525462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3266" name="Text Box 26"/>
          <p:cNvSpPr txBox="1">
            <a:spLocks noChangeArrowheads="1"/>
          </p:cNvSpPr>
          <p:nvPr/>
        </p:nvSpPr>
        <p:spPr bwMode="auto">
          <a:xfrm>
            <a:off x="3657600" y="3506788"/>
            <a:ext cx="6858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i="1"/>
              <a:t>expr</a:t>
            </a:r>
            <a:endParaRPr kumimoji="0" lang="en-US" altLang="zh-CN" sz="2000" i="1"/>
          </a:p>
        </p:txBody>
      </p:sp>
      <p:grpSp>
        <p:nvGrpSpPr>
          <p:cNvPr id="53267" name="Group 27"/>
          <p:cNvGrpSpPr/>
          <p:nvPr/>
        </p:nvGrpSpPr>
        <p:grpSpPr bwMode="auto">
          <a:xfrm>
            <a:off x="3505200" y="3903663"/>
            <a:ext cx="838200" cy="712787"/>
            <a:chOff x="3504" y="3456"/>
            <a:chExt cx="528" cy="325"/>
          </a:xfrm>
        </p:grpSpPr>
        <p:sp>
          <p:nvSpPr>
            <p:cNvPr id="53281" name="Line 28"/>
            <p:cNvSpPr>
              <a:spLocks noChangeShapeType="1"/>
            </p:cNvSpPr>
            <p:nvPr/>
          </p:nvSpPr>
          <p:spPr bwMode="auto">
            <a:xfrm flipH="1">
              <a:off x="3504" y="3456"/>
              <a:ext cx="192" cy="19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3282" name="Line 29"/>
            <p:cNvSpPr>
              <a:spLocks noChangeShapeType="1"/>
            </p:cNvSpPr>
            <p:nvPr/>
          </p:nvSpPr>
          <p:spPr bwMode="auto">
            <a:xfrm>
              <a:off x="3840" y="3456"/>
              <a:ext cx="192" cy="19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3283" name="Line 30"/>
            <p:cNvSpPr>
              <a:spLocks noChangeShapeType="1"/>
            </p:cNvSpPr>
            <p:nvPr/>
          </p:nvSpPr>
          <p:spPr bwMode="auto">
            <a:xfrm>
              <a:off x="3504" y="3648"/>
              <a:ext cx="52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3284" name="Text Box 31"/>
            <p:cNvSpPr txBox="1">
              <a:spLocks noChangeArrowheads="1"/>
            </p:cNvSpPr>
            <p:nvPr/>
          </p:nvSpPr>
          <p:spPr bwMode="auto">
            <a:xfrm>
              <a:off x="3648" y="3600"/>
              <a:ext cx="288" cy="18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 type="none" w="sm" len="sm"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000" b="1"/>
                <a:t>E</a:t>
              </a:r>
              <a:r>
                <a:rPr kumimoji="0" lang="en-US" altLang="zh-CN" sz="2000" b="1" baseline="-25000"/>
                <a:t>2</a:t>
              </a:r>
              <a:endParaRPr kumimoji="0" lang="en-US" altLang="zh-CN" sz="2000" b="1"/>
            </a:p>
          </p:txBody>
        </p:sp>
      </p:grpSp>
      <p:grpSp>
        <p:nvGrpSpPr>
          <p:cNvPr id="53268" name="Group 32"/>
          <p:cNvGrpSpPr/>
          <p:nvPr/>
        </p:nvGrpSpPr>
        <p:grpSpPr bwMode="auto">
          <a:xfrm>
            <a:off x="5029200" y="3798888"/>
            <a:ext cx="838200" cy="712787"/>
            <a:chOff x="3504" y="3456"/>
            <a:chExt cx="528" cy="325"/>
          </a:xfrm>
        </p:grpSpPr>
        <p:sp>
          <p:nvSpPr>
            <p:cNvPr id="53277" name="Line 33"/>
            <p:cNvSpPr>
              <a:spLocks noChangeShapeType="1"/>
            </p:cNvSpPr>
            <p:nvPr/>
          </p:nvSpPr>
          <p:spPr bwMode="auto">
            <a:xfrm flipH="1">
              <a:off x="3504" y="3456"/>
              <a:ext cx="192" cy="19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3278" name="Line 34"/>
            <p:cNvSpPr>
              <a:spLocks noChangeShapeType="1"/>
            </p:cNvSpPr>
            <p:nvPr/>
          </p:nvSpPr>
          <p:spPr bwMode="auto">
            <a:xfrm>
              <a:off x="3840" y="3456"/>
              <a:ext cx="192" cy="19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3279" name="Line 35"/>
            <p:cNvSpPr>
              <a:spLocks noChangeShapeType="1"/>
            </p:cNvSpPr>
            <p:nvPr/>
          </p:nvSpPr>
          <p:spPr bwMode="auto">
            <a:xfrm>
              <a:off x="3504" y="3648"/>
              <a:ext cx="52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3280" name="Text Box 36"/>
            <p:cNvSpPr txBox="1">
              <a:spLocks noChangeArrowheads="1"/>
            </p:cNvSpPr>
            <p:nvPr/>
          </p:nvSpPr>
          <p:spPr bwMode="auto">
            <a:xfrm>
              <a:off x="3648" y="3600"/>
              <a:ext cx="288" cy="18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 type="none" w="sm" len="sm"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000" b="1"/>
                <a:t>S</a:t>
              </a:r>
              <a:r>
                <a:rPr kumimoji="0" lang="en-US" altLang="zh-CN" sz="2000" b="1" baseline="-25000"/>
                <a:t>1</a:t>
              </a:r>
              <a:endParaRPr kumimoji="0" lang="en-US" altLang="zh-CN" sz="2000" b="1"/>
            </a:p>
          </p:txBody>
        </p:sp>
      </p:grpSp>
      <p:sp>
        <p:nvSpPr>
          <p:cNvPr id="53269" name="Text Box 37"/>
          <p:cNvSpPr txBox="1">
            <a:spLocks noChangeArrowheads="1"/>
          </p:cNvSpPr>
          <p:nvPr/>
        </p:nvSpPr>
        <p:spPr bwMode="auto">
          <a:xfrm>
            <a:off x="4419600" y="3535363"/>
            <a:ext cx="6858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b="1"/>
              <a:t>then</a:t>
            </a:r>
            <a:endParaRPr kumimoji="0" lang="en-US" altLang="zh-CN" sz="2000" b="1"/>
          </a:p>
        </p:txBody>
      </p:sp>
      <p:sp>
        <p:nvSpPr>
          <p:cNvPr id="53270" name="Text Box 38"/>
          <p:cNvSpPr txBox="1">
            <a:spLocks noChangeArrowheads="1"/>
          </p:cNvSpPr>
          <p:nvPr/>
        </p:nvSpPr>
        <p:spPr bwMode="auto">
          <a:xfrm>
            <a:off x="2895600" y="3536950"/>
            <a:ext cx="6858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b="1"/>
              <a:t>if</a:t>
            </a:r>
            <a:endParaRPr kumimoji="0" lang="en-US" altLang="zh-CN" sz="2000" b="1"/>
          </a:p>
        </p:txBody>
      </p:sp>
      <p:sp>
        <p:nvSpPr>
          <p:cNvPr id="53271" name="Text Box 39"/>
          <p:cNvSpPr txBox="1">
            <a:spLocks noChangeArrowheads="1"/>
          </p:cNvSpPr>
          <p:nvPr/>
        </p:nvSpPr>
        <p:spPr bwMode="auto">
          <a:xfrm>
            <a:off x="5181600" y="3505200"/>
            <a:ext cx="6858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i="1"/>
              <a:t>stmt</a:t>
            </a:r>
            <a:endParaRPr kumimoji="0" lang="en-US" altLang="zh-CN" sz="2000" i="1"/>
          </a:p>
        </p:txBody>
      </p:sp>
      <p:sp>
        <p:nvSpPr>
          <p:cNvPr id="53272" name="Line 40"/>
          <p:cNvSpPr>
            <a:spLocks noChangeShapeType="1"/>
          </p:cNvSpPr>
          <p:nvPr/>
        </p:nvSpPr>
        <p:spPr bwMode="auto">
          <a:xfrm flipH="1" flipV="1">
            <a:off x="4343400" y="3167063"/>
            <a:ext cx="152400" cy="315912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3273" name="Line 41"/>
          <p:cNvSpPr>
            <a:spLocks noChangeShapeType="1"/>
          </p:cNvSpPr>
          <p:nvPr/>
        </p:nvSpPr>
        <p:spPr bwMode="auto">
          <a:xfrm flipH="1">
            <a:off x="3352800" y="3062288"/>
            <a:ext cx="685800" cy="525462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3274" name="Line 42"/>
          <p:cNvSpPr>
            <a:spLocks noChangeShapeType="1"/>
          </p:cNvSpPr>
          <p:nvPr/>
        </p:nvSpPr>
        <p:spPr bwMode="auto">
          <a:xfrm flipH="1">
            <a:off x="3962400" y="3167063"/>
            <a:ext cx="228600" cy="420687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3275" name="Line 43"/>
          <p:cNvSpPr>
            <a:spLocks noChangeShapeType="1"/>
          </p:cNvSpPr>
          <p:nvPr/>
        </p:nvSpPr>
        <p:spPr bwMode="auto">
          <a:xfrm flipH="1" flipV="1">
            <a:off x="4495800" y="3062288"/>
            <a:ext cx="685800" cy="525462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3276" name="Rectangle 85"/>
          <p:cNvSpPr>
            <a:spLocks noGrp="1" noChangeArrowheads="1"/>
          </p:cNvSpPr>
          <p:nvPr>
            <p:ph type="body" idx="1"/>
          </p:nvPr>
        </p:nvSpPr>
        <p:spPr>
          <a:xfrm>
            <a:off x="1182688" y="1371600"/>
            <a:ext cx="7772400" cy="762000"/>
          </a:xfrm>
          <a:noFill/>
        </p:spPr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 b="1"/>
              <a:t>if</a:t>
            </a:r>
            <a:r>
              <a:rPr lang="en-US" altLang="zh-CN" sz="2400"/>
              <a:t> E</a:t>
            </a:r>
            <a:r>
              <a:rPr lang="en-US" altLang="zh-CN" sz="2400" baseline="-25000"/>
              <a:t>1</a:t>
            </a:r>
            <a:r>
              <a:rPr lang="en-US" altLang="zh-CN" sz="2400"/>
              <a:t> </a:t>
            </a:r>
            <a:r>
              <a:rPr lang="en-US" altLang="zh-CN" sz="2400" b="1"/>
              <a:t>then</a:t>
            </a:r>
            <a:r>
              <a:rPr lang="en-US" altLang="zh-CN" sz="2400"/>
              <a:t> </a:t>
            </a:r>
            <a:r>
              <a:rPr lang="en-US" altLang="zh-CN" sz="2400" b="1"/>
              <a:t>if</a:t>
            </a:r>
            <a:r>
              <a:rPr lang="en-US" altLang="zh-CN" sz="2400"/>
              <a:t> E</a:t>
            </a:r>
            <a:r>
              <a:rPr lang="en-US" altLang="zh-CN" sz="2400" baseline="-25000"/>
              <a:t>2</a:t>
            </a:r>
            <a:r>
              <a:rPr lang="en-US" altLang="zh-CN" sz="2400"/>
              <a:t> </a:t>
            </a:r>
            <a:r>
              <a:rPr lang="en-US" altLang="zh-CN" sz="2400" b="1"/>
              <a:t>then</a:t>
            </a:r>
            <a:r>
              <a:rPr lang="en-US" altLang="zh-CN" sz="2400"/>
              <a:t> S</a:t>
            </a:r>
            <a:r>
              <a:rPr lang="en-US" altLang="zh-CN" sz="2400" baseline="-25000"/>
              <a:t>1</a:t>
            </a:r>
            <a:r>
              <a:rPr lang="en-US" altLang="zh-CN" sz="2400"/>
              <a:t> </a:t>
            </a:r>
            <a:r>
              <a:rPr lang="en-US" altLang="zh-CN" sz="2400" b="1"/>
              <a:t>else</a:t>
            </a:r>
            <a:r>
              <a:rPr lang="en-US" altLang="zh-CN" sz="2400"/>
              <a:t> S</a:t>
            </a:r>
            <a:r>
              <a:rPr lang="en-US" altLang="zh-CN" sz="2400" baseline="-25000"/>
              <a:t>2</a:t>
            </a:r>
            <a:endParaRPr lang="en-US" altLang="zh-CN" sz="2400" baseline="-2500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消除二义性</a:t>
            </a:r>
            <a:endParaRPr lang="zh-CN" altLang="en-US"/>
          </a:p>
        </p:txBody>
      </p:sp>
      <p:sp>
        <p:nvSpPr>
          <p:cNvPr id="5427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38200" y="1371600"/>
            <a:ext cx="8116888" cy="4724400"/>
          </a:xfrm>
        </p:spPr>
        <p:txBody>
          <a:bodyPr/>
          <a:lstStyle/>
          <a:p>
            <a:pPr eaLnBrk="1" hangingPunct="1"/>
            <a:r>
              <a:rPr lang="zh-CN" altLang="en-US" sz="2800" dirty="0"/>
              <a:t>“</a:t>
            </a:r>
            <a:r>
              <a:rPr lang="en-US" altLang="zh-CN" sz="2800" dirty="0"/>
              <a:t>else</a:t>
            </a:r>
            <a:r>
              <a:rPr lang="zh-CN" altLang="en-US" sz="2800" dirty="0"/>
              <a:t>与最近的未匹配的</a:t>
            </a:r>
            <a:r>
              <a:rPr lang="en-US" altLang="zh-CN" sz="2800" dirty="0"/>
              <a:t>then</a:t>
            </a:r>
            <a:r>
              <a:rPr lang="zh-CN" altLang="en-US" sz="2800" dirty="0"/>
              <a:t>相匹配”</a:t>
            </a:r>
            <a:endParaRPr lang="zh-CN" altLang="en-US" sz="2800" dirty="0"/>
          </a:p>
          <a:p>
            <a:pPr eaLnBrk="1" hangingPunct="1"/>
            <a:r>
              <a:rPr lang="zh-CN" altLang="en-US" sz="2800" dirty="0"/>
              <a:t>修改文法</a:t>
            </a:r>
            <a:r>
              <a:rPr lang="en-US" altLang="zh-CN" sz="2800" dirty="0"/>
              <a:t>—then</a:t>
            </a:r>
            <a:r>
              <a:rPr lang="zh-CN" altLang="en-US" sz="2800" dirty="0"/>
              <a:t>和</a:t>
            </a:r>
            <a:r>
              <a:rPr lang="en-US" altLang="zh-CN" sz="2800" dirty="0"/>
              <a:t>else</a:t>
            </a:r>
            <a:r>
              <a:rPr lang="zh-CN" altLang="en-US" sz="2800" dirty="0"/>
              <a:t>间的语句必须是平衡的</a:t>
            </a:r>
            <a:endParaRPr lang="zh-CN" altLang="en-US" sz="2800" dirty="0"/>
          </a:p>
          <a:p>
            <a:pPr eaLnBrk="1" hangingPunct="1">
              <a:lnSpc>
                <a:spcPct val="9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i="1" dirty="0" err="1"/>
              <a:t>stmt</a:t>
            </a:r>
            <a:r>
              <a:rPr kumimoji="0" lang="en-US" altLang="zh-CN" sz="2400" i="1" dirty="0"/>
              <a:t> </a:t>
            </a:r>
            <a:r>
              <a:rPr kumimoji="0" lang="en-US" altLang="zh-CN" sz="2400" dirty="0">
                <a:sym typeface="Symbol" panose="05050102010706020507" pitchFamily="18" charset="2"/>
              </a:rPr>
              <a:t> </a:t>
            </a:r>
            <a:r>
              <a:rPr kumimoji="0" lang="en-US" altLang="zh-CN" sz="2400" i="1" dirty="0" err="1">
                <a:sym typeface="Symbol" panose="05050102010706020507" pitchFamily="18" charset="2"/>
              </a:rPr>
              <a:t>matched_stmt</a:t>
            </a:r>
            <a:r>
              <a:rPr kumimoji="0" lang="en-US" altLang="zh-CN" sz="2400" i="1" dirty="0">
                <a:sym typeface="Symbol" panose="05050102010706020507" pitchFamily="18" charset="2"/>
              </a:rPr>
              <a:t> </a:t>
            </a:r>
            <a:br>
              <a:rPr kumimoji="0" lang="en-US" altLang="zh-CN" sz="2400" i="1" dirty="0">
                <a:sym typeface="Symbol" panose="05050102010706020507" pitchFamily="18" charset="2"/>
              </a:rPr>
            </a:br>
            <a:r>
              <a:rPr kumimoji="0" lang="en-US" altLang="zh-CN" sz="2400" i="1" dirty="0">
                <a:sym typeface="Symbol" panose="05050102010706020507" pitchFamily="18" charset="2"/>
              </a:rPr>
              <a:t>      </a:t>
            </a:r>
            <a:r>
              <a:rPr kumimoji="0" lang="en-US" altLang="zh-CN" sz="2400" dirty="0">
                <a:sym typeface="Symbol" panose="05050102010706020507" pitchFamily="18" charset="2"/>
              </a:rPr>
              <a:t>| </a:t>
            </a:r>
            <a:r>
              <a:rPr kumimoji="0" lang="en-US" altLang="zh-CN" sz="2400" i="1" dirty="0" err="1">
                <a:sym typeface="Symbol" panose="05050102010706020507" pitchFamily="18" charset="2"/>
              </a:rPr>
              <a:t>unmatched_stmt</a:t>
            </a:r>
            <a:endParaRPr kumimoji="0" lang="en-US" altLang="zh-CN" sz="2400" i="1" dirty="0"/>
          </a:p>
          <a:p>
            <a:pPr eaLnBrk="1" hangingPunct="1">
              <a:lnSpc>
                <a:spcPct val="9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i="1" dirty="0" err="1"/>
              <a:t>matched_stmt</a:t>
            </a:r>
            <a:r>
              <a:rPr kumimoji="0" lang="en-US" altLang="zh-CN" sz="2400" dirty="0"/>
              <a:t> </a:t>
            </a:r>
            <a:r>
              <a:rPr kumimoji="0" lang="en-US" altLang="zh-CN" sz="2400" dirty="0">
                <a:sym typeface="Symbol" panose="05050102010706020507" pitchFamily="18" charset="2"/>
              </a:rPr>
              <a:t> </a:t>
            </a:r>
            <a:r>
              <a:rPr kumimoji="0" lang="en-US" altLang="zh-CN" sz="2400" b="1" dirty="0">
                <a:sym typeface="Symbol" panose="05050102010706020507" pitchFamily="18" charset="2"/>
              </a:rPr>
              <a:t>if</a:t>
            </a:r>
            <a:r>
              <a:rPr kumimoji="0" lang="en-US" altLang="zh-CN" sz="2400" dirty="0">
                <a:sym typeface="Symbol" panose="05050102010706020507" pitchFamily="18" charset="2"/>
              </a:rPr>
              <a:t> </a:t>
            </a:r>
            <a:r>
              <a:rPr kumimoji="0" lang="en-US" altLang="zh-CN" sz="2400" i="1" dirty="0">
                <a:sym typeface="Symbol" panose="05050102010706020507" pitchFamily="18" charset="2"/>
              </a:rPr>
              <a:t>expr</a:t>
            </a:r>
            <a:r>
              <a:rPr kumimoji="0" lang="en-US" altLang="zh-CN" sz="2400" dirty="0">
                <a:sym typeface="Symbol" panose="05050102010706020507" pitchFamily="18" charset="2"/>
              </a:rPr>
              <a:t> </a:t>
            </a:r>
            <a:r>
              <a:rPr kumimoji="0" lang="en-US" altLang="zh-CN" sz="2400" b="1" dirty="0">
                <a:sym typeface="Symbol" panose="05050102010706020507" pitchFamily="18" charset="2"/>
              </a:rPr>
              <a:t>then</a:t>
            </a:r>
            <a:r>
              <a:rPr kumimoji="0" lang="en-US" altLang="zh-CN" sz="2400" dirty="0">
                <a:sym typeface="Symbol" panose="05050102010706020507" pitchFamily="18" charset="2"/>
              </a:rPr>
              <a:t> </a:t>
            </a:r>
            <a:r>
              <a:rPr kumimoji="0" lang="en-US" altLang="zh-CN" sz="2400" i="1" dirty="0" err="1">
                <a:sym typeface="Symbol" panose="05050102010706020507" pitchFamily="18" charset="2"/>
              </a:rPr>
              <a:t>matched_stmt</a:t>
            </a:r>
            <a:r>
              <a:rPr kumimoji="0" lang="en-US" altLang="zh-CN" sz="2400" i="1" dirty="0">
                <a:sym typeface="Symbol" panose="05050102010706020507" pitchFamily="18" charset="2"/>
              </a:rPr>
              <a:t> </a:t>
            </a:r>
            <a:r>
              <a:rPr kumimoji="0" lang="en-US" altLang="zh-CN" sz="2400" b="1" dirty="0">
                <a:sym typeface="Symbol" panose="05050102010706020507" pitchFamily="18" charset="2"/>
              </a:rPr>
              <a:t>else</a:t>
            </a:r>
            <a:r>
              <a:rPr kumimoji="0" lang="en-US" altLang="zh-CN" sz="2400" dirty="0">
                <a:sym typeface="Symbol" panose="05050102010706020507" pitchFamily="18" charset="2"/>
              </a:rPr>
              <a:t> </a:t>
            </a:r>
            <a:r>
              <a:rPr kumimoji="0" lang="en-US" altLang="zh-CN" sz="2400" i="1" dirty="0" err="1">
                <a:sym typeface="Symbol" panose="05050102010706020507" pitchFamily="18" charset="2"/>
              </a:rPr>
              <a:t>matched_stmt</a:t>
            </a:r>
            <a:br>
              <a:rPr kumimoji="0" lang="en-US" altLang="zh-CN" sz="2400" i="1" dirty="0">
                <a:sym typeface="Symbol" panose="05050102010706020507" pitchFamily="18" charset="2"/>
              </a:rPr>
            </a:br>
            <a:r>
              <a:rPr kumimoji="0" lang="en-US" altLang="zh-CN" sz="2400" i="1" dirty="0">
                <a:sym typeface="Symbol" panose="05050102010706020507" pitchFamily="18" charset="2"/>
              </a:rPr>
              <a:t>                     | </a:t>
            </a:r>
            <a:r>
              <a:rPr kumimoji="0" lang="en-US" altLang="zh-CN" sz="2400" b="1" dirty="0">
                <a:sym typeface="Symbol" panose="05050102010706020507" pitchFamily="18" charset="2"/>
              </a:rPr>
              <a:t>other</a:t>
            </a:r>
            <a:r>
              <a:rPr kumimoji="0" lang="en-US" altLang="zh-CN" sz="2400" dirty="0">
                <a:sym typeface="Symbol" panose="05050102010706020507" pitchFamily="18" charset="2"/>
              </a:rPr>
              <a:t> </a:t>
            </a:r>
            <a:endParaRPr kumimoji="0" lang="en-US" altLang="zh-CN" sz="2400" dirty="0">
              <a:sym typeface="Symbol" panose="05050102010706020507" pitchFamily="18" charset="2"/>
            </a:endParaRPr>
          </a:p>
          <a:p>
            <a:pPr eaLnBrk="1" hangingPunct="1">
              <a:lnSpc>
                <a:spcPct val="9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i="1" dirty="0" err="1">
                <a:sym typeface="Symbol" panose="05050102010706020507" pitchFamily="18" charset="2"/>
              </a:rPr>
              <a:t>un</a:t>
            </a:r>
            <a:r>
              <a:rPr kumimoji="0" lang="en-US" altLang="zh-CN" sz="2400" i="1" dirty="0" err="1"/>
              <a:t>matched_stmt</a:t>
            </a:r>
            <a:r>
              <a:rPr kumimoji="0" lang="en-US" altLang="zh-CN" sz="2400" dirty="0"/>
              <a:t> </a:t>
            </a:r>
            <a:r>
              <a:rPr kumimoji="0" lang="en-US" altLang="zh-CN" sz="2400" dirty="0">
                <a:sym typeface="Symbol" panose="05050102010706020507" pitchFamily="18" charset="2"/>
              </a:rPr>
              <a:t> </a:t>
            </a:r>
            <a:r>
              <a:rPr kumimoji="0" lang="en-US" altLang="zh-CN" sz="2400" b="1" dirty="0">
                <a:sym typeface="Symbol" panose="05050102010706020507" pitchFamily="18" charset="2"/>
              </a:rPr>
              <a:t>if</a:t>
            </a:r>
            <a:r>
              <a:rPr kumimoji="0" lang="en-US" altLang="zh-CN" sz="2400" dirty="0">
                <a:sym typeface="Symbol" panose="05050102010706020507" pitchFamily="18" charset="2"/>
              </a:rPr>
              <a:t> </a:t>
            </a:r>
            <a:r>
              <a:rPr kumimoji="0" lang="en-US" altLang="zh-CN" sz="2400" i="1" dirty="0">
                <a:sym typeface="Symbol" panose="05050102010706020507" pitchFamily="18" charset="2"/>
              </a:rPr>
              <a:t>expr</a:t>
            </a:r>
            <a:r>
              <a:rPr kumimoji="0" lang="en-US" altLang="zh-CN" sz="2400" dirty="0">
                <a:sym typeface="Symbol" panose="05050102010706020507" pitchFamily="18" charset="2"/>
              </a:rPr>
              <a:t> </a:t>
            </a:r>
            <a:r>
              <a:rPr kumimoji="0" lang="en-US" altLang="zh-CN" sz="2400" b="1" dirty="0">
                <a:sym typeface="Symbol" panose="05050102010706020507" pitchFamily="18" charset="2"/>
              </a:rPr>
              <a:t>then</a:t>
            </a:r>
            <a:r>
              <a:rPr kumimoji="0" lang="en-US" altLang="zh-CN" sz="2400" dirty="0">
                <a:sym typeface="Symbol" panose="05050102010706020507" pitchFamily="18" charset="2"/>
              </a:rPr>
              <a:t> </a:t>
            </a:r>
            <a:r>
              <a:rPr kumimoji="0" lang="en-US" altLang="zh-CN" sz="2400" i="1" dirty="0" err="1">
                <a:sym typeface="Symbol" panose="05050102010706020507" pitchFamily="18" charset="2"/>
              </a:rPr>
              <a:t>stmt</a:t>
            </a:r>
            <a:r>
              <a:rPr kumimoji="0" lang="en-US" altLang="zh-CN" sz="2400" i="1" dirty="0">
                <a:sym typeface="Symbol" panose="05050102010706020507" pitchFamily="18" charset="2"/>
              </a:rPr>
              <a:t> </a:t>
            </a:r>
            <a:endParaRPr kumimoji="0" lang="en-US" altLang="zh-CN" sz="2400" i="1" dirty="0">
              <a:sym typeface="Symbol" panose="05050102010706020507" pitchFamily="18" charset="2"/>
            </a:endParaRPr>
          </a:p>
          <a:p>
            <a:pPr eaLnBrk="1" hangingPunct="1">
              <a:lnSpc>
                <a:spcPct val="9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dirty="0">
                <a:sym typeface="Symbol" panose="05050102010706020507" pitchFamily="18" charset="2"/>
              </a:rPr>
              <a:t>                        |  </a:t>
            </a:r>
            <a:r>
              <a:rPr kumimoji="0" lang="en-US" altLang="zh-CN" sz="2400" b="1" dirty="0">
                <a:sym typeface="Symbol" panose="05050102010706020507" pitchFamily="18" charset="2"/>
              </a:rPr>
              <a:t>if</a:t>
            </a:r>
            <a:r>
              <a:rPr kumimoji="0" lang="en-US" altLang="zh-CN" sz="2400" dirty="0">
                <a:sym typeface="Symbol" panose="05050102010706020507" pitchFamily="18" charset="2"/>
              </a:rPr>
              <a:t> </a:t>
            </a:r>
            <a:r>
              <a:rPr kumimoji="0" lang="en-US" altLang="zh-CN" sz="2400" i="1" dirty="0">
                <a:sym typeface="Symbol" panose="05050102010706020507" pitchFamily="18" charset="2"/>
              </a:rPr>
              <a:t>expr</a:t>
            </a:r>
            <a:r>
              <a:rPr kumimoji="0" lang="en-US" altLang="zh-CN" sz="2400" dirty="0">
                <a:sym typeface="Symbol" panose="05050102010706020507" pitchFamily="18" charset="2"/>
              </a:rPr>
              <a:t> </a:t>
            </a:r>
            <a:r>
              <a:rPr kumimoji="0" lang="en-US" altLang="zh-CN" sz="2400" b="1" dirty="0">
                <a:sym typeface="Symbol" panose="05050102010706020507" pitchFamily="18" charset="2"/>
              </a:rPr>
              <a:t>then</a:t>
            </a:r>
            <a:r>
              <a:rPr kumimoji="0" lang="en-US" altLang="zh-CN" sz="2400" dirty="0">
                <a:sym typeface="Symbol" panose="05050102010706020507" pitchFamily="18" charset="2"/>
              </a:rPr>
              <a:t> </a:t>
            </a:r>
            <a:r>
              <a:rPr kumimoji="0" lang="en-US" altLang="zh-CN" sz="2400" i="1" dirty="0" err="1">
                <a:sym typeface="Symbol" panose="05050102010706020507" pitchFamily="18" charset="2"/>
              </a:rPr>
              <a:t>matched_stmt</a:t>
            </a:r>
            <a:r>
              <a:rPr kumimoji="0" lang="en-US" altLang="zh-CN" sz="2400" i="1" dirty="0">
                <a:sym typeface="Symbol" panose="05050102010706020507" pitchFamily="18" charset="2"/>
              </a:rPr>
              <a:t> </a:t>
            </a:r>
            <a:r>
              <a:rPr kumimoji="0" lang="en-US" altLang="zh-CN" sz="2400" b="1" dirty="0">
                <a:sym typeface="Symbol" panose="05050102010706020507" pitchFamily="18" charset="2"/>
              </a:rPr>
              <a:t>else</a:t>
            </a:r>
            <a:r>
              <a:rPr kumimoji="0" lang="en-US" altLang="zh-CN" sz="2400" dirty="0">
                <a:sym typeface="Symbol" panose="05050102010706020507" pitchFamily="18" charset="2"/>
              </a:rPr>
              <a:t> </a:t>
            </a:r>
            <a:r>
              <a:rPr kumimoji="0" lang="en-US" altLang="zh-CN" sz="2400" i="1" dirty="0" err="1">
                <a:sym typeface="Symbol" panose="05050102010706020507" pitchFamily="18" charset="2"/>
              </a:rPr>
              <a:t>unmatched_stmt</a:t>
            </a:r>
            <a:r>
              <a:rPr kumimoji="0" lang="en-US" altLang="zh-CN" sz="2000" b="1" i="1" dirty="0">
                <a:sym typeface="Symbol" panose="05050102010706020507" pitchFamily="18" charset="2"/>
              </a:rPr>
              <a:t> </a:t>
            </a:r>
            <a:endParaRPr kumimoji="0" lang="en-US" altLang="zh-CN" sz="2000" b="1" i="1" dirty="0">
              <a:sym typeface="Symbol" panose="05050102010706020507" pitchFamily="18" charset="2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zh-CN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4.3.4  </a:t>
            </a:r>
            <a:r>
              <a:rPr lang="zh-CN" altLang="en-US"/>
              <a:t>消除左递归</a:t>
            </a:r>
            <a:endParaRPr lang="zh-CN" altLang="en-US"/>
          </a:p>
        </p:txBody>
      </p:sp>
      <p:sp>
        <p:nvSpPr>
          <p:cNvPr id="5529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kumimoji="0" lang="en-US" altLang="zh-CN"/>
              <a:t>A </a:t>
            </a:r>
            <a:r>
              <a:rPr kumimoji="0" lang="en-US" altLang="zh-CN">
                <a:sym typeface="Symbol" panose="05050102010706020507" pitchFamily="18" charset="2"/>
              </a:rPr>
              <a:t> A</a:t>
            </a:r>
            <a:endParaRPr kumimoji="0" lang="en-US" altLang="zh-CN">
              <a:latin typeface="Symbol" panose="05050102010706020507" pitchFamily="18" charset="2"/>
              <a:sym typeface="Symbol" panose="05050102010706020507" pitchFamily="18" charset="2"/>
            </a:endParaRPr>
          </a:p>
          <a:p>
            <a:pPr eaLnBrk="1" hangingPunct="1"/>
            <a:r>
              <a:rPr kumimoji="0" lang="zh-CN" altLang="en-US">
                <a:sym typeface="Symbol" panose="05050102010706020507" pitchFamily="18" charset="2"/>
              </a:rPr>
              <a:t>自顶向下分析方法无法处理，死循环</a:t>
            </a:r>
            <a:endParaRPr kumimoji="0" lang="zh-CN" altLang="en-US">
              <a:sym typeface="Symbol" panose="05050102010706020507" pitchFamily="18" charset="2"/>
            </a:endParaRPr>
          </a:p>
          <a:p>
            <a:pPr eaLnBrk="1" hangingPunct="1"/>
            <a:r>
              <a:rPr kumimoji="0" lang="zh-CN" altLang="en-US">
                <a:sym typeface="Symbol" panose="05050102010706020507" pitchFamily="18" charset="2"/>
              </a:rPr>
              <a:t>直接左递归的消除</a:t>
            </a:r>
            <a:endParaRPr kumimoji="0" lang="zh-CN" altLang="en-US">
              <a:sym typeface="Symbol" panose="05050102010706020507" pitchFamily="18" charset="2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kumimoji="0" lang="zh-CN" altLang="en-US" sz="2800" b="1">
                <a:solidFill>
                  <a:srgbClr val="3333CC"/>
                </a:solidFill>
              </a:rPr>
              <a:t>	</a:t>
            </a:r>
            <a:r>
              <a:rPr kumimoji="0" lang="en-US" altLang="zh-CN" sz="2800" b="1">
                <a:solidFill>
                  <a:srgbClr val="3333CC"/>
                </a:solidFill>
              </a:rPr>
              <a:t>A </a:t>
            </a:r>
            <a:r>
              <a:rPr kumimoji="0" lang="en-US" altLang="zh-CN" sz="2800" b="1">
                <a:solidFill>
                  <a:srgbClr val="3333CC"/>
                </a:solidFill>
                <a:sym typeface="Symbol" panose="05050102010706020507" pitchFamily="18" charset="2"/>
              </a:rPr>
              <a:t> A</a:t>
            </a:r>
            <a:r>
              <a:rPr kumimoji="0" lang="en-US" altLang="zh-CN" sz="2800" b="1" baseline="-25000">
                <a:solidFill>
                  <a:srgbClr val="3333CC"/>
                </a:solidFill>
                <a:sym typeface="Symbol" panose="05050102010706020507" pitchFamily="18" charset="2"/>
              </a:rPr>
              <a:t>1</a:t>
            </a:r>
            <a:r>
              <a:rPr kumimoji="0" lang="en-US" altLang="zh-CN" sz="2800" b="1">
                <a:solidFill>
                  <a:srgbClr val="3333CC"/>
                </a:solidFill>
                <a:sym typeface="Symbol" panose="05050102010706020507" pitchFamily="18" charset="2"/>
              </a:rPr>
              <a:t> | A</a:t>
            </a:r>
            <a:r>
              <a:rPr kumimoji="0" lang="en-US" altLang="zh-CN" sz="2800" b="1" baseline="-25000">
                <a:solidFill>
                  <a:srgbClr val="3333CC"/>
                </a:solidFill>
                <a:sym typeface="Symbol" panose="05050102010706020507" pitchFamily="18" charset="2"/>
              </a:rPr>
              <a:t>2 </a:t>
            </a:r>
            <a:r>
              <a:rPr kumimoji="0" lang="en-US" altLang="zh-CN" sz="2800" b="1">
                <a:solidFill>
                  <a:srgbClr val="3333CC"/>
                </a:solidFill>
                <a:sym typeface="Symbol" panose="05050102010706020507" pitchFamily="18" charset="2"/>
              </a:rPr>
              <a:t>| … | A</a:t>
            </a:r>
            <a:r>
              <a:rPr kumimoji="0" lang="en-US" altLang="zh-CN" sz="2800" b="1" baseline="-25000">
                <a:solidFill>
                  <a:srgbClr val="3333CC"/>
                </a:solidFill>
                <a:sym typeface="Symbol" panose="05050102010706020507" pitchFamily="18" charset="2"/>
              </a:rPr>
              <a:t>m </a:t>
            </a:r>
            <a:r>
              <a:rPr kumimoji="0" lang="en-US" altLang="zh-CN" sz="2800" b="1">
                <a:solidFill>
                  <a:srgbClr val="3333CC"/>
                </a:solidFill>
                <a:sym typeface="Symbol" panose="05050102010706020507" pitchFamily="18" charset="2"/>
              </a:rPr>
              <a:t>|  </a:t>
            </a:r>
            <a:r>
              <a:rPr kumimoji="0" lang="en-US" altLang="zh-CN" sz="2800" b="1" baseline="-25000">
                <a:solidFill>
                  <a:srgbClr val="3333CC"/>
                </a:solidFill>
                <a:sym typeface="Symbol" panose="05050102010706020507" pitchFamily="18" charset="2"/>
              </a:rPr>
              <a:t>1</a:t>
            </a:r>
            <a:r>
              <a:rPr kumimoji="0" lang="en-US" altLang="zh-CN" sz="2800" b="1">
                <a:solidFill>
                  <a:srgbClr val="3333CC"/>
                </a:solidFill>
                <a:sym typeface="Symbol" panose="05050102010706020507" pitchFamily="18" charset="2"/>
              </a:rPr>
              <a:t> | </a:t>
            </a:r>
            <a:r>
              <a:rPr kumimoji="0" lang="en-US" altLang="zh-CN" sz="2800" b="1" baseline="-25000">
                <a:solidFill>
                  <a:srgbClr val="3333CC"/>
                </a:solidFill>
                <a:sym typeface="Symbol" panose="05050102010706020507" pitchFamily="18" charset="2"/>
              </a:rPr>
              <a:t>2</a:t>
            </a:r>
            <a:r>
              <a:rPr kumimoji="0" lang="en-US" altLang="zh-CN" sz="2800" b="1">
                <a:solidFill>
                  <a:srgbClr val="3333CC"/>
                </a:solidFill>
                <a:sym typeface="Symbol" panose="05050102010706020507" pitchFamily="18" charset="2"/>
              </a:rPr>
              <a:t> | … | </a:t>
            </a:r>
            <a:r>
              <a:rPr kumimoji="0" lang="en-US" altLang="zh-CN" sz="2800" b="1" baseline="-25000">
                <a:solidFill>
                  <a:srgbClr val="3333CC"/>
                </a:solidFill>
                <a:sym typeface="Symbol" panose="05050102010706020507" pitchFamily="18" charset="2"/>
              </a:rPr>
              <a:t>n</a:t>
            </a:r>
            <a:endParaRPr kumimoji="0" lang="en-US" altLang="zh-CN" sz="2800" b="1" baseline="-25000">
              <a:solidFill>
                <a:srgbClr val="3333CC"/>
              </a:solidFill>
              <a:sym typeface="Symbol" panose="05050102010706020507" pitchFamily="18" charset="2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kumimoji="0" lang="en-US" altLang="zh-CN" sz="2800" b="1" baseline="-25000">
                <a:solidFill>
                  <a:srgbClr val="3333CC"/>
                </a:solidFill>
                <a:sym typeface="Symbol" panose="05050102010706020507" pitchFamily="18" charset="2"/>
              </a:rPr>
              <a:t>	</a:t>
            </a:r>
            <a:r>
              <a:rPr kumimoji="0" lang="zh-CN" altLang="en-US">
                <a:sym typeface="Symbol" panose="05050102010706020507" pitchFamily="18" charset="2"/>
              </a:rPr>
              <a:t>任何</a:t>
            </a:r>
            <a:r>
              <a:rPr kumimoji="0" lang="zh-CN" altLang="en-US" b="1">
                <a:solidFill>
                  <a:srgbClr val="3333CC"/>
                </a:solidFill>
                <a:sym typeface="Symbol" panose="05050102010706020507" pitchFamily="18" charset="2"/>
              </a:rPr>
              <a:t></a:t>
            </a:r>
            <a:r>
              <a:rPr kumimoji="0" lang="en-US" altLang="zh-CN" b="1" baseline="-25000">
                <a:solidFill>
                  <a:srgbClr val="3333CC"/>
                </a:solidFill>
                <a:sym typeface="Symbol" panose="05050102010706020507" pitchFamily="18" charset="2"/>
              </a:rPr>
              <a:t>i</a:t>
            </a:r>
            <a:r>
              <a:rPr kumimoji="0" lang="zh-CN" altLang="en-US">
                <a:sym typeface="Symbol" panose="05050102010706020507" pitchFamily="18" charset="2"/>
              </a:rPr>
              <a:t>均不以</a:t>
            </a:r>
            <a:r>
              <a:rPr kumimoji="0" lang="en-US" altLang="zh-CN">
                <a:sym typeface="Symbol" panose="05050102010706020507" pitchFamily="18" charset="2"/>
              </a:rPr>
              <a:t>A</a:t>
            </a:r>
            <a:r>
              <a:rPr kumimoji="0" lang="zh-CN" altLang="en-US">
                <a:sym typeface="Symbol" panose="05050102010706020507" pitchFamily="18" charset="2"/>
              </a:rPr>
              <a:t>开头，改写为：</a:t>
            </a:r>
            <a:endParaRPr kumimoji="0" lang="zh-CN" altLang="en-US">
              <a:sym typeface="Symbol" panose="05050102010706020507" pitchFamily="18" charset="2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kumimoji="0" lang="zh-CN" altLang="en-US">
                <a:sym typeface="Symbol" panose="05050102010706020507" pitchFamily="18" charset="2"/>
              </a:rPr>
              <a:t>	</a:t>
            </a:r>
            <a:r>
              <a:rPr kumimoji="0" lang="en-US" altLang="zh-CN" sz="2800" b="1">
                <a:solidFill>
                  <a:srgbClr val="3333CC"/>
                </a:solidFill>
                <a:sym typeface="Symbol" panose="05050102010706020507" pitchFamily="18" charset="2"/>
              </a:rPr>
              <a:t>A  </a:t>
            </a:r>
            <a:r>
              <a:rPr kumimoji="0" lang="en-US" altLang="zh-CN" sz="2800" b="1" baseline="-25000">
                <a:solidFill>
                  <a:srgbClr val="3333CC"/>
                </a:solidFill>
                <a:sym typeface="Symbol" panose="05050102010706020507" pitchFamily="18" charset="2"/>
              </a:rPr>
              <a:t>1</a:t>
            </a:r>
            <a:r>
              <a:rPr kumimoji="0" lang="en-US" altLang="zh-CN" sz="2800" b="1">
                <a:solidFill>
                  <a:srgbClr val="3333CC"/>
                </a:solidFill>
                <a:sym typeface="Symbol" panose="05050102010706020507" pitchFamily="18" charset="2"/>
              </a:rPr>
              <a:t>A’ | </a:t>
            </a:r>
            <a:r>
              <a:rPr kumimoji="0" lang="en-US" altLang="zh-CN" sz="2800" b="1" baseline="-25000">
                <a:solidFill>
                  <a:srgbClr val="3333CC"/>
                </a:solidFill>
                <a:sym typeface="Symbol" panose="05050102010706020507" pitchFamily="18" charset="2"/>
              </a:rPr>
              <a:t>2</a:t>
            </a:r>
            <a:r>
              <a:rPr kumimoji="0" lang="en-US" altLang="zh-CN" sz="2800" b="1">
                <a:solidFill>
                  <a:srgbClr val="3333CC"/>
                </a:solidFill>
                <a:sym typeface="Symbol" panose="05050102010706020507" pitchFamily="18" charset="2"/>
              </a:rPr>
              <a:t>A’ | … | </a:t>
            </a:r>
            <a:r>
              <a:rPr kumimoji="0" lang="en-US" altLang="zh-CN" sz="2800" b="1" baseline="-25000">
                <a:solidFill>
                  <a:srgbClr val="3333CC"/>
                </a:solidFill>
                <a:sym typeface="Symbol" panose="05050102010706020507" pitchFamily="18" charset="2"/>
              </a:rPr>
              <a:t>n</a:t>
            </a:r>
            <a:r>
              <a:rPr kumimoji="0" lang="en-US" altLang="zh-CN" sz="2800" b="1">
                <a:solidFill>
                  <a:srgbClr val="3333CC"/>
                </a:solidFill>
                <a:sym typeface="Symbol" panose="05050102010706020507" pitchFamily="18" charset="2"/>
              </a:rPr>
              <a:t>A’</a:t>
            </a:r>
            <a:endParaRPr kumimoji="0" lang="en-US" altLang="zh-CN" sz="2800" b="1">
              <a:solidFill>
                <a:srgbClr val="3333CC"/>
              </a:solidFill>
              <a:sym typeface="Symbol" panose="05050102010706020507" pitchFamily="18" charset="2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kumimoji="0" lang="en-US" altLang="zh-CN" sz="2800" b="1">
                <a:solidFill>
                  <a:srgbClr val="3333CC"/>
                </a:solidFill>
                <a:sym typeface="Symbol" panose="05050102010706020507" pitchFamily="18" charset="2"/>
              </a:rPr>
              <a:t>	A’  </a:t>
            </a:r>
            <a:r>
              <a:rPr kumimoji="0" lang="en-US" altLang="zh-CN" sz="2800" b="1" baseline="-25000">
                <a:solidFill>
                  <a:srgbClr val="3333CC"/>
                </a:solidFill>
                <a:sym typeface="Symbol" panose="05050102010706020507" pitchFamily="18" charset="2"/>
              </a:rPr>
              <a:t>1</a:t>
            </a:r>
            <a:r>
              <a:rPr kumimoji="0" lang="en-US" altLang="zh-CN" sz="2800" b="1">
                <a:solidFill>
                  <a:srgbClr val="3333CC"/>
                </a:solidFill>
                <a:sym typeface="Symbol" panose="05050102010706020507" pitchFamily="18" charset="2"/>
              </a:rPr>
              <a:t>A’ | </a:t>
            </a:r>
            <a:r>
              <a:rPr kumimoji="0" lang="en-US" altLang="zh-CN" sz="2800" b="1" baseline="-25000">
                <a:solidFill>
                  <a:srgbClr val="3333CC"/>
                </a:solidFill>
                <a:sym typeface="Symbol" panose="05050102010706020507" pitchFamily="18" charset="2"/>
              </a:rPr>
              <a:t>2</a:t>
            </a:r>
            <a:r>
              <a:rPr kumimoji="0" lang="en-US" altLang="zh-CN" sz="2800" b="1">
                <a:solidFill>
                  <a:srgbClr val="3333CC"/>
                </a:solidFill>
                <a:sym typeface="Symbol" panose="05050102010706020507" pitchFamily="18" charset="2"/>
              </a:rPr>
              <a:t>A’</a:t>
            </a:r>
            <a:r>
              <a:rPr kumimoji="0" lang="en-US" altLang="zh-CN" sz="2800" b="1" baseline="-25000">
                <a:solidFill>
                  <a:srgbClr val="3333CC"/>
                </a:solidFill>
                <a:sym typeface="Symbol" panose="05050102010706020507" pitchFamily="18" charset="2"/>
              </a:rPr>
              <a:t> </a:t>
            </a:r>
            <a:r>
              <a:rPr kumimoji="0" lang="en-US" altLang="zh-CN" sz="2800" b="1">
                <a:solidFill>
                  <a:srgbClr val="3333CC"/>
                </a:solidFill>
                <a:sym typeface="Symbol" panose="05050102010706020507" pitchFamily="18" charset="2"/>
              </a:rPr>
              <a:t>| … | </a:t>
            </a:r>
            <a:r>
              <a:rPr kumimoji="0" lang="en-US" altLang="zh-CN" sz="2800" b="1" baseline="-25000">
                <a:solidFill>
                  <a:srgbClr val="3333CC"/>
                </a:solidFill>
                <a:sym typeface="Symbol" panose="05050102010706020507" pitchFamily="18" charset="2"/>
              </a:rPr>
              <a:t>m </a:t>
            </a:r>
            <a:r>
              <a:rPr kumimoji="0" lang="en-US" altLang="zh-CN" sz="2800" b="1">
                <a:solidFill>
                  <a:srgbClr val="3333CC"/>
                </a:solidFill>
                <a:sym typeface="Symbol" panose="05050102010706020507" pitchFamily="18" charset="2"/>
              </a:rPr>
              <a:t>A’ | </a:t>
            </a:r>
            <a:r>
              <a:rPr kumimoji="0" lang="en-US" altLang="zh-CN" sz="2800" b="1">
                <a:solidFill>
                  <a:srgbClr val="3333CC"/>
                </a:solidFill>
                <a:latin typeface="Symbol" panose="05050102010706020507" pitchFamily="18" charset="2"/>
                <a:sym typeface="Symbol" panose="05050102010706020507" pitchFamily="18" charset="2"/>
              </a:rPr>
              <a:t>e</a:t>
            </a:r>
            <a:endParaRPr kumimoji="0" lang="en-US" altLang="zh-CN" sz="2800" b="1">
              <a:solidFill>
                <a:srgbClr val="3333CC"/>
              </a:solidFill>
              <a:latin typeface="Symbol" panose="05050102010706020507" pitchFamily="18" charset="2"/>
              <a:sym typeface="Symbol" panose="05050102010706020507" pitchFamily="18" charset="2"/>
            </a:endParaRPr>
          </a:p>
        </p:txBody>
      </p:sp>
      <p:sp>
        <p:nvSpPr>
          <p:cNvPr id="55300" name="Text Box 4"/>
          <p:cNvSpPr txBox="1">
            <a:spLocks noChangeArrowheads="1"/>
          </p:cNvSpPr>
          <p:nvPr/>
        </p:nvSpPr>
        <p:spPr bwMode="auto">
          <a:xfrm>
            <a:off x="1981200" y="1298575"/>
            <a:ext cx="381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b="1"/>
              <a:t>+</a:t>
            </a:r>
            <a:endParaRPr kumimoji="0" lang="en-US" altLang="zh-CN" sz="2400" b="1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例</a:t>
            </a:r>
            <a:r>
              <a:rPr lang="en-US" altLang="zh-CN"/>
              <a:t>4.8</a:t>
            </a:r>
            <a:endParaRPr lang="en-US" altLang="zh-CN"/>
          </a:p>
        </p:txBody>
      </p:sp>
      <p:sp>
        <p:nvSpPr>
          <p:cNvPr id="56323" name="Text Box 5"/>
          <p:cNvSpPr txBox="1">
            <a:spLocks noChangeArrowheads="1"/>
          </p:cNvSpPr>
          <p:nvPr/>
        </p:nvSpPr>
        <p:spPr bwMode="auto">
          <a:xfrm>
            <a:off x="914400" y="1447800"/>
            <a:ext cx="3124200" cy="355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b="1"/>
              <a:t>E </a:t>
            </a:r>
            <a:r>
              <a:rPr kumimoji="0" lang="en-US" altLang="zh-CN" b="1">
                <a:sym typeface="Symbol" panose="05050102010706020507" pitchFamily="18" charset="2"/>
              </a:rPr>
              <a:t> E + T  |  T</a:t>
            </a:r>
            <a:br>
              <a:rPr kumimoji="0" lang="en-US" altLang="zh-CN" b="1">
                <a:sym typeface="Symbol" panose="05050102010706020507" pitchFamily="18" charset="2"/>
              </a:rPr>
            </a:br>
            <a:br>
              <a:rPr kumimoji="0" lang="en-US" altLang="zh-CN" b="1">
                <a:sym typeface="Symbol" panose="05050102010706020507" pitchFamily="18" charset="2"/>
              </a:rPr>
            </a:br>
            <a:endParaRPr kumimoji="0" lang="en-US" altLang="zh-CN" b="1">
              <a:sym typeface="Symbol" panose="05050102010706020507" pitchFamily="18" charset="2"/>
            </a:endParaRPr>
          </a:p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b="1">
                <a:sym typeface="Symbol" panose="05050102010706020507" pitchFamily="18" charset="2"/>
              </a:rPr>
              <a:t>T  T * F  |  F</a:t>
            </a:r>
            <a:endParaRPr kumimoji="0" lang="en-US" altLang="zh-CN" b="1">
              <a:sym typeface="Symbol" panose="05050102010706020507" pitchFamily="18" charset="2"/>
            </a:endParaRPr>
          </a:p>
          <a:p>
            <a:pPr eaLnBrk="1" hangingPunct="1">
              <a:lnSpc>
                <a:spcPct val="80000"/>
              </a:lnSpc>
              <a:spcBef>
                <a:spcPct val="50000"/>
              </a:spcBef>
              <a:buClrTx/>
              <a:buSzTx/>
              <a:buFontTx/>
              <a:buNone/>
            </a:pPr>
            <a:endParaRPr kumimoji="0" lang="en-US" altLang="zh-CN" b="1">
              <a:sym typeface="Symbol" panose="05050102010706020507" pitchFamily="18" charset="2"/>
            </a:endParaRPr>
          </a:p>
          <a:p>
            <a:pPr eaLnBrk="1" hangingPunct="1">
              <a:lnSpc>
                <a:spcPct val="8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b="1">
                <a:sym typeface="Symbol" panose="05050102010706020507" pitchFamily="18" charset="2"/>
              </a:rPr>
              <a:t>F   ( E )  | id</a:t>
            </a:r>
            <a:endParaRPr kumimoji="0" lang="en-US" altLang="zh-CN" b="1">
              <a:sym typeface="Symbol" panose="05050102010706020507" pitchFamily="18" charset="2"/>
            </a:endParaRPr>
          </a:p>
        </p:txBody>
      </p:sp>
      <p:sp>
        <p:nvSpPr>
          <p:cNvPr id="56324" name="Text Box 6"/>
          <p:cNvSpPr txBox="1">
            <a:spLocks noChangeArrowheads="1"/>
          </p:cNvSpPr>
          <p:nvPr/>
        </p:nvSpPr>
        <p:spPr bwMode="auto">
          <a:xfrm>
            <a:off x="4724400" y="1371600"/>
            <a:ext cx="2895600" cy="1117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8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b="1">
                <a:sym typeface="Symbol" panose="05050102010706020507" pitchFamily="18" charset="2"/>
              </a:rPr>
              <a:t>E  TE’</a:t>
            </a:r>
            <a:endParaRPr kumimoji="0" lang="en-US" altLang="zh-CN" b="1">
              <a:sym typeface="Symbol" panose="05050102010706020507" pitchFamily="18" charset="2"/>
            </a:endParaRPr>
          </a:p>
          <a:p>
            <a:pPr eaLnBrk="1" hangingPunct="1">
              <a:lnSpc>
                <a:spcPct val="8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b="1">
                <a:sym typeface="Symbol" panose="05050102010706020507" pitchFamily="18" charset="2"/>
              </a:rPr>
              <a:t>E’  + TE’ |  </a:t>
            </a:r>
            <a:r>
              <a:rPr kumimoji="0" lang="en-US" altLang="zh-CN" b="1">
                <a:latin typeface="Symbol" panose="05050102010706020507" pitchFamily="18" charset="2"/>
                <a:sym typeface="Symbol" panose="05050102010706020507" pitchFamily="18" charset="2"/>
              </a:rPr>
              <a:t>e</a:t>
            </a:r>
            <a:endParaRPr kumimoji="0" lang="en-US" altLang="zh-CN" b="1">
              <a:latin typeface="Symbol" panose="05050102010706020507" pitchFamily="18" charset="2"/>
              <a:sym typeface="Symbol" panose="05050102010706020507" pitchFamily="18" charset="2"/>
            </a:endParaRPr>
          </a:p>
        </p:txBody>
      </p:sp>
      <p:sp>
        <p:nvSpPr>
          <p:cNvPr id="56325" name="AutoShape 7"/>
          <p:cNvSpPr/>
          <p:nvPr/>
        </p:nvSpPr>
        <p:spPr bwMode="auto">
          <a:xfrm>
            <a:off x="4572000" y="1447800"/>
            <a:ext cx="228600" cy="914400"/>
          </a:xfrm>
          <a:prstGeom prst="leftBrace">
            <a:avLst>
              <a:gd name="adj1" fmla="val 33333"/>
              <a:gd name="adj2" fmla="val 50000"/>
            </a:avLst>
          </a:prstGeom>
          <a:noFill/>
          <a:ln w="25400">
            <a:solidFill>
              <a:srgbClr val="FF0000"/>
            </a:solidFill>
            <a:round/>
            <a:head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>
              <a:latin typeface="Symbol" panose="05050102010706020507" pitchFamily="18" charset="2"/>
            </a:endParaRPr>
          </a:p>
        </p:txBody>
      </p:sp>
      <p:sp>
        <p:nvSpPr>
          <p:cNvPr id="56326" name="Line 8"/>
          <p:cNvSpPr>
            <a:spLocks noChangeShapeType="1"/>
          </p:cNvSpPr>
          <p:nvPr/>
        </p:nvSpPr>
        <p:spPr bwMode="auto">
          <a:xfrm>
            <a:off x="3733800" y="1905000"/>
            <a:ext cx="838200" cy="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6327" name="Text Box 9"/>
          <p:cNvSpPr txBox="1">
            <a:spLocks noChangeArrowheads="1"/>
          </p:cNvSpPr>
          <p:nvPr/>
        </p:nvSpPr>
        <p:spPr bwMode="auto">
          <a:xfrm>
            <a:off x="4724400" y="3048000"/>
            <a:ext cx="3071813" cy="1117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8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b="1">
                <a:sym typeface="Symbol" panose="05050102010706020507" pitchFamily="18" charset="2"/>
              </a:rPr>
              <a:t>T  FT’</a:t>
            </a:r>
            <a:endParaRPr kumimoji="0" lang="en-US" altLang="zh-CN" b="1">
              <a:sym typeface="Symbol" panose="05050102010706020507" pitchFamily="18" charset="2"/>
            </a:endParaRPr>
          </a:p>
          <a:p>
            <a:pPr eaLnBrk="1" hangingPunct="1">
              <a:lnSpc>
                <a:spcPct val="8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b="1">
                <a:sym typeface="Symbol" panose="05050102010706020507" pitchFamily="18" charset="2"/>
              </a:rPr>
              <a:t>T’  * FT’ | </a:t>
            </a:r>
            <a:r>
              <a:rPr kumimoji="0" lang="en-US" altLang="zh-CN" b="1">
                <a:latin typeface="Symbol" panose="05050102010706020507" pitchFamily="18" charset="2"/>
                <a:sym typeface="Symbol" panose="05050102010706020507" pitchFamily="18" charset="2"/>
              </a:rPr>
              <a:t>e</a:t>
            </a:r>
            <a:endParaRPr kumimoji="0" lang="en-US" altLang="zh-CN" b="1">
              <a:latin typeface="Symbol" panose="05050102010706020507" pitchFamily="18" charset="2"/>
              <a:sym typeface="Symbol" panose="05050102010706020507" pitchFamily="18" charset="2"/>
            </a:endParaRPr>
          </a:p>
        </p:txBody>
      </p:sp>
      <p:sp>
        <p:nvSpPr>
          <p:cNvPr id="56328" name="Line 12"/>
          <p:cNvSpPr>
            <a:spLocks noChangeShapeType="1"/>
          </p:cNvSpPr>
          <p:nvPr/>
        </p:nvSpPr>
        <p:spPr bwMode="auto">
          <a:xfrm>
            <a:off x="3733800" y="4754563"/>
            <a:ext cx="838200" cy="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6329" name="Text Box 13"/>
          <p:cNvSpPr txBox="1">
            <a:spLocks noChangeArrowheads="1"/>
          </p:cNvSpPr>
          <p:nvPr/>
        </p:nvSpPr>
        <p:spPr bwMode="auto">
          <a:xfrm>
            <a:off x="4724400" y="4449763"/>
            <a:ext cx="2614613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CN" b="1">
                <a:sym typeface="Symbol" panose="05050102010706020507" pitchFamily="18" charset="2"/>
              </a:rPr>
              <a:t>F   ( E )  | id</a:t>
            </a:r>
            <a:endParaRPr kumimoji="0" lang="en-US" altLang="zh-CN" b="1">
              <a:sym typeface="Symbol" panose="05050102010706020507" pitchFamily="18" charset="2"/>
            </a:endParaRPr>
          </a:p>
        </p:txBody>
      </p:sp>
      <p:sp>
        <p:nvSpPr>
          <p:cNvPr id="56330" name="AutoShape 14"/>
          <p:cNvSpPr/>
          <p:nvPr/>
        </p:nvSpPr>
        <p:spPr bwMode="auto">
          <a:xfrm>
            <a:off x="4572000" y="3124200"/>
            <a:ext cx="228600" cy="914400"/>
          </a:xfrm>
          <a:prstGeom prst="leftBrace">
            <a:avLst>
              <a:gd name="adj1" fmla="val 33333"/>
              <a:gd name="adj2" fmla="val 50000"/>
            </a:avLst>
          </a:prstGeom>
          <a:noFill/>
          <a:ln w="25400">
            <a:solidFill>
              <a:srgbClr val="FF0000"/>
            </a:solidFill>
            <a:round/>
            <a:head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>
              <a:latin typeface="Symbol" panose="05050102010706020507" pitchFamily="18" charset="2"/>
            </a:endParaRPr>
          </a:p>
        </p:txBody>
      </p:sp>
      <p:sp>
        <p:nvSpPr>
          <p:cNvPr id="56331" name="Line 15"/>
          <p:cNvSpPr>
            <a:spLocks noChangeShapeType="1"/>
          </p:cNvSpPr>
          <p:nvPr/>
        </p:nvSpPr>
        <p:spPr bwMode="auto">
          <a:xfrm>
            <a:off x="3733800" y="3606800"/>
            <a:ext cx="838200" cy="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算法</a:t>
            </a:r>
            <a:r>
              <a:rPr lang="en-US" altLang="zh-CN"/>
              <a:t>4.1</a:t>
            </a:r>
            <a:r>
              <a:rPr lang="zh-CN" altLang="en-US"/>
              <a:t>：消除间接左递归</a:t>
            </a:r>
            <a:endParaRPr lang="zh-CN" altLang="en-US"/>
          </a:p>
        </p:txBody>
      </p:sp>
      <p:sp>
        <p:nvSpPr>
          <p:cNvPr id="573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182688" y="1371600"/>
            <a:ext cx="7772400" cy="4953000"/>
          </a:xfrm>
        </p:spPr>
        <p:txBody>
          <a:bodyPr/>
          <a:lstStyle/>
          <a:p>
            <a:pPr marL="609600" indent="-609600" eaLnBrk="1" hangingPunct="1">
              <a:buFont typeface="Wingdings" panose="05000000000000000000" pitchFamily="2" charset="2"/>
              <a:buNone/>
            </a:pPr>
            <a:r>
              <a:rPr lang="zh-CN" altLang="en-US" sz="2400"/>
              <a:t>输入：</a:t>
            </a:r>
            <a:r>
              <a:rPr lang="en-US" altLang="zh-CN" sz="2400"/>
              <a:t>CFG G</a:t>
            </a:r>
            <a:r>
              <a:rPr lang="zh-CN" altLang="en-US" sz="2400"/>
              <a:t>，无环路，无</a:t>
            </a:r>
            <a:r>
              <a:rPr kumimoji="0" lang="en-US" altLang="zh-CN" sz="2400" b="1">
                <a:latin typeface="Symbol" panose="05050102010706020507" pitchFamily="18" charset="2"/>
                <a:sym typeface="Symbol" panose="05050102010706020507" pitchFamily="18" charset="2"/>
              </a:rPr>
              <a:t>e</a:t>
            </a:r>
            <a:r>
              <a:rPr kumimoji="0" lang="zh-CN" altLang="en-US" sz="2400">
                <a:sym typeface="Symbol" panose="05050102010706020507" pitchFamily="18" charset="2"/>
              </a:rPr>
              <a:t>产生式</a:t>
            </a:r>
            <a:endParaRPr kumimoji="0" lang="zh-CN" altLang="en-US" sz="2400">
              <a:sym typeface="Symbol" panose="05050102010706020507" pitchFamily="18" charset="2"/>
            </a:endParaRPr>
          </a:p>
          <a:p>
            <a:pPr marL="609600" indent="-609600" eaLnBrk="1" hangingPunct="1">
              <a:buFont typeface="Wingdings" panose="05000000000000000000" pitchFamily="2" charset="2"/>
              <a:buNone/>
            </a:pPr>
            <a:r>
              <a:rPr kumimoji="0" lang="zh-CN" altLang="en-US" sz="2400">
                <a:sym typeface="Symbol" panose="05050102010706020507" pitchFamily="18" charset="2"/>
              </a:rPr>
              <a:t>输出：等价的、无左递归的文法</a:t>
            </a:r>
            <a:endParaRPr lang="zh-CN" altLang="en-US" sz="2400"/>
          </a:p>
          <a:p>
            <a:pPr marL="609600" indent="-609600" eaLnBrk="1" hangingPunct="1">
              <a:buFont typeface="Wingdings" panose="05000000000000000000" pitchFamily="2" charset="2"/>
              <a:buAutoNum type="arabicPeriod"/>
            </a:pPr>
            <a:r>
              <a:rPr lang="zh-CN" altLang="en-US" sz="2400"/>
              <a:t>非终结符按顺序排列</a:t>
            </a:r>
            <a:r>
              <a:rPr lang="en-US" altLang="zh-CN" sz="2400"/>
              <a:t>A</a:t>
            </a:r>
            <a:r>
              <a:rPr lang="en-US" altLang="zh-CN" sz="2400" baseline="-25000"/>
              <a:t>1</a:t>
            </a:r>
            <a:r>
              <a:rPr lang="en-US" altLang="zh-CN" sz="2400"/>
              <a:t>, A</a:t>
            </a:r>
            <a:r>
              <a:rPr lang="en-US" altLang="zh-CN" sz="2400" baseline="-25000"/>
              <a:t>2</a:t>
            </a:r>
            <a:r>
              <a:rPr lang="en-US" altLang="zh-CN" sz="2400"/>
              <a:t>, …, A</a:t>
            </a:r>
            <a:r>
              <a:rPr lang="en-US" altLang="zh-CN" sz="2400" baseline="-25000"/>
              <a:t>n</a:t>
            </a:r>
            <a:endParaRPr lang="en-US" altLang="zh-CN" sz="2400"/>
          </a:p>
          <a:p>
            <a:pPr marL="609600" indent="-609600" eaLnBrk="1" hangingPunct="1">
              <a:buFont typeface="Wingdings" panose="05000000000000000000" pitchFamily="2" charset="2"/>
              <a:buAutoNum type="arabicPeriod"/>
            </a:pPr>
            <a:r>
              <a:rPr lang="en-US" altLang="zh-CN" sz="2400"/>
              <a:t>for (i = 1; i &lt; n; i++)</a:t>
            </a:r>
            <a:br>
              <a:rPr lang="en-US" altLang="zh-CN" sz="2400"/>
            </a:br>
            <a:r>
              <a:rPr lang="en-US" altLang="zh-CN" sz="2400"/>
              <a:t>	for (j = 1; j &lt; i - 1; j++) {</a:t>
            </a:r>
            <a:br>
              <a:rPr lang="en-US" altLang="zh-CN" sz="2400"/>
            </a:br>
            <a:r>
              <a:rPr lang="en-US" altLang="zh-CN" sz="2400"/>
              <a:t>	     </a:t>
            </a:r>
            <a:r>
              <a:rPr lang="zh-CN" altLang="en-US" sz="2400"/>
              <a:t>将所有形如</a:t>
            </a:r>
            <a:r>
              <a:rPr lang="en-US" altLang="zh-CN" sz="2400"/>
              <a:t>A</a:t>
            </a:r>
            <a:r>
              <a:rPr lang="en-US" altLang="zh-CN" sz="2400" baseline="-25000"/>
              <a:t>i </a:t>
            </a:r>
            <a:r>
              <a:rPr kumimoji="0" lang="en-US" altLang="zh-CN" sz="2400">
                <a:sym typeface="Symbol" panose="05050102010706020507" pitchFamily="18" charset="2"/>
              </a:rPr>
              <a:t> A</a:t>
            </a:r>
            <a:r>
              <a:rPr kumimoji="0" lang="en-US" altLang="zh-CN" sz="2400" baseline="-25000">
                <a:sym typeface="Symbol" panose="05050102010706020507" pitchFamily="18" charset="2"/>
              </a:rPr>
              <a:t>j</a:t>
            </a:r>
            <a:r>
              <a:rPr kumimoji="0" lang="en-US" altLang="zh-CN" sz="2400">
                <a:latin typeface="Symbol" panose="05050102010706020507" pitchFamily="18" charset="2"/>
                <a:sym typeface="Symbol" panose="05050102010706020507" pitchFamily="18" charset="2"/>
              </a:rPr>
              <a:t>g</a:t>
            </a:r>
            <a:r>
              <a:rPr kumimoji="0" lang="zh-CN" altLang="en-US" sz="2400">
                <a:sym typeface="Symbol" panose="05050102010706020507" pitchFamily="18" charset="2"/>
              </a:rPr>
              <a:t>的产生式替换为</a:t>
            </a:r>
            <a:br>
              <a:rPr kumimoji="0" lang="zh-CN" altLang="en-US" sz="2400">
                <a:sym typeface="Symbol" panose="05050102010706020507" pitchFamily="18" charset="2"/>
              </a:rPr>
            </a:br>
            <a:r>
              <a:rPr kumimoji="0" lang="zh-CN" altLang="en-US" sz="2400">
                <a:sym typeface="Symbol" panose="05050102010706020507" pitchFamily="18" charset="2"/>
              </a:rPr>
              <a:t>	     </a:t>
            </a:r>
            <a:r>
              <a:rPr lang="en-US" altLang="zh-CN" sz="2400"/>
              <a:t>A</a:t>
            </a:r>
            <a:r>
              <a:rPr lang="en-US" altLang="zh-CN" sz="2400" baseline="-25000"/>
              <a:t>i</a:t>
            </a:r>
            <a:r>
              <a:rPr kumimoji="0" lang="en-US" altLang="zh-CN" sz="2400">
                <a:sym typeface="Symbol" panose="05050102010706020507" pitchFamily="18" charset="2"/>
              </a:rPr>
              <a:t></a:t>
            </a:r>
            <a:r>
              <a:rPr kumimoji="0" lang="en-US" altLang="zh-CN" sz="2400">
                <a:latin typeface="Symbol" panose="05050102010706020507" pitchFamily="18" charset="2"/>
                <a:sym typeface="Symbol" panose="05050102010706020507" pitchFamily="18" charset="2"/>
              </a:rPr>
              <a:t>d</a:t>
            </a:r>
            <a:r>
              <a:rPr kumimoji="0" lang="en-US" altLang="zh-CN" sz="2400" baseline="-25000">
                <a:sym typeface="Symbol" panose="05050102010706020507" pitchFamily="18" charset="2"/>
              </a:rPr>
              <a:t>1</a:t>
            </a:r>
            <a:r>
              <a:rPr kumimoji="0" lang="en-US" altLang="zh-CN" sz="2400">
                <a:latin typeface="Symbol" panose="05050102010706020507" pitchFamily="18" charset="2"/>
                <a:sym typeface="Symbol" panose="05050102010706020507" pitchFamily="18" charset="2"/>
              </a:rPr>
              <a:t>g | d</a:t>
            </a:r>
            <a:r>
              <a:rPr kumimoji="0" lang="en-US" altLang="zh-CN" sz="2400" baseline="-25000">
                <a:sym typeface="Symbol" panose="05050102010706020507" pitchFamily="18" charset="2"/>
              </a:rPr>
              <a:t>2</a:t>
            </a:r>
            <a:r>
              <a:rPr kumimoji="0" lang="en-US" altLang="zh-CN" sz="2400">
                <a:latin typeface="Symbol" panose="05050102010706020507" pitchFamily="18" charset="2"/>
                <a:sym typeface="Symbol" panose="05050102010706020507" pitchFamily="18" charset="2"/>
              </a:rPr>
              <a:t>g</a:t>
            </a:r>
            <a:r>
              <a:rPr kumimoji="0" lang="en-US" altLang="zh-CN" sz="2400">
                <a:sym typeface="Symbol" panose="05050102010706020507" pitchFamily="18" charset="2"/>
              </a:rPr>
              <a:t> | …</a:t>
            </a:r>
            <a:r>
              <a:rPr kumimoji="0" lang="en-US" altLang="zh-CN" sz="2400">
                <a:latin typeface="Symbol" panose="05050102010706020507" pitchFamily="18" charset="2"/>
                <a:sym typeface="Symbol" panose="05050102010706020507" pitchFamily="18" charset="2"/>
              </a:rPr>
              <a:t> | d</a:t>
            </a:r>
            <a:r>
              <a:rPr kumimoji="0" lang="en-US" altLang="zh-CN" sz="2400" baseline="-25000">
                <a:sym typeface="Symbol" panose="05050102010706020507" pitchFamily="18" charset="2"/>
              </a:rPr>
              <a:t>k</a:t>
            </a:r>
            <a:r>
              <a:rPr kumimoji="0" lang="en-US" altLang="zh-CN" sz="2400">
                <a:latin typeface="Symbol" panose="05050102010706020507" pitchFamily="18" charset="2"/>
                <a:sym typeface="Symbol" panose="05050102010706020507" pitchFamily="18" charset="2"/>
              </a:rPr>
              <a:t>g</a:t>
            </a:r>
            <a:r>
              <a:rPr kumimoji="0" lang="zh-CN" altLang="en-US" sz="2400">
                <a:latin typeface="Symbol" panose="05050102010706020507" pitchFamily="18" charset="2"/>
                <a:sym typeface="Symbol" panose="05050102010706020507" pitchFamily="18" charset="2"/>
              </a:rPr>
              <a:t>，</a:t>
            </a:r>
            <a:r>
              <a:rPr kumimoji="0" lang="zh-CN" altLang="en-US" sz="2400">
                <a:sym typeface="Symbol" panose="05050102010706020507" pitchFamily="18" charset="2"/>
              </a:rPr>
              <a:t>其中</a:t>
            </a:r>
            <a:br>
              <a:rPr kumimoji="0" lang="zh-CN" altLang="en-US" sz="2400">
                <a:sym typeface="Symbol" panose="05050102010706020507" pitchFamily="18" charset="2"/>
              </a:rPr>
            </a:br>
            <a:r>
              <a:rPr kumimoji="0" lang="zh-CN" altLang="en-US" sz="2400">
                <a:sym typeface="Symbol" panose="05050102010706020507" pitchFamily="18" charset="2"/>
              </a:rPr>
              <a:t>	     </a:t>
            </a:r>
            <a:r>
              <a:rPr lang="en-US" altLang="zh-CN" sz="2400"/>
              <a:t>A</a:t>
            </a:r>
            <a:r>
              <a:rPr lang="en-US" altLang="zh-CN" sz="2400" baseline="-25000"/>
              <a:t>j</a:t>
            </a:r>
            <a:r>
              <a:rPr kumimoji="0" lang="en-US" altLang="zh-CN" sz="2400">
                <a:sym typeface="Symbol" panose="05050102010706020507" pitchFamily="18" charset="2"/>
              </a:rPr>
              <a:t></a:t>
            </a:r>
            <a:r>
              <a:rPr kumimoji="0" lang="en-US" altLang="zh-CN" sz="2400">
                <a:latin typeface="Symbol" panose="05050102010706020507" pitchFamily="18" charset="2"/>
                <a:sym typeface="Symbol" panose="05050102010706020507" pitchFamily="18" charset="2"/>
              </a:rPr>
              <a:t>d</a:t>
            </a:r>
            <a:r>
              <a:rPr kumimoji="0" lang="en-US" altLang="zh-CN" sz="2400" baseline="-25000">
                <a:sym typeface="Symbol" panose="05050102010706020507" pitchFamily="18" charset="2"/>
              </a:rPr>
              <a:t>1</a:t>
            </a:r>
            <a:r>
              <a:rPr kumimoji="0" lang="en-US" altLang="zh-CN" sz="2400">
                <a:latin typeface="Symbol" panose="05050102010706020507" pitchFamily="18" charset="2"/>
                <a:sym typeface="Symbol" panose="05050102010706020507" pitchFamily="18" charset="2"/>
              </a:rPr>
              <a:t> | d</a:t>
            </a:r>
            <a:r>
              <a:rPr kumimoji="0" lang="en-US" altLang="zh-CN" sz="2400" baseline="-25000">
                <a:sym typeface="Symbol" panose="05050102010706020507" pitchFamily="18" charset="2"/>
              </a:rPr>
              <a:t>2</a:t>
            </a:r>
            <a:r>
              <a:rPr kumimoji="0" lang="en-US" altLang="zh-CN" sz="2400">
                <a:sym typeface="Symbol" panose="05050102010706020507" pitchFamily="18" charset="2"/>
              </a:rPr>
              <a:t> | …</a:t>
            </a:r>
            <a:r>
              <a:rPr kumimoji="0" lang="en-US" altLang="zh-CN" sz="2400">
                <a:latin typeface="Symbol" panose="05050102010706020507" pitchFamily="18" charset="2"/>
                <a:sym typeface="Symbol" panose="05050102010706020507" pitchFamily="18" charset="2"/>
              </a:rPr>
              <a:t> | d</a:t>
            </a:r>
            <a:r>
              <a:rPr kumimoji="0" lang="en-US" altLang="zh-CN" sz="2400" baseline="-25000">
                <a:sym typeface="Symbol" panose="05050102010706020507" pitchFamily="18" charset="2"/>
              </a:rPr>
              <a:t>k</a:t>
            </a:r>
            <a:r>
              <a:rPr kumimoji="0" lang="zh-CN" altLang="en-US" sz="2400">
                <a:sym typeface="Symbol" panose="05050102010706020507" pitchFamily="18" charset="2"/>
              </a:rPr>
              <a:t>为其他对</a:t>
            </a:r>
            <a:r>
              <a:rPr kumimoji="0" lang="en-US" altLang="zh-CN" sz="2400">
                <a:sym typeface="Symbol" panose="05050102010706020507" pitchFamily="18" charset="2"/>
              </a:rPr>
              <a:t>A</a:t>
            </a:r>
            <a:r>
              <a:rPr kumimoji="0" lang="en-US" altLang="zh-CN" sz="2400" baseline="-25000">
                <a:sym typeface="Symbol" panose="05050102010706020507" pitchFamily="18" charset="2"/>
              </a:rPr>
              <a:t>j</a:t>
            </a:r>
            <a:r>
              <a:rPr kumimoji="0" lang="zh-CN" altLang="en-US" sz="2400">
                <a:sym typeface="Symbol" panose="05050102010706020507" pitchFamily="18" charset="2"/>
              </a:rPr>
              <a:t>的产生式</a:t>
            </a:r>
            <a:br>
              <a:rPr kumimoji="0" lang="zh-CN" altLang="en-US" sz="2400">
                <a:sym typeface="Symbol" panose="05050102010706020507" pitchFamily="18" charset="2"/>
              </a:rPr>
            </a:br>
            <a:r>
              <a:rPr kumimoji="0" lang="zh-CN" altLang="en-US" sz="2400">
                <a:sym typeface="Symbol" panose="05050102010706020507" pitchFamily="18" charset="2"/>
              </a:rPr>
              <a:t>	</a:t>
            </a:r>
            <a:r>
              <a:rPr kumimoji="0" lang="en-US" altLang="zh-CN" sz="2400">
                <a:sym typeface="Symbol" panose="05050102010706020507" pitchFamily="18" charset="2"/>
              </a:rPr>
              <a:t>}</a:t>
            </a:r>
            <a:endParaRPr kumimoji="0" lang="en-US" altLang="zh-CN" sz="2400">
              <a:sym typeface="Symbol" panose="05050102010706020507" pitchFamily="18" charset="2"/>
            </a:endParaRPr>
          </a:p>
          <a:p>
            <a:pPr marL="609600" indent="-609600" eaLnBrk="1" hangingPunct="1">
              <a:buFont typeface="Wingdings" panose="05000000000000000000" pitchFamily="2" charset="2"/>
              <a:buAutoNum type="arabicPeriod"/>
            </a:pPr>
            <a:r>
              <a:rPr kumimoji="0" lang="zh-CN" altLang="en-US" sz="2400">
                <a:sym typeface="Symbol" panose="05050102010706020507" pitchFamily="18" charset="2"/>
              </a:rPr>
              <a:t>消除所有直接左递归</a:t>
            </a:r>
            <a:endParaRPr kumimoji="0" lang="zh-CN" altLang="en-US" sz="2400">
              <a:sym typeface="Symbol" panose="05050102010706020507" pitchFamily="18" charset="2"/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例</a:t>
            </a:r>
            <a:r>
              <a:rPr lang="en-US" altLang="zh-CN"/>
              <a:t>4.9</a:t>
            </a:r>
            <a:endParaRPr lang="en-US" altLang="zh-CN"/>
          </a:p>
        </p:txBody>
      </p:sp>
      <p:sp>
        <p:nvSpPr>
          <p:cNvPr id="583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182688" y="2590800"/>
            <a:ext cx="7772400" cy="3276600"/>
          </a:xfrm>
        </p:spPr>
        <p:txBody>
          <a:bodyPr/>
          <a:lstStyle/>
          <a:p>
            <a:pPr marL="609600" indent="-609600" eaLnBrk="1" hangingPunct="1">
              <a:buFont typeface="Wingdings" panose="05000000000000000000" pitchFamily="2" charset="2"/>
              <a:buAutoNum type="arabicPeriod"/>
            </a:pPr>
            <a:r>
              <a:rPr lang="zh-CN" altLang="en-US" sz="2800" dirty="0"/>
              <a:t>间接左递归</a:t>
            </a:r>
            <a:r>
              <a:rPr lang="zh-CN" altLang="en-US" sz="2800" dirty="0">
                <a:sym typeface="Wingdings" panose="05000000000000000000" pitchFamily="2" charset="2"/>
              </a:rPr>
              <a:t>直接左递归：</a:t>
            </a:r>
            <a:br>
              <a:rPr lang="zh-CN" altLang="en-US" sz="2800" dirty="0">
                <a:sym typeface="Wingdings" panose="05000000000000000000" pitchFamily="2" charset="2"/>
              </a:rPr>
            </a:br>
            <a:r>
              <a:rPr kumimoji="0" lang="en-US" altLang="zh-CN" sz="2400" dirty="0"/>
              <a:t>A </a:t>
            </a:r>
            <a:r>
              <a:rPr kumimoji="0" lang="en-US" altLang="zh-CN" sz="2400" dirty="0">
                <a:sym typeface="Symbol" panose="05050102010706020507" pitchFamily="18" charset="2"/>
              </a:rPr>
              <a:t> Ac | </a:t>
            </a:r>
            <a:r>
              <a:rPr kumimoji="0" lang="en-US" altLang="zh-CN" sz="2400" dirty="0" err="1">
                <a:sym typeface="Symbol" panose="05050102010706020507" pitchFamily="18" charset="2"/>
              </a:rPr>
              <a:t>Aad</a:t>
            </a:r>
            <a:r>
              <a:rPr kumimoji="0" lang="en-US" altLang="zh-CN" sz="2400" dirty="0">
                <a:sym typeface="Symbol" panose="05050102010706020507" pitchFamily="18" charset="2"/>
              </a:rPr>
              <a:t> | bd | </a:t>
            </a:r>
            <a:r>
              <a:rPr kumimoji="0" lang="en-US" altLang="zh-CN" sz="2400" dirty="0">
                <a:latin typeface="Symbol" panose="05050102010706020507" pitchFamily="18" charset="2"/>
                <a:sym typeface="Symbol" panose="05050102010706020507" pitchFamily="18" charset="2"/>
              </a:rPr>
              <a:t>e</a:t>
            </a:r>
            <a:endParaRPr kumimoji="0" lang="en-US" altLang="zh-CN" sz="2400" dirty="0">
              <a:sym typeface="Symbol" panose="05050102010706020507" pitchFamily="18" charset="2"/>
            </a:endParaRPr>
          </a:p>
          <a:p>
            <a:pPr marL="609600" indent="-609600" eaLnBrk="1" hangingPunct="1">
              <a:buFont typeface="Wingdings" panose="05000000000000000000" pitchFamily="2" charset="2"/>
              <a:buAutoNum type="arabicPeriod"/>
            </a:pPr>
            <a:r>
              <a:rPr kumimoji="0" lang="zh-CN" altLang="en-US" sz="2800" dirty="0">
                <a:sym typeface="Symbol" panose="05050102010706020507" pitchFamily="18" charset="2"/>
              </a:rPr>
              <a:t>消除直接左递归</a:t>
            </a:r>
            <a:br>
              <a:rPr kumimoji="0" lang="zh-CN" altLang="en-US" sz="2800" dirty="0">
                <a:sym typeface="Symbol" panose="05050102010706020507" pitchFamily="18" charset="2"/>
              </a:rPr>
            </a:br>
            <a:r>
              <a:rPr kumimoji="0" lang="en-US" altLang="zh-CN" sz="2400" dirty="0"/>
              <a:t>S </a:t>
            </a:r>
            <a:r>
              <a:rPr kumimoji="0" lang="en-US" altLang="zh-CN" sz="2400" dirty="0">
                <a:sym typeface="Symbol" panose="05050102010706020507" pitchFamily="18" charset="2"/>
              </a:rPr>
              <a:t> Aa | b</a:t>
            </a:r>
            <a:br>
              <a:rPr kumimoji="0" lang="en-US" altLang="zh-CN" sz="2400" dirty="0">
                <a:sym typeface="Symbol" panose="05050102010706020507" pitchFamily="18" charset="2"/>
              </a:rPr>
            </a:br>
            <a:r>
              <a:rPr kumimoji="0" lang="en-US" altLang="zh-CN" sz="2400" dirty="0"/>
              <a:t>A</a:t>
            </a:r>
            <a:r>
              <a:rPr kumimoji="0" lang="en-US" altLang="zh-CN" sz="2400" dirty="0">
                <a:sym typeface="Symbol" panose="05050102010706020507" pitchFamily="18" charset="2"/>
              </a:rPr>
              <a:t> </a:t>
            </a:r>
            <a:r>
              <a:rPr kumimoji="0" lang="en-US" altLang="zh-CN" sz="2400" dirty="0" err="1">
                <a:sym typeface="Symbol" panose="05050102010706020507" pitchFamily="18" charset="2"/>
              </a:rPr>
              <a:t>bdA</a:t>
            </a:r>
            <a:r>
              <a:rPr kumimoji="0" lang="en-US" altLang="zh-CN" sz="2400" dirty="0">
                <a:sym typeface="Symbol" panose="05050102010706020507" pitchFamily="18" charset="2"/>
              </a:rPr>
              <a:t>’ | A’</a:t>
            </a:r>
            <a:br>
              <a:rPr kumimoji="0" lang="en-US" altLang="zh-CN" sz="2400" dirty="0">
                <a:sym typeface="Symbol" panose="05050102010706020507" pitchFamily="18" charset="2"/>
              </a:rPr>
            </a:br>
            <a:r>
              <a:rPr kumimoji="0" lang="en-US" altLang="zh-CN" sz="2400" dirty="0">
                <a:sym typeface="Symbol" panose="05050102010706020507" pitchFamily="18" charset="2"/>
              </a:rPr>
              <a:t>A’ </a:t>
            </a:r>
            <a:r>
              <a:rPr kumimoji="0" lang="en-US" altLang="zh-CN" sz="2400" dirty="0" err="1">
                <a:sym typeface="Symbol" panose="05050102010706020507" pitchFamily="18" charset="2"/>
              </a:rPr>
              <a:t>cA</a:t>
            </a:r>
            <a:r>
              <a:rPr kumimoji="0" lang="en-US" altLang="zh-CN" sz="2400" dirty="0">
                <a:sym typeface="Symbol" panose="05050102010706020507" pitchFamily="18" charset="2"/>
              </a:rPr>
              <a:t>’ | </a:t>
            </a:r>
            <a:r>
              <a:rPr kumimoji="0" lang="en-US" altLang="zh-CN" sz="2400" dirty="0" err="1">
                <a:sym typeface="Symbol" panose="05050102010706020507" pitchFamily="18" charset="2"/>
              </a:rPr>
              <a:t>adA</a:t>
            </a:r>
            <a:r>
              <a:rPr kumimoji="0" lang="en-US" altLang="zh-CN" sz="2400" dirty="0">
                <a:sym typeface="Symbol" panose="05050102010706020507" pitchFamily="18" charset="2"/>
              </a:rPr>
              <a:t>’ | </a:t>
            </a:r>
            <a:r>
              <a:rPr kumimoji="0" lang="en-US" altLang="zh-CN" sz="2400" dirty="0">
                <a:latin typeface="Symbol" panose="05050102010706020507" pitchFamily="18" charset="2"/>
                <a:sym typeface="Symbol" panose="05050102010706020507" pitchFamily="18" charset="2"/>
              </a:rPr>
              <a:t>e</a:t>
            </a:r>
            <a:endParaRPr kumimoji="0" lang="en-US" altLang="zh-CN" sz="2400" dirty="0">
              <a:latin typeface="Symbol" panose="05050102010706020507" pitchFamily="18" charset="2"/>
              <a:sym typeface="Symbol" panose="05050102010706020507" pitchFamily="18" charset="2"/>
            </a:endParaRPr>
          </a:p>
        </p:txBody>
      </p:sp>
      <p:sp>
        <p:nvSpPr>
          <p:cNvPr id="58372" name="Text Box 5"/>
          <p:cNvSpPr txBox="1">
            <a:spLocks noChangeArrowheads="1"/>
          </p:cNvSpPr>
          <p:nvPr/>
        </p:nvSpPr>
        <p:spPr bwMode="auto">
          <a:xfrm>
            <a:off x="1295400" y="1295400"/>
            <a:ext cx="2590800" cy="10747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800"/>
              <a:t>S </a:t>
            </a:r>
            <a:r>
              <a:rPr kumimoji="0" lang="en-US" altLang="zh-CN" sz="2800">
                <a:sym typeface="Symbol" panose="05050102010706020507" pitchFamily="18" charset="2"/>
              </a:rPr>
              <a:t> Aa | b</a:t>
            </a:r>
            <a:endParaRPr kumimoji="0" lang="en-US" altLang="zh-CN" sz="2800">
              <a:sym typeface="Symbol" panose="05050102010706020507" pitchFamily="18" charset="2"/>
            </a:endParaRPr>
          </a:p>
          <a:p>
            <a:pPr eaLnBrk="1" hangingPunct="1">
              <a:lnSpc>
                <a:spcPct val="8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800"/>
              <a:t>A </a:t>
            </a:r>
            <a:r>
              <a:rPr kumimoji="0" lang="en-US" altLang="zh-CN" sz="2800">
                <a:sym typeface="Symbol" panose="05050102010706020507" pitchFamily="18" charset="2"/>
              </a:rPr>
              <a:t> Ac | Sd | </a:t>
            </a:r>
            <a:r>
              <a:rPr kumimoji="0" lang="en-US" altLang="zh-CN" sz="2800">
                <a:latin typeface="Symbol" panose="05050102010706020507" pitchFamily="18" charset="2"/>
                <a:sym typeface="Symbol" panose="05050102010706020507" pitchFamily="18" charset="2"/>
              </a:rPr>
              <a:t>e</a:t>
            </a:r>
            <a:endParaRPr kumimoji="0" lang="en-US" altLang="zh-CN" sz="2800">
              <a:latin typeface="Symbol" panose="05050102010706020507" pitchFamily="18" charset="2"/>
              <a:sym typeface="Symbol" panose="05050102010706020507" pitchFamily="18" charset="2"/>
            </a:endParaRPr>
          </a:p>
        </p:txBody>
      </p:sp>
      <p:sp>
        <p:nvSpPr>
          <p:cNvPr id="58373" name="Text Box 6"/>
          <p:cNvSpPr txBox="1">
            <a:spLocks noChangeArrowheads="1"/>
          </p:cNvSpPr>
          <p:nvPr/>
        </p:nvSpPr>
        <p:spPr bwMode="auto">
          <a:xfrm>
            <a:off x="4419600" y="1614488"/>
            <a:ext cx="30480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800"/>
              <a:t>S </a:t>
            </a:r>
            <a:r>
              <a:rPr kumimoji="0" lang="en-US" altLang="zh-CN" sz="2800">
                <a:sym typeface="Symbol" panose="05050102010706020507" pitchFamily="18" charset="2"/>
              </a:rPr>
              <a:t> Aa  Sda</a:t>
            </a:r>
            <a:endParaRPr kumimoji="0" lang="en-US" altLang="zh-CN" sz="2800">
              <a:sym typeface="Symbol" panose="05050102010706020507" pitchFamily="18" charset="2"/>
            </a:endParaRPr>
          </a:p>
        </p:txBody>
      </p:sp>
      <p:sp>
        <p:nvSpPr>
          <p:cNvPr id="58374" name="AutoShape 7"/>
          <p:cNvSpPr/>
          <p:nvPr/>
        </p:nvSpPr>
        <p:spPr bwMode="auto">
          <a:xfrm>
            <a:off x="3810000" y="1371600"/>
            <a:ext cx="228600" cy="914400"/>
          </a:xfrm>
          <a:prstGeom prst="rightBrace">
            <a:avLst>
              <a:gd name="adj1" fmla="val 33333"/>
              <a:gd name="adj2" fmla="val 53301"/>
            </a:avLst>
          </a:prstGeom>
          <a:noFill/>
          <a:ln w="25400">
            <a:solidFill>
              <a:schemeClr val="tx1"/>
            </a:solidFill>
            <a:round/>
            <a:head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>
              <a:latin typeface="Symbol" panose="05050102010706020507" pitchFamily="18" charset="2"/>
            </a:endParaRP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补充：消除</a:t>
            </a:r>
            <a:r>
              <a:rPr kumimoji="0" lang="en-US" altLang="zh-CN">
                <a:latin typeface="Symbol" panose="05050102010706020507" pitchFamily="18" charset="2"/>
                <a:sym typeface="Symbol" panose="05050102010706020507" pitchFamily="18" charset="2"/>
              </a:rPr>
              <a:t>e</a:t>
            </a:r>
            <a:r>
              <a:rPr kumimoji="0" lang="zh-CN" altLang="en-US">
                <a:sym typeface="Symbol" panose="05050102010706020507" pitchFamily="18" charset="2"/>
              </a:rPr>
              <a:t>产生式</a:t>
            </a:r>
            <a:endParaRPr kumimoji="0" lang="zh-CN" altLang="en-US">
              <a:sym typeface="Symbol" panose="05050102010706020507" pitchFamily="18" charset="2"/>
            </a:endParaRPr>
          </a:p>
        </p:txBody>
      </p:sp>
      <p:sp>
        <p:nvSpPr>
          <p:cNvPr id="593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182688" y="1371600"/>
            <a:ext cx="7772400" cy="1524000"/>
          </a:xfrm>
        </p:spPr>
        <p:txBody>
          <a:bodyPr/>
          <a:lstStyle/>
          <a:p>
            <a:pPr eaLnBrk="1" hangingPunct="1"/>
            <a:r>
              <a:rPr kumimoji="0" lang="zh-CN" altLang="en-US"/>
              <a:t>方法：利用产生式进行代入</a:t>
            </a:r>
            <a:endParaRPr kumimoji="0" lang="zh-CN" altLang="en-US"/>
          </a:p>
          <a:p>
            <a:pPr eaLnBrk="1" hangingPunct="1"/>
            <a:r>
              <a:rPr kumimoji="0" lang="en-US" altLang="zh-CN"/>
              <a:t>A </a:t>
            </a:r>
            <a:r>
              <a:rPr kumimoji="0" lang="en-US" altLang="zh-CN">
                <a:sym typeface="Symbol" panose="05050102010706020507" pitchFamily="18" charset="2"/>
              </a:rPr>
              <a:t> </a:t>
            </a:r>
            <a:r>
              <a:rPr kumimoji="0" lang="en-US" altLang="zh-CN">
                <a:latin typeface="Symbol" panose="05050102010706020507" pitchFamily="18" charset="2"/>
                <a:sym typeface="Symbol" panose="05050102010706020507" pitchFamily="18" charset="2"/>
              </a:rPr>
              <a:t>e</a:t>
            </a:r>
            <a:r>
              <a:rPr kumimoji="0" lang="zh-CN" altLang="en-US">
                <a:sym typeface="Symbol" panose="05050102010706020507" pitchFamily="18" charset="2"/>
              </a:rPr>
              <a:t>，</a:t>
            </a:r>
            <a:r>
              <a:rPr kumimoji="0" lang="en-US" altLang="zh-CN">
                <a:sym typeface="Symbol" panose="05050102010706020507" pitchFamily="18" charset="2"/>
              </a:rPr>
              <a:t>B  uAv </a:t>
            </a:r>
            <a:r>
              <a:rPr kumimoji="0" lang="en-US" altLang="zh-CN">
                <a:sym typeface="Wingdings" panose="05000000000000000000" pitchFamily="2" charset="2"/>
              </a:rPr>
              <a:t> </a:t>
            </a:r>
            <a:r>
              <a:rPr kumimoji="0" lang="en-US" altLang="zh-CN">
                <a:sym typeface="Symbol" panose="05050102010706020507" pitchFamily="18" charset="2"/>
              </a:rPr>
              <a:t>B  uv | uAv</a:t>
            </a:r>
            <a:endParaRPr kumimoji="0" lang="en-US" altLang="zh-CN">
              <a:sym typeface="Symbol" panose="05050102010706020507" pitchFamily="18" charset="2"/>
            </a:endParaRPr>
          </a:p>
        </p:txBody>
      </p:sp>
      <p:sp>
        <p:nvSpPr>
          <p:cNvPr id="59396" name="Text Box 4"/>
          <p:cNvSpPr txBox="1">
            <a:spLocks noChangeArrowheads="1"/>
          </p:cNvSpPr>
          <p:nvPr/>
        </p:nvSpPr>
        <p:spPr bwMode="auto">
          <a:xfrm>
            <a:off x="1295400" y="2667000"/>
            <a:ext cx="2819400" cy="2227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800">
                <a:sym typeface="Symbol" panose="05050102010706020507" pitchFamily="18" charset="2"/>
              </a:rPr>
              <a:t>E  TE’ </a:t>
            </a:r>
            <a:br>
              <a:rPr kumimoji="0" lang="en-US" altLang="zh-CN" sz="2800">
                <a:sym typeface="Symbol" panose="05050102010706020507" pitchFamily="18" charset="2"/>
              </a:rPr>
            </a:br>
            <a:r>
              <a:rPr kumimoji="0" lang="en-US" altLang="zh-CN" sz="2800">
                <a:sym typeface="Symbol" panose="05050102010706020507" pitchFamily="18" charset="2"/>
              </a:rPr>
              <a:t>E’  + TE’ |  </a:t>
            </a:r>
            <a:r>
              <a:rPr kumimoji="0" lang="en-US" altLang="zh-CN" sz="2800">
                <a:latin typeface="Symbol" panose="05050102010706020507" pitchFamily="18" charset="2"/>
                <a:sym typeface="Symbol" panose="05050102010706020507" pitchFamily="18" charset="2"/>
              </a:rPr>
              <a:t>e</a:t>
            </a:r>
            <a:br>
              <a:rPr kumimoji="0" lang="en-US" altLang="zh-CN" sz="2800">
                <a:sym typeface="Symbol" panose="05050102010706020507" pitchFamily="18" charset="2"/>
              </a:rPr>
            </a:br>
            <a:r>
              <a:rPr kumimoji="0" lang="en-US" altLang="zh-CN" sz="2800">
                <a:sym typeface="Symbol" panose="05050102010706020507" pitchFamily="18" charset="2"/>
              </a:rPr>
              <a:t>T  FT’</a:t>
            </a:r>
            <a:br>
              <a:rPr kumimoji="0" lang="en-US" altLang="zh-CN" sz="2800">
                <a:sym typeface="Symbol" panose="05050102010706020507" pitchFamily="18" charset="2"/>
              </a:rPr>
            </a:br>
            <a:r>
              <a:rPr kumimoji="0" lang="en-US" altLang="zh-CN" sz="2800">
                <a:sym typeface="Symbol" panose="05050102010706020507" pitchFamily="18" charset="2"/>
              </a:rPr>
              <a:t>T’  * FT’ | </a:t>
            </a:r>
            <a:r>
              <a:rPr kumimoji="0" lang="en-US" altLang="zh-CN" sz="2800">
                <a:latin typeface="Symbol" panose="05050102010706020507" pitchFamily="18" charset="2"/>
                <a:sym typeface="Symbol" panose="05050102010706020507" pitchFamily="18" charset="2"/>
              </a:rPr>
              <a:t>e</a:t>
            </a:r>
            <a:r>
              <a:rPr kumimoji="0" lang="en-US" altLang="zh-CN" sz="2800">
                <a:sym typeface="Symbol" panose="05050102010706020507" pitchFamily="18" charset="2"/>
              </a:rPr>
              <a:t> </a:t>
            </a:r>
            <a:br>
              <a:rPr kumimoji="0" lang="en-US" altLang="zh-CN" sz="2800">
                <a:sym typeface="Symbol" panose="05050102010706020507" pitchFamily="18" charset="2"/>
              </a:rPr>
            </a:br>
            <a:r>
              <a:rPr kumimoji="0" lang="en-US" altLang="zh-CN" sz="2800">
                <a:sym typeface="Symbol" panose="05050102010706020507" pitchFamily="18" charset="2"/>
              </a:rPr>
              <a:t>F   ( E )  | id</a:t>
            </a:r>
            <a:endParaRPr kumimoji="0" lang="en-US" altLang="zh-CN" sz="2800">
              <a:sym typeface="Symbol" panose="05050102010706020507" pitchFamily="18" charset="2"/>
            </a:endParaRPr>
          </a:p>
        </p:txBody>
      </p:sp>
      <p:sp>
        <p:nvSpPr>
          <p:cNvPr id="59397" name="AutoShape 7"/>
          <p:cNvSpPr/>
          <p:nvPr/>
        </p:nvSpPr>
        <p:spPr bwMode="auto">
          <a:xfrm>
            <a:off x="3810000" y="2743200"/>
            <a:ext cx="533400" cy="2027238"/>
          </a:xfrm>
          <a:prstGeom prst="rightBrace">
            <a:avLst>
              <a:gd name="adj1" fmla="val 31672"/>
              <a:gd name="adj2" fmla="val 50000"/>
            </a:avLst>
          </a:prstGeom>
          <a:noFill/>
          <a:ln w="25400">
            <a:solidFill>
              <a:srgbClr val="FF0000"/>
            </a:solidFill>
            <a:round/>
            <a:head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>
              <a:latin typeface="Symbol" panose="05050102010706020507" pitchFamily="18" charset="2"/>
            </a:endParaRPr>
          </a:p>
        </p:txBody>
      </p:sp>
      <p:sp>
        <p:nvSpPr>
          <p:cNvPr id="59398" name="Text Box 8"/>
          <p:cNvSpPr txBox="1">
            <a:spLocks noChangeArrowheads="1"/>
          </p:cNvSpPr>
          <p:nvPr/>
        </p:nvSpPr>
        <p:spPr bwMode="auto">
          <a:xfrm>
            <a:off x="4724400" y="2667000"/>
            <a:ext cx="2819400" cy="2227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800">
                <a:sym typeface="Symbol" panose="05050102010706020507" pitchFamily="18" charset="2"/>
              </a:rPr>
              <a:t>E  TE’ | T</a:t>
            </a:r>
            <a:br>
              <a:rPr kumimoji="0" lang="en-US" altLang="zh-CN" sz="2800">
                <a:sym typeface="Symbol" panose="05050102010706020507" pitchFamily="18" charset="2"/>
              </a:rPr>
            </a:br>
            <a:r>
              <a:rPr kumimoji="0" lang="en-US" altLang="zh-CN" sz="2800">
                <a:sym typeface="Symbol" panose="05050102010706020507" pitchFamily="18" charset="2"/>
              </a:rPr>
              <a:t>E’  + TE’ |  + T</a:t>
            </a:r>
            <a:br>
              <a:rPr kumimoji="0" lang="en-US" altLang="zh-CN" sz="2800">
                <a:sym typeface="Symbol" panose="05050102010706020507" pitchFamily="18" charset="2"/>
              </a:rPr>
            </a:br>
            <a:r>
              <a:rPr kumimoji="0" lang="en-US" altLang="zh-CN" sz="2800">
                <a:sym typeface="Symbol" panose="05050102010706020507" pitchFamily="18" charset="2"/>
              </a:rPr>
              <a:t>T  FT’ | F</a:t>
            </a:r>
            <a:br>
              <a:rPr kumimoji="0" lang="en-US" altLang="zh-CN" sz="2800">
                <a:sym typeface="Symbol" panose="05050102010706020507" pitchFamily="18" charset="2"/>
              </a:rPr>
            </a:br>
            <a:r>
              <a:rPr kumimoji="0" lang="en-US" altLang="zh-CN" sz="2800">
                <a:sym typeface="Symbol" panose="05050102010706020507" pitchFamily="18" charset="2"/>
              </a:rPr>
              <a:t>T’  * FT’ |  * F</a:t>
            </a:r>
            <a:br>
              <a:rPr kumimoji="0" lang="en-US" altLang="zh-CN" sz="2800">
                <a:sym typeface="Symbol" panose="05050102010706020507" pitchFamily="18" charset="2"/>
              </a:rPr>
            </a:br>
            <a:r>
              <a:rPr kumimoji="0" lang="en-US" altLang="zh-CN" sz="2800">
                <a:sym typeface="Symbol" panose="05050102010706020507" pitchFamily="18" charset="2"/>
              </a:rPr>
              <a:t>F   ( E )  | id</a:t>
            </a:r>
            <a:endParaRPr kumimoji="0" lang="en-US" altLang="zh-CN" sz="2800">
              <a:sym typeface="Symbol" panose="05050102010706020507" pitchFamily="18" charset="2"/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补充：消除</a:t>
            </a:r>
            <a:r>
              <a:rPr kumimoji="0" lang="en-US" altLang="zh-CN">
                <a:latin typeface="Symbol" panose="05050102010706020507" pitchFamily="18" charset="2"/>
                <a:sym typeface="Symbol" panose="05050102010706020507" pitchFamily="18" charset="2"/>
              </a:rPr>
              <a:t>e</a:t>
            </a:r>
            <a:r>
              <a:rPr kumimoji="0" lang="zh-CN" altLang="en-US">
                <a:sym typeface="Symbol" panose="05050102010706020507" pitchFamily="18" charset="2"/>
              </a:rPr>
              <a:t>产生式（续）</a:t>
            </a:r>
            <a:endParaRPr kumimoji="0" lang="zh-CN" altLang="en-US">
              <a:sym typeface="Symbol" panose="05050102010706020507" pitchFamily="18" charset="2"/>
            </a:endParaRPr>
          </a:p>
        </p:txBody>
      </p:sp>
      <p:sp>
        <p:nvSpPr>
          <p:cNvPr id="60419" name="Text Box 7"/>
          <p:cNvSpPr txBox="1">
            <a:spLocks noChangeArrowheads="1"/>
          </p:cNvSpPr>
          <p:nvPr/>
        </p:nvSpPr>
        <p:spPr bwMode="auto">
          <a:xfrm>
            <a:off x="609600" y="1828800"/>
            <a:ext cx="3886200" cy="1373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800"/>
              <a:t>A</a:t>
            </a:r>
            <a:r>
              <a:rPr kumimoji="0" lang="en-US" altLang="zh-CN" sz="2800" baseline="-25000"/>
              <a:t>1</a:t>
            </a:r>
            <a:r>
              <a:rPr kumimoji="0" lang="en-US" altLang="zh-CN" sz="2800"/>
              <a:t> </a:t>
            </a:r>
            <a:r>
              <a:rPr kumimoji="0" lang="en-US" altLang="zh-CN" sz="2800">
                <a:sym typeface="Symbol" panose="05050102010706020507" pitchFamily="18" charset="2"/>
              </a:rPr>
              <a:t> A</a:t>
            </a:r>
            <a:r>
              <a:rPr kumimoji="0" lang="en-US" altLang="zh-CN" sz="2800" baseline="-25000">
                <a:sym typeface="Symbol" panose="05050102010706020507" pitchFamily="18" charset="2"/>
              </a:rPr>
              <a:t>2</a:t>
            </a:r>
            <a:r>
              <a:rPr kumimoji="0" lang="en-US" altLang="zh-CN" sz="2800">
                <a:sym typeface="Symbol" panose="05050102010706020507" pitchFamily="18" charset="2"/>
              </a:rPr>
              <a:t> a | b</a:t>
            </a:r>
            <a:br>
              <a:rPr kumimoji="0" lang="en-US" altLang="zh-CN" sz="2800">
                <a:sym typeface="Symbol" panose="05050102010706020507" pitchFamily="18" charset="2"/>
              </a:rPr>
            </a:br>
            <a:r>
              <a:rPr kumimoji="0" lang="en-US" altLang="zh-CN" sz="2800">
                <a:sym typeface="Symbol" panose="05050102010706020507" pitchFamily="18" charset="2"/>
              </a:rPr>
              <a:t>A</a:t>
            </a:r>
            <a:r>
              <a:rPr kumimoji="0" lang="en-US" altLang="zh-CN" sz="2800" baseline="-25000">
                <a:sym typeface="Symbol" panose="05050102010706020507" pitchFamily="18" charset="2"/>
              </a:rPr>
              <a:t>2 </a:t>
            </a:r>
            <a:r>
              <a:rPr kumimoji="0" lang="en-US" altLang="zh-CN" sz="2800">
                <a:sym typeface="Symbol" panose="05050102010706020507" pitchFamily="18" charset="2"/>
              </a:rPr>
              <a:t> bd A</a:t>
            </a:r>
            <a:r>
              <a:rPr kumimoji="0" lang="en-US" altLang="zh-CN" sz="2800" baseline="-25000">
                <a:sym typeface="Symbol" panose="05050102010706020507" pitchFamily="18" charset="2"/>
              </a:rPr>
              <a:t>2</a:t>
            </a:r>
            <a:r>
              <a:rPr kumimoji="0" lang="en-US" altLang="zh-CN" sz="2800">
                <a:sym typeface="Symbol" panose="05050102010706020507" pitchFamily="18" charset="2"/>
              </a:rPr>
              <a:t>’ | A</a:t>
            </a:r>
            <a:r>
              <a:rPr kumimoji="0" lang="en-US" altLang="zh-CN" sz="2800" baseline="-25000">
                <a:sym typeface="Symbol" panose="05050102010706020507" pitchFamily="18" charset="2"/>
              </a:rPr>
              <a:t>2</a:t>
            </a:r>
            <a:r>
              <a:rPr kumimoji="0" lang="en-US" altLang="zh-CN" sz="2800">
                <a:sym typeface="Symbol" panose="05050102010706020507" pitchFamily="18" charset="2"/>
              </a:rPr>
              <a:t>’</a:t>
            </a:r>
            <a:br>
              <a:rPr kumimoji="0" lang="en-US" altLang="zh-CN" sz="2800">
                <a:sym typeface="Symbol" panose="05050102010706020507" pitchFamily="18" charset="2"/>
              </a:rPr>
            </a:br>
            <a:r>
              <a:rPr kumimoji="0" lang="en-US" altLang="zh-CN" sz="2800">
                <a:sym typeface="Symbol" panose="05050102010706020507" pitchFamily="18" charset="2"/>
              </a:rPr>
              <a:t>A</a:t>
            </a:r>
            <a:r>
              <a:rPr kumimoji="0" lang="en-US" altLang="zh-CN" sz="2800" baseline="-25000">
                <a:sym typeface="Symbol" panose="05050102010706020507" pitchFamily="18" charset="2"/>
              </a:rPr>
              <a:t>2</a:t>
            </a:r>
            <a:r>
              <a:rPr kumimoji="0" lang="en-US" altLang="zh-CN" sz="2800">
                <a:sym typeface="Symbol" panose="05050102010706020507" pitchFamily="18" charset="2"/>
              </a:rPr>
              <a:t>’  c A</a:t>
            </a:r>
            <a:r>
              <a:rPr kumimoji="0" lang="en-US" altLang="zh-CN" sz="2800" baseline="-25000">
                <a:sym typeface="Symbol" panose="05050102010706020507" pitchFamily="18" charset="2"/>
              </a:rPr>
              <a:t>2</a:t>
            </a:r>
            <a:r>
              <a:rPr kumimoji="0" lang="en-US" altLang="zh-CN" sz="2800">
                <a:sym typeface="Symbol" panose="05050102010706020507" pitchFamily="18" charset="2"/>
              </a:rPr>
              <a:t>’ | bd A</a:t>
            </a:r>
            <a:r>
              <a:rPr kumimoji="0" lang="en-US" altLang="zh-CN" sz="2800" baseline="-25000">
                <a:sym typeface="Symbol" panose="05050102010706020507" pitchFamily="18" charset="2"/>
              </a:rPr>
              <a:t>2</a:t>
            </a:r>
            <a:r>
              <a:rPr kumimoji="0" lang="en-US" altLang="zh-CN" sz="2800">
                <a:sym typeface="Symbol" panose="05050102010706020507" pitchFamily="18" charset="2"/>
              </a:rPr>
              <a:t>’ | </a:t>
            </a:r>
            <a:r>
              <a:rPr kumimoji="0" lang="en-US" altLang="zh-CN" sz="2800">
                <a:latin typeface="Symbol" panose="05050102010706020507" pitchFamily="18" charset="2"/>
                <a:sym typeface="Symbol" panose="05050102010706020507" pitchFamily="18" charset="2"/>
              </a:rPr>
              <a:t>e</a:t>
            </a:r>
            <a:endParaRPr kumimoji="0" lang="en-US" altLang="zh-CN" sz="2800">
              <a:latin typeface="Symbol" panose="05050102010706020507" pitchFamily="18" charset="2"/>
              <a:sym typeface="Symbol" panose="05050102010706020507" pitchFamily="18" charset="2"/>
            </a:endParaRPr>
          </a:p>
        </p:txBody>
      </p:sp>
      <p:sp>
        <p:nvSpPr>
          <p:cNvPr id="60420" name="AutoShape 8"/>
          <p:cNvSpPr/>
          <p:nvPr/>
        </p:nvSpPr>
        <p:spPr bwMode="auto">
          <a:xfrm>
            <a:off x="4267200" y="1905000"/>
            <a:ext cx="533400" cy="1143000"/>
          </a:xfrm>
          <a:prstGeom prst="rightBrace">
            <a:avLst>
              <a:gd name="adj1" fmla="val 17857"/>
              <a:gd name="adj2" fmla="val 50000"/>
            </a:avLst>
          </a:prstGeom>
          <a:noFill/>
          <a:ln w="25400">
            <a:solidFill>
              <a:srgbClr val="FF0000"/>
            </a:solidFill>
            <a:round/>
            <a:head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>
              <a:latin typeface="Symbol" panose="05050102010706020507" pitchFamily="18" charset="2"/>
            </a:endParaRPr>
          </a:p>
        </p:txBody>
      </p:sp>
      <p:sp>
        <p:nvSpPr>
          <p:cNvPr id="60421" name="Text Box 9"/>
          <p:cNvSpPr txBox="1">
            <a:spLocks noChangeArrowheads="1"/>
          </p:cNvSpPr>
          <p:nvPr/>
        </p:nvSpPr>
        <p:spPr bwMode="auto">
          <a:xfrm>
            <a:off x="4800600" y="1828800"/>
            <a:ext cx="3810000" cy="2227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800"/>
              <a:t>A</a:t>
            </a:r>
            <a:r>
              <a:rPr kumimoji="0" lang="en-US" altLang="zh-CN" sz="2800" baseline="-25000"/>
              <a:t>1</a:t>
            </a:r>
            <a:r>
              <a:rPr kumimoji="0" lang="en-US" altLang="zh-CN" sz="2800"/>
              <a:t> </a:t>
            </a:r>
            <a:r>
              <a:rPr kumimoji="0" lang="en-US" altLang="zh-CN" sz="2800">
                <a:sym typeface="Symbol" panose="05050102010706020507" pitchFamily="18" charset="2"/>
              </a:rPr>
              <a:t> A</a:t>
            </a:r>
            <a:r>
              <a:rPr kumimoji="0" lang="en-US" altLang="zh-CN" sz="2800" baseline="-25000">
                <a:sym typeface="Symbol" panose="05050102010706020507" pitchFamily="18" charset="2"/>
              </a:rPr>
              <a:t>2</a:t>
            </a:r>
            <a:r>
              <a:rPr kumimoji="0" lang="en-US" altLang="zh-CN" sz="2800">
                <a:sym typeface="Symbol" panose="05050102010706020507" pitchFamily="18" charset="2"/>
              </a:rPr>
              <a:t> a | b | a</a:t>
            </a:r>
            <a:br>
              <a:rPr kumimoji="0" lang="en-US" altLang="zh-CN" sz="2800">
                <a:sym typeface="Symbol" panose="05050102010706020507" pitchFamily="18" charset="2"/>
              </a:rPr>
            </a:br>
            <a:r>
              <a:rPr kumimoji="0" lang="en-US" altLang="zh-CN" sz="2800">
                <a:sym typeface="Symbol" panose="05050102010706020507" pitchFamily="18" charset="2"/>
              </a:rPr>
              <a:t>A</a:t>
            </a:r>
            <a:r>
              <a:rPr kumimoji="0" lang="en-US" altLang="zh-CN" sz="2800" baseline="-25000">
                <a:sym typeface="Symbol" panose="05050102010706020507" pitchFamily="18" charset="2"/>
              </a:rPr>
              <a:t>2 </a:t>
            </a:r>
            <a:r>
              <a:rPr kumimoji="0" lang="en-US" altLang="zh-CN" sz="2800">
                <a:sym typeface="Symbol" panose="05050102010706020507" pitchFamily="18" charset="2"/>
              </a:rPr>
              <a:t> bd A</a:t>
            </a:r>
            <a:r>
              <a:rPr kumimoji="0" lang="en-US" altLang="zh-CN" sz="2800" baseline="-25000">
                <a:sym typeface="Symbol" panose="05050102010706020507" pitchFamily="18" charset="2"/>
              </a:rPr>
              <a:t>2</a:t>
            </a:r>
            <a:r>
              <a:rPr kumimoji="0" lang="en-US" altLang="zh-CN" sz="2800">
                <a:sym typeface="Symbol" panose="05050102010706020507" pitchFamily="18" charset="2"/>
              </a:rPr>
              <a:t>’ | A</a:t>
            </a:r>
            <a:r>
              <a:rPr kumimoji="0" lang="en-US" altLang="zh-CN" sz="2800" baseline="-25000">
                <a:sym typeface="Symbol" panose="05050102010706020507" pitchFamily="18" charset="2"/>
              </a:rPr>
              <a:t>2</a:t>
            </a:r>
            <a:r>
              <a:rPr kumimoji="0" lang="en-US" altLang="zh-CN" sz="2800">
                <a:sym typeface="Symbol" panose="05050102010706020507" pitchFamily="18" charset="2"/>
              </a:rPr>
              <a:t>’</a:t>
            </a:r>
            <a:br>
              <a:rPr kumimoji="0" lang="en-US" altLang="zh-CN" sz="2800">
                <a:sym typeface="Symbol" panose="05050102010706020507" pitchFamily="18" charset="2"/>
              </a:rPr>
            </a:br>
            <a:r>
              <a:rPr kumimoji="0" lang="en-US" altLang="zh-CN" sz="2800">
                <a:sym typeface="Symbol" panose="05050102010706020507" pitchFamily="18" charset="2"/>
              </a:rPr>
              <a:t>        | bd</a:t>
            </a:r>
            <a:br>
              <a:rPr kumimoji="0" lang="en-US" altLang="zh-CN" sz="2800">
                <a:sym typeface="Symbol" panose="05050102010706020507" pitchFamily="18" charset="2"/>
              </a:rPr>
            </a:br>
            <a:r>
              <a:rPr kumimoji="0" lang="en-US" altLang="zh-CN" sz="2800">
                <a:sym typeface="Symbol" panose="05050102010706020507" pitchFamily="18" charset="2"/>
              </a:rPr>
              <a:t>A</a:t>
            </a:r>
            <a:r>
              <a:rPr kumimoji="0" lang="en-US" altLang="zh-CN" sz="2800" baseline="-25000">
                <a:sym typeface="Symbol" panose="05050102010706020507" pitchFamily="18" charset="2"/>
              </a:rPr>
              <a:t>2</a:t>
            </a:r>
            <a:r>
              <a:rPr kumimoji="0" lang="en-US" altLang="zh-CN" sz="2800">
                <a:sym typeface="Symbol" panose="05050102010706020507" pitchFamily="18" charset="2"/>
              </a:rPr>
              <a:t>’  c A</a:t>
            </a:r>
            <a:r>
              <a:rPr kumimoji="0" lang="en-US" altLang="zh-CN" sz="2800" baseline="-25000">
                <a:sym typeface="Symbol" panose="05050102010706020507" pitchFamily="18" charset="2"/>
              </a:rPr>
              <a:t>2</a:t>
            </a:r>
            <a:r>
              <a:rPr kumimoji="0" lang="en-US" altLang="zh-CN" sz="2800">
                <a:sym typeface="Symbol" panose="05050102010706020507" pitchFamily="18" charset="2"/>
              </a:rPr>
              <a:t>’ | bd A</a:t>
            </a:r>
            <a:r>
              <a:rPr kumimoji="0" lang="en-US" altLang="zh-CN" sz="2800" baseline="-25000">
                <a:sym typeface="Symbol" panose="05050102010706020507" pitchFamily="18" charset="2"/>
              </a:rPr>
              <a:t>2</a:t>
            </a:r>
            <a:r>
              <a:rPr kumimoji="0" lang="en-US" altLang="zh-CN" sz="2800">
                <a:sym typeface="Symbol" panose="05050102010706020507" pitchFamily="18" charset="2"/>
              </a:rPr>
              <a:t>’</a:t>
            </a:r>
            <a:br>
              <a:rPr kumimoji="0" lang="en-US" altLang="zh-CN" sz="2800">
                <a:sym typeface="Symbol" panose="05050102010706020507" pitchFamily="18" charset="2"/>
              </a:rPr>
            </a:br>
            <a:r>
              <a:rPr kumimoji="0" lang="en-US" altLang="zh-CN" sz="2800">
                <a:sym typeface="Symbol" panose="05050102010706020507" pitchFamily="18" charset="2"/>
              </a:rPr>
              <a:t>          | c | bd</a:t>
            </a:r>
            <a:endParaRPr kumimoji="0" lang="en-US" altLang="zh-CN" sz="2800">
              <a:sym typeface="Symbol" panose="05050102010706020507" pitchFamily="18" charset="2"/>
            </a:endParaRP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补充：消除回路</a:t>
            </a:r>
            <a:endParaRPr lang="zh-CN" altLang="en-US"/>
          </a:p>
        </p:txBody>
      </p:sp>
      <p:sp>
        <p:nvSpPr>
          <p:cNvPr id="6144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182688" y="2286000"/>
            <a:ext cx="7772400" cy="3581400"/>
          </a:xfrm>
        </p:spPr>
        <p:txBody>
          <a:bodyPr/>
          <a:lstStyle/>
          <a:p>
            <a:pPr eaLnBrk="1" hangingPunct="1"/>
            <a:r>
              <a:rPr lang="zh-CN" altLang="en-US"/>
              <a:t>如何消除回路？</a:t>
            </a:r>
            <a:endParaRPr lang="zh-CN" altLang="en-US"/>
          </a:p>
          <a:p>
            <a:pPr eaLnBrk="1" hangingPunct="1"/>
            <a:r>
              <a:rPr lang="zh-CN" altLang="en-US"/>
              <a:t>保证每个产生式都加入终结符（开始符号的</a:t>
            </a:r>
            <a:r>
              <a:rPr kumimoji="0" lang="en-US" altLang="zh-CN">
                <a:latin typeface="Symbol" panose="05050102010706020507" pitchFamily="18" charset="2"/>
                <a:sym typeface="Symbol" panose="05050102010706020507" pitchFamily="18" charset="2"/>
              </a:rPr>
              <a:t>e</a:t>
            </a:r>
            <a:r>
              <a:rPr kumimoji="0" lang="zh-CN" altLang="en-US">
                <a:sym typeface="Symbol" panose="05050102010706020507" pitchFamily="18" charset="2"/>
              </a:rPr>
              <a:t>产生式除外</a:t>
            </a:r>
            <a:r>
              <a:rPr kumimoji="0" lang="en-US" altLang="zh-CN">
                <a:sym typeface="Symbol" panose="05050102010706020507" pitchFamily="18" charset="2"/>
              </a:rPr>
              <a:t>)</a:t>
            </a:r>
            <a:endParaRPr kumimoji="0" lang="en-US" altLang="zh-CN">
              <a:sym typeface="Symbol" panose="05050102010706020507" pitchFamily="18" charset="2"/>
            </a:endParaRPr>
          </a:p>
          <a:p>
            <a:pPr eaLnBrk="1" hangingPunct="1"/>
            <a:r>
              <a:rPr kumimoji="0" lang="zh-CN" altLang="en-US">
                <a:sym typeface="Symbol" panose="05050102010706020507" pitchFamily="18" charset="2"/>
              </a:rPr>
              <a:t>上面文法改写为：</a:t>
            </a:r>
            <a:br>
              <a:rPr kumimoji="0" lang="zh-CN" altLang="en-US">
                <a:sym typeface="Symbol" panose="05050102010706020507" pitchFamily="18" charset="2"/>
              </a:rPr>
            </a:br>
            <a:r>
              <a:rPr kumimoji="0" lang="zh-CN" altLang="en-US">
                <a:sym typeface="Symbol" panose="05050102010706020507" pitchFamily="18" charset="2"/>
              </a:rPr>
              <a:t> </a:t>
            </a:r>
            <a:r>
              <a:rPr kumimoji="0" lang="en-US" altLang="zh-CN" sz="2800"/>
              <a:t>S </a:t>
            </a:r>
            <a:r>
              <a:rPr kumimoji="0" lang="en-US" altLang="zh-CN" sz="2800">
                <a:sym typeface="Symbol" panose="05050102010706020507" pitchFamily="18" charset="2"/>
              </a:rPr>
              <a:t> S ( S ) | ( S ) | </a:t>
            </a:r>
            <a:r>
              <a:rPr kumimoji="0" lang="en-US" altLang="zh-CN">
                <a:latin typeface="Symbol" panose="05050102010706020507" pitchFamily="18" charset="2"/>
                <a:sym typeface="Symbol" panose="05050102010706020507" pitchFamily="18" charset="2"/>
              </a:rPr>
              <a:t>e</a:t>
            </a:r>
            <a:endParaRPr kumimoji="0" lang="en-US" altLang="zh-CN">
              <a:latin typeface="Symbol" panose="05050102010706020507" pitchFamily="18" charset="2"/>
              <a:sym typeface="Symbol" panose="05050102010706020507" pitchFamily="18" charset="2"/>
            </a:endParaRPr>
          </a:p>
        </p:txBody>
      </p:sp>
      <p:sp>
        <p:nvSpPr>
          <p:cNvPr id="61444" name="Text Box 4"/>
          <p:cNvSpPr txBox="1">
            <a:spLocks noChangeArrowheads="1"/>
          </p:cNvSpPr>
          <p:nvPr/>
        </p:nvSpPr>
        <p:spPr bwMode="auto">
          <a:xfrm>
            <a:off x="1143000" y="1371600"/>
            <a:ext cx="28194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800"/>
              <a:t>S </a:t>
            </a:r>
            <a:r>
              <a:rPr kumimoji="0" lang="en-US" altLang="zh-CN" sz="2800">
                <a:sym typeface="Symbol" panose="05050102010706020507" pitchFamily="18" charset="2"/>
              </a:rPr>
              <a:t> SS | ( S ) | </a:t>
            </a:r>
            <a:r>
              <a:rPr kumimoji="0" lang="en-US" altLang="zh-CN" sz="2800">
                <a:latin typeface="Symbol" panose="05050102010706020507" pitchFamily="18" charset="2"/>
                <a:sym typeface="Symbol" panose="05050102010706020507" pitchFamily="18" charset="2"/>
              </a:rPr>
              <a:t>e</a:t>
            </a:r>
            <a:endParaRPr kumimoji="0" lang="en-US" altLang="zh-CN" sz="2800">
              <a:latin typeface="Symbol" panose="05050102010706020507" pitchFamily="18" charset="2"/>
              <a:sym typeface="Symbol" panose="05050102010706020507" pitchFamily="18" charset="2"/>
            </a:endParaRPr>
          </a:p>
        </p:txBody>
      </p:sp>
      <p:sp>
        <p:nvSpPr>
          <p:cNvPr id="61445" name="AutoShape 5"/>
          <p:cNvSpPr/>
          <p:nvPr/>
        </p:nvSpPr>
        <p:spPr bwMode="auto">
          <a:xfrm rot="-5400000">
            <a:off x="7315200" y="1600200"/>
            <a:ext cx="228600" cy="685800"/>
          </a:xfrm>
          <a:prstGeom prst="leftBrace">
            <a:avLst>
              <a:gd name="adj1" fmla="val 25000"/>
              <a:gd name="adj2" fmla="val 50000"/>
            </a:avLst>
          </a:prstGeom>
          <a:noFill/>
          <a:ln w="25400">
            <a:solidFill>
              <a:srgbClr val="FF0000"/>
            </a:solidFill>
            <a:round/>
            <a:head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>
              <a:latin typeface="Symbol" panose="05050102010706020507" pitchFamily="18" charset="2"/>
            </a:endParaRPr>
          </a:p>
        </p:txBody>
      </p:sp>
      <p:sp>
        <p:nvSpPr>
          <p:cNvPr id="61446" name="Text Box 6"/>
          <p:cNvSpPr txBox="1">
            <a:spLocks noChangeArrowheads="1"/>
          </p:cNvSpPr>
          <p:nvPr/>
        </p:nvSpPr>
        <p:spPr bwMode="auto">
          <a:xfrm>
            <a:off x="6934200" y="1919288"/>
            <a:ext cx="13716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800">
                <a:solidFill>
                  <a:srgbClr val="FF3300"/>
                </a:solidFill>
              </a:rPr>
              <a:t>S </a:t>
            </a:r>
            <a:r>
              <a:rPr kumimoji="0" lang="en-US" altLang="zh-CN" sz="2800">
                <a:solidFill>
                  <a:srgbClr val="FF3300"/>
                </a:solidFill>
                <a:sym typeface="Symbol" panose="05050102010706020507" pitchFamily="18" charset="2"/>
              </a:rPr>
              <a:t> </a:t>
            </a:r>
            <a:r>
              <a:rPr kumimoji="0" lang="en-US" altLang="zh-CN" sz="2800">
                <a:solidFill>
                  <a:srgbClr val="FF3300"/>
                </a:solidFill>
                <a:latin typeface="Symbol" panose="05050102010706020507" pitchFamily="18" charset="2"/>
                <a:sym typeface="Symbol" panose="05050102010706020507" pitchFamily="18" charset="2"/>
              </a:rPr>
              <a:t>e</a:t>
            </a:r>
            <a:endParaRPr kumimoji="0" lang="en-US" altLang="zh-CN" sz="2800">
              <a:solidFill>
                <a:srgbClr val="FF3300"/>
              </a:solidFill>
              <a:latin typeface="Symbol" panose="05050102010706020507" pitchFamily="18" charset="2"/>
              <a:sym typeface="Symbol" panose="05050102010706020507" pitchFamily="18" charset="2"/>
            </a:endParaRPr>
          </a:p>
        </p:txBody>
      </p:sp>
      <p:sp>
        <p:nvSpPr>
          <p:cNvPr id="61447" name="Text Box 7"/>
          <p:cNvSpPr txBox="1">
            <a:spLocks noChangeArrowheads="1"/>
          </p:cNvSpPr>
          <p:nvPr/>
        </p:nvSpPr>
        <p:spPr bwMode="auto">
          <a:xfrm>
            <a:off x="4876800" y="1371600"/>
            <a:ext cx="35052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zh-CN" altLang="en-US" sz="2800">
                <a:sym typeface="Symbol" panose="05050102010706020507" pitchFamily="18" charset="2"/>
              </a:rPr>
              <a:t>回路</a:t>
            </a:r>
            <a:r>
              <a:rPr kumimoji="0" lang="en-US" altLang="zh-CN" sz="2800">
                <a:sym typeface="Symbol" panose="05050102010706020507" pitchFamily="18" charset="2"/>
              </a:rPr>
              <a:t>:   S  SS  S</a:t>
            </a:r>
            <a:endParaRPr kumimoji="0" lang="en-US" altLang="zh-CN" sz="2800">
              <a:sym typeface="Symbol" panose="05050102010706020507" pitchFamily="18" charset="2"/>
            </a:endParaRP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4.3.5  </a:t>
            </a:r>
            <a:r>
              <a:rPr lang="zh-CN" altLang="en-US"/>
              <a:t>提取左公因子</a:t>
            </a:r>
            <a:endParaRPr lang="zh-CN" altLang="en-US"/>
          </a:p>
        </p:txBody>
      </p:sp>
      <p:sp>
        <p:nvSpPr>
          <p:cNvPr id="6246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zh-CN" altLang="en-US" sz="2800"/>
              <a:t>预测分析方法要求</a:t>
            </a:r>
            <a:r>
              <a:rPr lang="en-US" altLang="zh-CN" sz="2800"/>
              <a:t>——</a:t>
            </a:r>
            <a:br>
              <a:rPr lang="en-US" altLang="zh-CN" sz="2800"/>
            </a:br>
            <a:r>
              <a:rPr lang="zh-CN" altLang="en-US" sz="2800"/>
              <a:t>向前搜索一个单词，即可确定产生式</a:t>
            </a:r>
            <a:endParaRPr lang="zh-CN" altLang="en-US" sz="2800"/>
          </a:p>
          <a:p>
            <a:pPr eaLnBrk="1" hangingPunct="1"/>
            <a:r>
              <a:rPr kumimoji="0" lang="en-US" altLang="zh-CN" sz="2400" i="1"/>
              <a:t>stmt </a:t>
            </a:r>
            <a:r>
              <a:rPr kumimoji="0" lang="en-US" altLang="zh-CN" sz="2400">
                <a:sym typeface="Symbol" panose="05050102010706020507" pitchFamily="18" charset="2"/>
              </a:rPr>
              <a:t></a:t>
            </a:r>
            <a:r>
              <a:rPr kumimoji="0" lang="en-US" altLang="zh-CN" sz="2400" i="1">
                <a:sym typeface="Symbol" panose="05050102010706020507" pitchFamily="18" charset="2"/>
              </a:rPr>
              <a:t> </a:t>
            </a:r>
            <a:r>
              <a:rPr kumimoji="0" lang="en-US" altLang="zh-CN" sz="2400" b="1">
                <a:sym typeface="Symbol" panose="05050102010706020507" pitchFamily="18" charset="2"/>
              </a:rPr>
              <a:t>if</a:t>
            </a:r>
            <a:r>
              <a:rPr kumimoji="0" lang="en-US" altLang="zh-CN" sz="2400">
                <a:sym typeface="Symbol" panose="05050102010706020507" pitchFamily="18" charset="2"/>
              </a:rPr>
              <a:t> </a:t>
            </a:r>
            <a:r>
              <a:rPr kumimoji="0" lang="en-US" altLang="zh-CN" sz="2400" i="1">
                <a:sym typeface="Symbol" panose="05050102010706020507" pitchFamily="18" charset="2"/>
              </a:rPr>
              <a:t>expr</a:t>
            </a:r>
            <a:r>
              <a:rPr kumimoji="0" lang="en-US" altLang="zh-CN" sz="2400">
                <a:sym typeface="Symbol" panose="05050102010706020507" pitchFamily="18" charset="2"/>
              </a:rPr>
              <a:t> </a:t>
            </a:r>
            <a:r>
              <a:rPr kumimoji="0" lang="en-US" altLang="zh-CN" sz="2400" b="1">
                <a:sym typeface="Symbol" panose="05050102010706020507" pitchFamily="18" charset="2"/>
              </a:rPr>
              <a:t>then</a:t>
            </a:r>
            <a:r>
              <a:rPr kumimoji="0" lang="en-US" altLang="zh-CN" sz="2400">
                <a:sym typeface="Symbol" panose="05050102010706020507" pitchFamily="18" charset="2"/>
              </a:rPr>
              <a:t>  </a:t>
            </a:r>
            <a:r>
              <a:rPr kumimoji="0" lang="en-US" altLang="zh-CN" sz="2400" i="1">
                <a:sym typeface="Symbol" panose="05050102010706020507" pitchFamily="18" charset="2"/>
              </a:rPr>
              <a:t>stmt </a:t>
            </a:r>
            <a:r>
              <a:rPr kumimoji="0" lang="en-US" altLang="zh-CN" sz="2400" b="1">
                <a:sym typeface="Symbol" panose="05050102010706020507" pitchFamily="18" charset="2"/>
              </a:rPr>
              <a:t>else</a:t>
            </a:r>
            <a:r>
              <a:rPr kumimoji="0" lang="en-US" altLang="zh-CN" sz="2400">
                <a:sym typeface="Symbol" panose="05050102010706020507" pitchFamily="18" charset="2"/>
              </a:rPr>
              <a:t> </a:t>
            </a:r>
            <a:r>
              <a:rPr kumimoji="0" lang="en-US" altLang="zh-CN" sz="2400" i="1">
                <a:sym typeface="Symbol" panose="05050102010706020507" pitchFamily="18" charset="2"/>
              </a:rPr>
              <a:t>stmt</a:t>
            </a:r>
            <a:br>
              <a:rPr kumimoji="0" lang="en-US" altLang="zh-CN" sz="2400" i="1">
                <a:sym typeface="Symbol" panose="05050102010706020507" pitchFamily="18" charset="2"/>
              </a:rPr>
            </a:br>
            <a:r>
              <a:rPr kumimoji="0" lang="en-US" altLang="zh-CN" sz="2400" i="1">
                <a:sym typeface="Symbol" panose="05050102010706020507" pitchFamily="18" charset="2"/>
              </a:rPr>
              <a:t>           | </a:t>
            </a:r>
            <a:r>
              <a:rPr kumimoji="0" lang="en-US" altLang="zh-CN" sz="2400" b="1">
                <a:sym typeface="Symbol" panose="05050102010706020507" pitchFamily="18" charset="2"/>
              </a:rPr>
              <a:t>if</a:t>
            </a:r>
            <a:r>
              <a:rPr kumimoji="0" lang="en-US" altLang="zh-CN" sz="2400">
                <a:sym typeface="Symbol" panose="05050102010706020507" pitchFamily="18" charset="2"/>
              </a:rPr>
              <a:t> </a:t>
            </a:r>
            <a:r>
              <a:rPr kumimoji="0" lang="en-US" altLang="zh-CN" sz="2400" i="1">
                <a:sym typeface="Symbol" panose="05050102010706020507" pitchFamily="18" charset="2"/>
              </a:rPr>
              <a:t>expr</a:t>
            </a:r>
            <a:r>
              <a:rPr kumimoji="0" lang="en-US" altLang="zh-CN" sz="2400">
                <a:sym typeface="Symbol" panose="05050102010706020507" pitchFamily="18" charset="2"/>
              </a:rPr>
              <a:t> </a:t>
            </a:r>
            <a:r>
              <a:rPr kumimoji="0" lang="en-US" altLang="zh-CN" sz="2400" b="1">
                <a:sym typeface="Symbol" panose="05050102010706020507" pitchFamily="18" charset="2"/>
              </a:rPr>
              <a:t>then</a:t>
            </a:r>
            <a:r>
              <a:rPr kumimoji="0" lang="en-US" altLang="zh-CN" sz="2400">
                <a:sym typeface="Symbol" panose="05050102010706020507" pitchFamily="18" charset="2"/>
              </a:rPr>
              <a:t>  </a:t>
            </a:r>
            <a:r>
              <a:rPr kumimoji="0" lang="en-US" altLang="zh-CN" sz="2400" i="1">
                <a:sym typeface="Symbol" panose="05050102010706020507" pitchFamily="18" charset="2"/>
              </a:rPr>
              <a:t>stmt	</a:t>
            </a:r>
            <a:r>
              <a:rPr kumimoji="0" lang="zh-CN" altLang="en-US" sz="2800">
                <a:sym typeface="Symbol" panose="05050102010706020507" pitchFamily="18" charset="2"/>
              </a:rPr>
              <a:t>不符合！</a:t>
            </a:r>
            <a:endParaRPr kumimoji="0" lang="zh-CN" altLang="en-US" sz="2800">
              <a:sym typeface="Symbol" panose="05050102010706020507" pitchFamily="18" charset="2"/>
            </a:endParaRPr>
          </a:p>
          <a:p>
            <a:pPr eaLnBrk="1" hangingPunct="1"/>
            <a:r>
              <a:rPr kumimoji="0" lang="zh-CN" altLang="en-US" sz="2800">
                <a:sym typeface="Symbol" panose="05050102010706020507" pitchFamily="18" charset="2"/>
              </a:rPr>
              <a:t>一般的</a:t>
            </a:r>
            <a:br>
              <a:rPr kumimoji="0" lang="zh-CN" altLang="en-US" sz="2800">
                <a:sym typeface="Symbol" panose="05050102010706020507" pitchFamily="18" charset="2"/>
              </a:rPr>
            </a:br>
            <a:r>
              <a:rPr kumimoji="0" lang="en-US" altLang="zh-CN" sz="2400"/>
              <a:t>A </a:t>
            </a:r>
            <a:r>
              <a:rPr kumimoji="0" lang="en-US" altLang="zh-CN" sz="2400">
                <a:sym typeface="Symbol" panose="05050102010706020507" pitchFamily="18" charset="2"/>
              </a:rPr>
              <a:t> </a:t>
            </a:r>
            <a:r>
              <a:rPr kumimoji="0" lang="en-US" altLang="zh-CN" sz="2400" baseline="-25000">
                <a:sym typeface="Symbol" panose="05050102010706020507" pitchFamily="18" charset="2"/>
              </a:rPr>
              <a:t>1</a:t>
            </a:r>
            <a:r>
              <a:rPr kumimoji="0" lang="en-US" altLang="zh-CN" sz="2400">
                <a:sym typeface="Symbol" panose="05050102010706020507" pitchFamily="18" charset="2"/>
              </a:rPr>
              <a:t> | </a:t>
            </a:r>
            <a:r>
              <a:rPr kumimoji="0" lang="en-US" altLang="zh-CN" sz="2400" baseline="-25000">
                <a:sym typeface="Symbol" panose="05050102010706020507" pitchFamily="18" charset="2"/>
              </a:rPr>
              <a:t>2</a:t>
            </a:r>
            <a:r>
              <a:rPr kumimoji="0" lang="en-US" altLang="zh-CN" sz="2000" b="1" baseline="-25000">
                <a:sym typeface="Symbol" panose="05050102010706020507" pitchFamily="18" charset="2"/>
              </a:rPr>
              <a:t> </a:t>
            </a:r>
            <a:br>
              <a:rPr kumimoji="0" lang="en-US" altLang="zh-CN" sz="2000" b="1" baseline="-25000">
                <a:sym typeface="Symbol" panose="05050102010706020507" pitchFamily="18" charset="2"/>
              </a:rPr>
            </a:br>
            <a:r>
              <a:rPr kumimoji="0" lang="zh-CN" altLang="en-US" sz="2800">
                <a:sym typeface="Symbol" panose="05050102010706020507" pitchFamily="18" charset="2"/>
              </a:rPr>
              <a:t>改写为</a:t>
            </a:r>
            <a:br>
              <a:rPr kumimoji="0" lang="zh-CN" altLang="en-US" sz="2800">
                <a:sym typeface="Symbol" panose="05050102010706020507" pitchFamily="18" charset="2"/>
              </a:rPr>
            </a:br>
            <a:r>
              <a:rPr kumimoji="0" lang="en-US" altLang="zh-CN" sz="2400"/>
              <a:t>A </a:t>
            </a:r>
            <a:r>
              <a:rPr kumimoji="0" lang="en-US" altLang="zh-CN" sz="2400">
                <a:sym typeface="Symbol" panose="05050102010706020507" pitchFamily="18" charset="2"/>
              </a:rPr>
              <a:t>  A’</a:t>
            </a:r>
            <a:br>
              <a:rPr kumimoji="0" lang="en-US" altLang="zh-CN" sz="2400">
                <a:sym typeface="Symbol" panose="05050102010706020507" pitchFamily="18" charset="2"/>
              </a:rPr>
            </a:br>
            <a:r>
              <a:rPr kumimoji="0" lang="en-US" altLang="zh-CN" sz="2400">
                <a:sym typeface="Symbol" panose="05050102010706020507" pitchFamily="18" charset="2"/>
              </a:rPr>
              <a:t>A’  </a:t>
            </a:r>
            <a:r>
              <a:rPr kumimoji="0" lang="en-US" altLang="zh-CN" sz="2400" baseline="-25000">
                <a:sym typeface="Symbol" panose="05050102010706020507" pitchFamily="18" charset="2"/>
              </a:rPr>
              <a:t>1</a:t>
            </a:r>
            <a:r>
              <a:rPr kumimoji="0" lang="en-US" altLang="zh-CN" sz="2400">
                <a:sym typeface="Symbol" panose="05050102010706020507" pitchFamily="18" charset="2"/>
              </a:rPr>
              <a:t> | </a:t>
            </a:r>
            <a:r>
              <a:rPr kumimoji="0" lang="en-US" altLang="zh-CN" sz="2400" baseline="-25000">
                <a:sym typeface="Symbol" panose="05050102010706020507" pitchFamily="18" charset="2"/>
              </a:rPr>
              <a:t>2 </a:t>
            </a:r>
            <a:endParaRPr kumimoji="0" lang="en-US" altLang="zh-CN" sz="2400" baseline="-25000">
              <a:sym typeface="Symbol" panose="05050102010706020507" pitchFamily="18" charset="2"/>
            </a:endParaRP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算法</a:t>
            </a:r>
            <a:r>
              <a:rPr lang="en-US" altLang="zh-CN"/>
              <a:t>4.2 </a:t>
            </a:r>
            <a:r>
              <a:rPr lang="zh-CN" altLang="en-US"/>
              <a:t>提取左公因子</a:t>
            </a:r>
            <a:endParaRPr lang="zh-CN" altLang="en-US"/>
          </a:p>
        </p:txBody>
      </p:sp>
      <p:sp>
        <p:nvSpPr>
          <p:cNvPr id="6349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2800"/>
              <a:t>输入：</a:t>
            </a:r>
            <a:r>
              <a:rPr lang="en-US" altLang="zh-CN" sz="2800"/>
              <a:t>CFG G</a:t>
            </a:r>
            <a:endParaRPr lang="en-US" altLang="zh-CN" sz="2800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2800"/>
              <a:t>输出：等价的、提取了左公因子的文法</a:t>
            </a:r>
            <a:endParaRPr lang="zh-CN" altLang="en-US" sz="2800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2800"/>
              <a:t>方法：</a:t>
            </a:r>
            <a:br>
              <a:rPr lang="zh-CN" altLang="en-US" sz="2800"/>
            </a:br>
            <a:r>
              <a:rPr lang="zh-CN" altLang="en-US" sz="2800"/>
              <a:t>对每个非终结符</a:t>
            </a:r>
            <a:r>
              <a:rPr lang="en-US" altLang="zh-CN" sz="2800"/>
              <a:t>A</a:t>
            </a:r>
            <a:r>
              <a:rPr lang="zh-CN" altLang="en-US" sz="2800"/>
              <a:t>，寻找多个候选式公共的最长前缀</a:t>
            </a:r>
            <a:r>
              <a:rPr lang="en-US" altLang="zh-CN" sz="2800">
                <a:latin typeface="Symbol" panose="05050102010706020507" pitchFamily="18" charset="2"/>
              </a:rPr>
              <a:t>a</a:t>
            </a:r>
            <a:r>
              <a:rPr lang="zh-CN" altLang="en-US" sz="2800"/>
              <a:t>，若</a:t>
            </a:r>
            <a:r>
              <a:rPr lang="en-US" altLang="zh-CN" sz="2800">
                <a:latin typeface="Symbol" panose="05050102010706020507" pitchFamily="18" charset="2"/>
              </a:rPr>
              <a:t>a</a:t>
            </a:r>
            <a:r>
              <a:rPr lang="en-US" altLang="zh-CN" sz="2800">
                <a:latin typeface="宋体" panose="02010600030101010101" pitchFamily="2" charset="-122"/>
              </a:rPr>
              <a:t>≠</a:t>
            </a:r>
            <a:r>
              <a:rPr kumimoji="0" lang="en-US" altLang="zh-CN" sz="2800">
                <a:latin typeface="Symbol" panose="05050102010706020507" pitchFamily="18" charset="2"/>
                <a:sym typeface="Symbol" panose="05050102010706020507" pitchFamily="18" charset="2"/>
              </a:rPr>
              <a:t>e</a:t>
            </a:r>
            <a:r>
              <a:rPr kumimoji="0" lang="zh-CN" altLang="en-US" sz="2800">
                <a:sym typeface="Symbol" panose="05050102010706020507" pitchFamily="18" charset="2"/>
              </a:rPr>
              <a:t>，则将所有</a:t>
            </a:r>
            <a:r>
              <a:rPr kumimoji="0" lang="en-US" altLang="zh-CN" sz="2800">
                <a:sym typeface="Symbol" panose="05050102010706020507" pitchFamily="18" charset="2"/>
              </a:rPr>
              <a:t>A</a:t>
            </a:r>
            <a:r>
              <a:rPr kumimoji="0" lang="zh-CN" altLang="en-US" sz="2800">
                <a:sym typeface="Symbol" panose="05050102010706020507" pitchFamily="18" charset="2"/>
              </a:rPr>
              <a:t>的候选式</a:t>
            </a:r>
            <a:br>
              <a:rPr kumimoji="0" lang="zh-CN" altLang="en-US" sz="2800">
                <a:sym typeface="Symbol" panose="05050102010706020507" pitchFamily="18" charset="2"/>
              </a:rPr>
            </a:br>
            <a:r>
              <a:rPr kumimoji="0" lang="en-US" altLang="zh-CN" sz="2800">
                <a:sym typeface="Symbol" panose="05050102010706020507" pitchFamily="18" charset="2"/>
              </a:rPr>
              <a:t>A</a:t>
            </a:r>
            <a:r>
              <a:rPr kumimoji="0" lang="en-US" altLang="zh-CN" sz="2800">
                <a:latin typeface="Symbol" panose="05050102010706020507" pitchFamily="18" charset="2"/>
                <a:sym typeface="Symbol" panose="05050102010706020507" pitchFamily="18" charset="2"/>
              </a:rPr>
              <a:t>ab</a:t>
            </a:r>
            <a:r>
              <a:rPr kumimoji="0" lang="en-US" altLang="zh-CN" sz="2800" baseline="-25000">
                <a:sym typeface="Symbol" panose="05050102010706020507" pitchFamily="18" charset="2"/>
              </a:rPr>
              <a:t>1</a:t>
            </a:r>
            <a:r>
              <a:rPr kumimoji="0" lang="en-US" altLang="zh-CN" sz="2800">
                <a:sym typeface="Symbol" panose="05050102010706020507" pitchFamily="18" charset="2"/>
              </a:rPr>
              <a:t> | </a:t>
            </a:r>
            <a:r>
              <a:rPr kumimoji="0" lang="en-US" altLang="zh-CN" sz="2800">
                <a:latin typeface="Symbol" panose="05050102010706020507" pitchFamily="18" charset="2"/>
                <a:sym typeface="Symbol" panose="05050102010706020507" pitchFamily="18" charset="2"/>
              </a:rPr>
              <a:t>ab</a:t>
            </a:r>
            <a:r>
              <a:rPr kumimoji="0" lang="en-US" altLang="zh-CN" sz="2800" baseline="-25000">
                <a:sym typeface="Symbol" panose="05050102010706020507" pitchFamily="18" charset="2"/>
              </a:rPr>
              <a:t>2</a:t>
            </a:r>
            <a:r>
              <a:rPr kumimoji="0" lang="en-US" altLang="zh-CN" sz="2800">
                <a:sym typeface="Symbol" panose="05050102010706020507" pitchFamily="18" charset="2"/>
              </a:rPr>
              <a:t> | … | </a:t>
            </a:r>
            <a:r>
              <a:rPr kumimoji="0" lang="en-US" altLang="zh-CN" sz="2800">
                <a:latin typeface="Symbol" panose="05050102010706020507" pitchFamily="18" charset="2"/>
                <a:sym typeface="Symbol" panose="05050102010706020507" pitchFamily="18" charset="2"/>
              </a:rPr>
              <a:t>ab</a:t>
            </a:r>
            <a:r>
              <a:rPr kumimoji="0" lang="en-US" altLang="zh-CN" sz="2800" baseline="-25000">
                <a:sym typeface="Symbol" panose="05050102010706020507" pitchFamily="18" charset="2"/>
              </a:rPr>
              <a:t>n</a:t>
            </a:r>
            <a:r>
              <a:rPr kumimoji="0" lang="en-US" altLang="zh-CN" sz="2800">
                <a:sym typeface="Symbol" panose="05050102010706020507" pitchFamily="18" charset="2"/>
              </a:rPr>
              <a:t> | </a:t>
            </a:r>
            <a:r>
              <a:rPr kumimoji="0" lang="en-US" altLang="zh-CN" sz="2800">
                <a:latin typeface="Symbol" panose="05050102010706020507" pitchFamily="18" charset="2"/>
                <a:sym typeface="Symbol" panose="05050102010706020507" pitchFamily="18" charset="2"/>
              </a:rPr>
              <a:t>g</a:t>
            </a:r>
            <a:r>
              <a:rPr kumimoji="0" lang="zh-CN" altLang="en-US" sz="2800">
                <a:latin typeface="Symbol" panose="05050102010706020507" pitchFamily="18" charset="2"/>
                <a:sym typeface="Symbol" panose="05050102010706020507" pitchFamily="18" charset="2"/>
              </a:rPr>
              <a:t>（</a:t>
            </a:r>
            <a:r>
              <a:rPr kumimoji="0" lang="en-US" altLang="zh-CN" sz="2800">
                <a:latin typeface="Symbol" panose="05050102010706020507" pitchFamily="18" charset="2"/>
                <a:sym typeface="Symbol" panose="05050102010706020507" pitchFamily="18" charset="2"/>
              </a:rPr>
              <a:t>g</a:t>
            </a:r>
            <a:r>
              <a:rPr kumimoji="0" lang="zh-CN" altLang="en-US" sz="2800">
                <a:latin typeface="Symbol" panose="05050102010706020507" pitchFamily="18" charset="2"/>
                <a:sym typeface="Symbol" panose="05050102010706020507" pitchFamily="18" charset="2"/>
              </a:rPr>
              <a:t>表示所有其他候选式），改写为</a:t>
            </a:r>
            <a:br>
              <a:rPr kumimoji="0" lang="zh-CN" altLang="en-US" sz="2800">
                <a:latin typeface="Symbol" panose="05050102010706020507" pitchFamily="18" charset="2"/>
                <a:sym typeface="Symbol" panose="05050102010706020507" pitchFamily="18" charset="2"/>
              </a:rPr>
            </a:br>
            <a:r>
              <a:rPr kumimoji="0" lang="en-US" altLang="zh-CN" sz="2800">
                <a:sym typeface="Symbol" panose="05050102010706020507" pitchFamily="18" charset="2"/>
              </a:rPr>
              <a:t>A</a:t>
            </a:r>
            <a:r>
              <a:rPr kumimoji="0" lang="en-US" altLang="zh-CN" sz="2800">
                <a:latin typeface="Symbol" panose="05050102010706020507" pitchFamily="18" charset="2"/>
                <a:sym typeface="Symbol" panose="05050102010706020507" pitchFamily="18" charset="2"/>
              </a:rPr>
              <a:t>a</a:t>
            </a:r>
            <a:r>
              <a:rPr kumimoji="0" lang="en-US" altLang="zh-CN" sz="2800">
                <a:sym typeface="Symbol" panose="05050102010706020507" pitchFamily="18" charset="2"/>
              </a:rPr>
              <a:t>A’ | </a:t>
            </a:r>
            <a:r>
              <a:rPr kumimoji="0" lang="en-US" altLang="zh-CN" sz="2800">
                <a:latin typeface="Symbol" panose="05050102010706020507" pitchFamily="18" charset="2"/>
                <a:sym typeface="Symbol" panose="05050102010706020507" pitchFamily="18" charset="2"/>
              </a:rPr>
              <a:t>g</a:t>
            </a:r>
            <a:br>
              <a:rPr kumimoji="0" lang="en-US" altLang="zh-CN" sz="2800">
                <a:latin typeface="Symbol" panose="05050102010706020507" pitchFamily="18" charset="2"/>
                <a:sym typeface="Symbol" panose="05050102010706020507" pitchFamily="18" charset="2"/>
              </a:rPr>
            </a:br>
            <a:r>
              <a:rPr kumimoji="0" lang="en-US" altLang="zh-CN" sz="2800">
                <a:sym typeface="Symbol" panose="05050102010706020507" pitchFamily="18" charset="2"/>
              </a:rPr>
              <a:t>A’</a:t>
            </a:r>
            <a:r>
              <a:rPr kumimoji="0" lang="en-US" altLang="zh-CN" sz="2800">
                <a:latin typeface="Symbol" panose="05050102010706020507" pitchFamily="18" charset="2"/>
                <a:sym typeface="Symbol" panose="05050102010706020507" pitchFamily="18" charset="2"/>
              </a:rPr>
              <a:t>b</a:t>
            </a:r>
            <a:r>
              <a:rPr kumimoji="0" lang="en-US" altLang="zh-CN" sz="2800" baseline="-25000">
                <a:sym typeface="Symbol" panose="05050102010706020507" pitchFamily="18" charset="2"/>
              </a:rPr>
              <a:t>1</a:t>
            </a:r>
            <a:r>
              <a:rPr kumimoji="0" lang="en-US" altLang="zh-CN" sz="2800">
                <a:sym typeface="Symbol" panose="05050102010706020507" pitchFamily="18" charset="2"/>
              </a:rPr>
              <a:t> | </a:t>
            </a:r>
            <a:r>
              <a:rPr kumimoji="0" lang="en-US" altLang="zh-CN" sz="2800">
                <a:latin typeface="Symbol" panose="05050102010706020507" pitchFamily="18" charset="2"/>
                <a:sym typeface="Symbol" panose="05050102010706020507" pitchFamily="18" charset="2"/>
              </a:rPr>
              <a:t>b</a:t>
            </a:r>
            <a:r>
              <a:rPr kumimoji="0" lang="en-US" altLang="zh-CN" sz="2800" baseline="-25000">
                <a:sym typeface="Symbol" panose="05050102010706020507" pitchFamily="18" charset="2"/>
              </a:rPr>
              <a:t>2</a:t>
            </a:r>
            <a:r>
              <a:rPr kumimoji="0" lang="en-US" altLang="zh-CN" sz="2800">
                <a:sym typeface="Symbol" panose="05050102010706020507" pitchFamily="18" charset="2"/>
              </a:rPr>
              <a:t> | … | </a:t>
            </a:r>
            <a:r>
              <a:rPr kumimoji="0" lang="en-US" altLang="zh-CN" sz="2800">
                <a:latin typeface="Symbol" panose="05050102010706020507" pitchFamily="18" charset="2"/>
                <a:sym typeface="Symbol" panose="05050102010706020507" pitchFamily="18" charset="2"/>
              </a:rPr>
              <a:t>b</a:t>
            </a:r>
            <a:r>
              <a:rPr kumimoji="0" lang="en-US" altLang="zh-CN" sz="2800" baseline="-25000">
                <a:sym typeface="Symbol" panose="05050102010706020507" pitchFamily="18" charset="2"/>
              </a:rPr>
              <a:t>n</a:t>
            </a:r>
            <a:endParaRPr kumimoji="0" lang="en-US" altLang="zh-CN" sz="2800">
              <a:latin typeface="Symbol" panose="05050102010706020507" pitchFamily="18" charset="2"/>
              <a:sym typeface="Symbol" panose="05050102010706020507" pitchFamily="18" charset="2"/>
            </a:endParaRP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例</a:t>
            </a:r>
            <a:r>
              <a:rPr lang="en-US" altLang="zh-CN"/>
              <a:t>4.10</a:t>
            </a:r>
            <a:endParaRPr lang="en-US" altLang="zh-CN"/>
          </a:p>
        </p:txBody>
      </p:sp>
      <p:sp>
        <p:nvSpPr>
          <p:cNvPr id="6451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kumimoji="0" lang="en-US" altLang="zh-CN">
                <a:sym typeface="Symbol" panose="05050102010706020507" pitchFamily="18" charset="2"/>
              </a:rPr>
              <a:t>S  iEtS | iEtSeS | a</a:t>
            </a:r>
            <a:endParaRPr kumimoji="0" lang="en-US" altLang="zh-CN">
              <a:sym typeface="Symbol" panose="05050102010706020507" pitchFamily="18" charset="2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kumimoji="0" lang="en-US" altLang="zh-CN">
                <a:sym typeface="Symbol" panose="05050102010706020507" pitchFamily="18" charset="2"/>
              </a:rPr>
              <a:t>E  b</a:t>
            </a:r>
            <a:endParaRPr kumimoji="0" lang="en-US" altLang="zh-CN">
              <a:sym typeface="Symbol" panose="05050102010706020507" pitchFamily="18" charset="2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kumimoji="0" lang="en-US" altLang="zh-CN">
                <a:sym typeface="Symbol" panose="05050102010706020507" pitchFamily="18" charset="2"/>
              </a:rPr>
              <a:t>i</a:t>
            </a:r>
            <a:r>
              <a:rPr kumimoji="0" lang="en-US" altLang="zh-CN">
                <a:sym typeface="Wingdings" panose="05000000000000000000" pitchFamily="2" charset="2"/>
              </a:rPr>
              <a:t></a:t>
            </a:r>
            <a:r>
              <a:rPr kumimoji="0" lang="en-US" altLang="zh-CN" b="1">
                <a:sym typeface="Wingdings" panose="05000000000000000000" pitchFamily="2" charset="2"/>
              </a:rPr>
              <a:t>if</a:t>
            </a:r>
            <a:r>
              <a:rPr kumimoji="0" lang="en-US" altLang="zh-CN">
                <a:sym typeface="Wingdings" panose="05000000000000000000" pitchFamily="2" charset="2"/>
              </a:rPr>
              <a:t>, t</a:t>
            </a:r>
            <a:r>
              <a:rPr kumimoji="0" lang="en-US" altLang="zh-CN" b="1">
                <a:sym typeface="Wingdings" panose="05000000000000000000" pitchFamily="2" charset="2"/>
              </a:rPr>
              <a:t>then</a:t>
            </a:r>
            <a:r>
              <a:rPr kumimoji="0" lang="en-US" altLang="zh-CN">
                <a:sym typeface="Wingdings" panose="05000000000000000000" pitchFamily="2" charset="2"/>
              </a:rPr>
              <a:t>, e</a:t>
            </a:r>
            <a:r>
              <a:rPr kumimoji="0" lang="en-US" altLang="zh-CN" b="1">
                <a:sym typeface="Wingdings" panose="05000000000000000000" pitchFamily="2" charset="2"/>
              </a:rPr>
              <a:t>else</a:t>
            </a:r>
            <a:r>
              <a:rPr kumimoji="0" lang="en-US" altLang="zh-CN">
                <a:sym typeface="Wingdings" panose="05000000000000000000" pitchFamily="2" charset="2"/>
              </a:rPr>
              <a:t>, E</a:t>
            </a:r>
            <a:r>
              <a:rPr kumimoji="0" lang="zh-CN" altLang="en-US">
                <a:sym typeface="Wingdings" panose="05000000000000000000" pitchFamily="2" charset="2"/>
              </a:rPr>
              <a:t>表达式</a:t>
            </a:r>
            <a:r>
              <a:rPr kumimoji="0" lang="en-US" altLang="zh-CN">
                <a:sym typeface="Wingdings" panose="05000000000000000000" pitchFamily="2" charset="2"/>
              </a:rPr>
              <a:t>, S</a:t>
            </a:r>
            <a:r>
              <a:rPr kumimoji="0" lang="zh-CN" altLang="en-US">
                <a:sym typeface="Wingdings" panose="05000000000000000000" pitchFamily="2" charset="2"/>
              </a:rPr>
              <a:t>语句</a:t>
            </a:r>
            <a:endParaRPr kumimoji="0" lang="zh-CN" altLang="en-US">
              <a:sym typeface="Wingdings" panose="05000000000000000000" pitchFamily="2" charset="2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kumimoji="0" lang="zh-CN" altLang="en-US">
                <a:sym typeface="Wingdings" panose="05000000000000000000" pitchFamily="2" charset="2"/>
              </a:rPr>
              <a:t>改写为：</a:t>
            </a:r>
            <a:endParaRPr kumimoji="0" lang="zh-CN" altLang="en-US">
              <a:sym typeface="Wingdings" panose="05000000000000000000" pitchFamily="2" charset="2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kumimoji="0" lang="en-US" altLang="zh-CN">
                <a:sym typeface="Symbol" panose="05050102010706020507" pitchFamily="18" charset="2"/>
              </a:rPr>
              <a:t>S  iEtSS’ | a</a:t>
            </a:r>
            <a:endParaRPr kumimoji="0" lang="en-US" altLang="zh-CN">
              <a:sym typeface="Symbol" panose="05050102010706020507" pitchFamily="18" charset="2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kumimoji="0" lang="en-US" altLang="zh-CN">
                <a:sym typeface="Symbol" panose="05050102010706020507" pitchFamily="18" charset="2"/>
              </a:rPr>
              <a:t>S’  eS | </a:t>
            </a:r>
            <a:r>
              <a:rPr kumimoji="0" lang="en-US" altLang="zh-CN">
                <a:latin typeface="Symbol" panose="05050102010706020507" pitchFamily="18" charset="2"/>
                <a:sym typeface="Symbol" panose="05050102010706020507" pitchFamily="18" charset="2"/>
              </a:rPr>
              <a:t>e</a:t>
            </a:r>
            <a:endParaRPr kumimoji="0" lang="en-US" altLang="zh-CN">
              <a:latin typeface="Symbol" panose="05050102010706020507" pitchFamily="18" charset="2"/>
              <a:sym typeface="Symbol" panose="05050102010706020507" pitchFamily="18" charset="2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kumimoji="0" lang="en-US" altLang="zh-CN">
                <a:sym typeface="Symbol" panose="05050102010706020507" pitchFamily="18" charset="2"/>
              </a:rPr>
              <a:t>E  b</a:t>
            </a:r>
            <a:endParaRPr kumimoji="0" lang="en-US" altLang="zh-CN">
              <a:sym typeface="Symbol" panose="05050102010706020507" pitchFamily="18" charset="2"/>
            </a:endParaRP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4.3.6  CFG</a:t>
            </a:r>
            <a:r>
              <a:rPr lang="zh-CN" altLang="en-US"/>
              <a:t>无法描述的语言结构</a:t>
            </a:r>
            <a:endParaRPr lang="zh-CN" altLang="en-US"/>
          </a:p>
        </p:txBody>
      </p:sp>
      <p:sp>
        <p:nvSpPr>
          <p:cNvPr id="6553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609600" indent="-609600" eaLnBrk="1" hangingPunct="1">
              <a:buFont typeface="Wingdings" panose="05000000000000000000" pitchFamily="2" charset="2"/>
              <a:buNone/>
            </a:pPr>
            <a:r>
              <a:rPr lang="zh-CN" altLang="en-US" sz="3600" dirty="0">
                <a:solidFill>
                  <a:srgbClr val="3333CC"/>
                </a:solidFill>
              </a:rPr>
              <a:t>例</a:t>
            </a:r>
            <a:r>
              <a:rPr lang="en-US" altLang="zh-CN" sz="3600" dirty="0">
                <a:solidFill>
                  <a:srgbClr val="3333CC"/>
                </a:solidFill>
              </a:rPr>
              <a:t>4.11</a:t>
            </a:r>
            <a:r>
              <a:rPr lang="zh-CN" altLang="en-US" sz="3600" dirty="0">
                <a:solidFill>
                  <a:srgbClr val="3333CC"/>
                </a:solidFill>
              </a:rPr>
              <a:t>：</a:t>
            </a:r>
            <a:r>
              <a:rPr lang="en-US" altLang="zh-CN" sz="3600" dirty="0">
                <a:solidFill>
                  <a:srgbClr val="3333CC"/>
                </a:solidFill>
              </a:rPr>
              <a:t>L</a:t>
            </a:r>
            <a:r>
              <a:rPr lang="en-US" altLang="zh-CN" sz="3600" baseline="-25000" dirty="0">
                <a:solidFill>
                  <a:srgbClr val="3333CC"/>
                </a:solidFill>
              </a:rPr>
              <a:t>1</a:t>
            </a:r>
            <a:r>
              <a:rPr lang="en-US" altLang="zh-CN" sz="3600" dirty="0">
                <a:solidFill>
                  <a:srgbClr val="3333CC"/>
                </a:solidFill>
              </a:rPr>
              <a:t> = { </a:t>
            </a:r>
            <a:r>
              <a:rPr lang="en-US" altLang="zh-CN" sz="3600" dirty="0" err="1">
                <a:solidFill>
                  <a:srgbClr val="3333CC"/>
                </a:solidFill>
              </a:rPr>
              <a:t>wcw</a:t>
            </a:r>
            <a:r>
              <a:rPr lang="en-US" altLang="zh-CN" sz="3600" dirty="0">
                <a:solidFill>
                  <a:srgbClr val="3333CC"/>
                </a:solidFill>
              </a:rPr>
              <a:t> | w</a:t>
            </a:r>
            <a:r>
              <a:rPr lang="en-US" altLang="zh-CN" sz="3600" dirty="0">
                <a:solidFill>
                  <a:srgbClr val="3333CC"/>
                </a:solidFill>
                <a:latin typeface="宋体" panose="02010600030101010101" pitchFamily="2" charset="-122"/>
              </a:rPr>
              <a:t>∈</a:t>
            </a:r>
            <a:r>
              <a:rPr lang="en-US" altLang="zh-CN" sz="3600" dirty="0">
                <a:solidFill>
                  <a:srgbClr val="3333CC"/>
                </a:solidFill>
              </a:rPr>
              <a:t>(a | b)</a:t>
            </a:r>
            <a:r>
              <a:rPr lang="en-US" altLang="zh-CN" sz="3600" baseline="30000" dirty="0">
                <a:solidFill>
                  <a:srgbClr val="3333CC"/>
                </a:solidFill>
              </a:rPr>
              <a:t>*</a:t>
            </a:r>
            <a:r>
              <a:rPr lang="en-US" altLang="zh-CN" sz="3600" dirty="0">
                <a:solidFill>
                  <a:srgbClr val="3333CC"/>
                </a:solidFill>
              </a:rPr>
              <a:t> }</a:t>
            </a:r>
            <a:endParaRPr lang="en-US" altLang="zh-CN" sz="3600" dirty="0">
              <a:solidFill>
                <a:srgbClr val="3333CC"/>
              </a:solidFill>
            </a:endParaRPr>
          </a:p>
          <a:p>
            <a:pPr marL="609600" indent="-609600" eaLnBrk="1" hangingPunct="1"/>
            <a:r>
              <a:rPr lang="zh-CN" altLang="en-US" dirty="0"/>
              <a:t>检查标识符必须在使用之前定义</a:t>
            </a:r>
            <a:endParaRPr lang="zh-CN" altLang="en-US" dirty="0"/>
          </a:p>
          <a:p>
            <a:pPr marL="609600" indent="-609600" eaLnBrk="1" hangingPunct="1"/>
            <a:r>
              <a:rPr lang="zh-CN" altLang="en-US" dirty="0"/>
              <a:t>类比语义分析</a:t>
            </a:r>
            <a:endParaRPr lang="zh-CN" altLang="en-US" dirty="0"/>
          </a:p>
          <a:p>
            <a:pPr marL="609600" indent="-609600" eaLnBrk="1" hangingPunct="1">
              <a:buFont typeface="Wingdings" panose="05000000000000000000" pitchFamily="2" charset="2"/>
              <a:buNone/>
            </a:pPr>
            <a:r>
              <a:rPr lang="zh-CN" altLang="en-US" sz="3600" dirty="0">
                <a:solidFill>
                  <a:srgbClr val="3333CC"/>
                </a:solidFill>
              </a:rPr>
              <a:t>例</a:t>
            </a:r>
            <a:r>
              <a:rPr lang="en-US" altLang="zh-CN" sz="3600" dirty="0">
                <a:solidFill>
                  <a:srgbClr val="3333CC"/>
                </a:solidFill>
              </a:rPr>
              <a:t>4.12</a:t>
            </a:r>
            <a:r>
              <a:rPr lang="zh-CN" altLang="en-US" sz="3600" dirty="0">
                <a:solidFill>
                  <a:srgbClr val="3333CC"/>
                </a:solidFill>
              </a:rPr>
              <a:t>：</a:t>
            </a:r>
            <a:r>
              <a:rPr lang="en-US" altLang="zh-CN" sz="3600" dirty="0">
                <a:solidFill>
                  <a:srgbClr val="3333CC"/>
                </a:solidFill>
              </a:rPr>
              <a:t>L</a:t>
            </a:r>
            <a:r>
              <a:rPr lang="en-US" altLang="zh-CN" sz="3600" baseline="-25000" dirty="0">
                <a:solidFill>
                  <a:srgbClr val="3333CC"/>
                </a:solidFill>
              </a:rPr>
              <a:t>2 </a:t>
            </a:r>
            <a:r>
              <a:rPr lang="en-US" altLang="zh-CN" sz="3600" dirty="0">
                <a:solidFill>
                  <a:srgbClr val="3333CC"/>
                </a:solidFill>
              </a:rPr>
              <a:t>= { </a:t>
            </a:r>
            <a:r>
              <a:rPr lang="en-US" altLang="zh-CN" sz="3600" dirty="0" err="1">
                <a:solidFill>
                  <a:srgbClr val="3333CC"/>
                </a:solidFill>
              </a:rPr>
              <a:t>a</a:t>
            </a:r>
            <a:r>
              <a:rPr lang="en-US" altLang="zh-CN" sz="3600" baseline="30000" dirty="0" err="1">
                <a:solidFill>
                  <a:srgbClr val="3333CC"/>
                </a:solidFill>
              </a:rPr>
              <a:t>n</a:t>
            </a:r>
            <a:r>
              <a:rPr lang="en-US" altLang="zh-CN" sz="3600" dirty="0" err="1">
                <a:solidFill>
                  <a:srgbClr val="3333CC"/>
                </a:solidFill>
              </a:rPr>
              <a:t>b</a:t>
            </a:r>
            <a:r>
              <a:rPr lang="en-US" altLang="zh-CN" sz="3600" baseline="30000" dirty="0" err="1">
                <a:solidFill>
                  <a:srgbClr val="3333CC"/>
                </a:solidFill>
              </a:rPr>
              <a:t>m</a:t>
            </a:r>
            <a:r>
              <a:rPr lang="en-US" altLang="zh-CN" sz="3600" dirty="0" err="1">
                <a:solidFill>
                  <a:srgbClr val="3333CC"/>
                </a:solidFill>
              </a:rPr>
              <a:t>c</a:t>
            </a:r>
            <a:r>
              <a:rPr lang="en-US" altLang="zh-CN" sz="3600" baseline="30000" dirty="0" err="1">
                <a:solidFill>
                  <a:srgbClr val="3333CC"/>
                </a:solidFill>
              </a:rPr>
              <a:t>n</a:t>
            </a:r>
            <a:r>
              <a:rPr lang="en-US" altLang="zh-CN" sz="3600" dirty="0" err="1">
                <a:solidFill>
                  <a:srgbClr val="3333CC"/>
                </a:solidFill>
              </a:rPr>
              <a:t>d</a:t>
            </a:r>
            <a:r>
              <a:rPr lang="en-US" altLang="zh-CN" sz="3600" baseline="30000" dirty="0" err="1">
                <a:solidFill>
                  <a:srgbClr val="3333CC"/>
                </a:solidFill>
              </a:rPr>
              <a:t>m</a:t>
            </a:r>
            <a:r>
              <a:rPr lang="en-US" altLang="zh-CN" sz="3600" dirty="0">
                <a:solidFill>
                  <a:srgbClr val="3333CC"/>
                </a:solidFill>
              </a:rPr>
              <a:t> | n</a:t>
            </a:r>
            <a:r>
              <a:rPr lang="en-US" altLang="zh-CN" sz="3600" dirty="0">
                <a:solidFill>
                  <a:srgbClr val="3333CC"/>
                </a:solidFill>
                <a:latin typeface="宋体" panose="02010600030101010101" pitchFamily="2" charset="-122"/>
              </a:rPr>
              <a:t>≥</a:t>
            </a:r>
            <a:r>
              <a:rPr lang="en-US" altLang="zh-CN" sz="3600" dirty="0">
                <a:solidFill>
                  <a:srgbClr val="3333CC"/>
                </a:solidFill>
              </a:rPr>
              <a:t>1</a:t>
            </a:r>
            <a:r>
              <a:rPr lang="zh-CN" altLang="en-US" sz="3600" dirty="0">
                <a:solidFill>
                  <a:srgbClr val="3333CC"/>
                </a:solidFill>
              </a:rPr>
              <a:t>且</a:t>
            </a:r>
            <a:r>
              <a:rPr lang="en-US" altLang="zh-CN" sz="3600" dirty="0">
                <a:solidFill>
                  <a:srgbClr val="3333CC"/>
                </a:solidFill>
              </a:rPr>
              <a:t>m</a:t>
            </a:r>
            <a:r>
              <a:rPr lang="en-US" altLang="zh-CN" sz="3600" dirty="0">
                <a:solidFill>
                  <a:srgbClr val="3333CC"/>
                </a:solidFill>
                <a:latin typeface="宋体" panose="02010600030101010101" pitchFamily="2" charset="-122"/>
              </a:rPr>
              <a:t>≥</a:t>
            </a:r>
            <a:r>
              <a:rPr lang="en-US" altLang="zh-CN" sz="3600" dirty="0">
                <a:solidFill>
                  <a:srgbClr val="3333CC"/>
                </a:solidFill>
              </a:rPr>
              <a:t>1 }</a:t>
            </a:r>
            <a:endParaRPr lang="en-US" altLang="zh-CN" sz="3600" dirty="0">
              <a:solidFill>
                <a:srgbClr val="3333CC"/>
              </a:solidFill>
            </a:endParaRPr>
          </a:p>
          <a:p>
            <a:pPr marL="609600" indent="-609600" eaLnBrk="1" hangingPunct="1"/>
            <a:r>
              <a:rPr lang="zh-CN" altLang="en-US" dirty="0"/>
              <a:t>检查函数的形参（声明）与实参（调用）的数目是否匹配</a:t>
            </a:r>
            <a:endParaRPr lang="zh-CN" altLang="en-US" dirty="0"/>
          </a:p>
          <a:p>
            <a:pPr marL="609600" indent="-609600" eaLnBrk="1" hangingPunct="1"/>
            <a:r>
              <a:rPr lang="zh-CN" altLang="en-US" dirty="0"/>
              <a:t>语法定义一般不考虑参数数目</a:t>
            </a:r>
            <a:endParaRPr lang="zh-CN" altLang="en-US" dirty="0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CFG</a:t>
            </a:r>
            <a:r>
              <a:rPr lang="zh-CN" altLang="en-US"/>
              <a:t>无法描述的语言结构</a:t>
            </a:r>
            <a:r>
              <a:rPr lang="en-US" altLang="zh-CN"/>
              <a:t>(</a:t>
            </a:r>
            <a:r>
              <a:rPr lang="zh-CN" altLang="en-US"/>
              <a:t>续</a:t>
            </a:r>
            <a:r>
              <a:rPr lang="en-US" altLang="zh-CN"/>
              <a:t>)</a:t>
            </a:r>
            <a:endParaRPr lang="en-US" altLang="zh-CN"/>
          </a:p>
        </p:txBody>
      </p:sp>
      <p:sp>
        <p:nvSpPr>
          <p:cNvPr id="6656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609600" indent="-609600" eaLnBrk="1" hangingPunct="1">
              <a:buFont typeface="Wingdings" panose="05000000000000000000" pitchFamily="2" charset="2"/>
              <a:buNone/>
            </a:pPr>
            <a:r>
              <a:rPr lang="zh-CN" altLang="en-US" sz="3600">
                <a:solidFill>
                  <a:srgbClr val="3333CC"/>
                </a:solidFill>
              </a:rPr>
              <a:t>例</a:t>
            </a:r>
            <a:r>
              <a:rPr lang="en-US" altLang="zh-CN" sz="3600">
                <a:solidFill>
                  <a:srgbClr val="3333CC"/>
                </a:solidFill>
              </a:rPr>
              <a:t>4.13</a:t>
            </a:r>
            <a:r>
              <a:rPr lang="zh-CN" altLang="en-US" sz="3600">
                <a:solidFill>
                  <a:srgbClr val="3333CC"/>
                </a:solidFill>
              </a:rPr>
              <a:t>：</a:t>
            </a:r>
            <a:r>
              <a:rPr lang="en-US" altLang="zh-CN" sz="3600">
                <a:solidFill>
                  <a:srgbClr val="3333CC"/>
                </a:solidFill>
              </a:rPr>
              <a:t>L</a:t>
            </a:r>
            <a:r>
              <a:rPr lang="en-US" altLang="zh-CN" sz="3600" baseline="-25000">
                <a:solidFill>
                  <a:srgbClr val="3333CC"/>
                </a:solidFill>
              </a:rPr>
              <a:t>3</a:t>
            </a:r>
            <a:r>
              <a:rPr lang="en-US" altLang="zh-CN" sz="3600">
                <a:solidFill>
                  <a:srgbClr val="3333CC"/>
                </a:solidFill>
              </a:rPr>
              <a:t> = { a</a:t>
            </a:r>
            <a:r>
              <a:rPr lang="en-US" altLang="zh-CN" sz="3600" baseline="30000">
                <a:solidFill>
                  <a:srgbClr val="3333CC"/>
                </a:solidFill>
              </a:rPr>
              <a:t>n</a:t>
            </a:r>
            <a:r>
              <a:rPr lang="en-US" altLang="zh-CN" sz="3600">
                <a:solidFill>
                  <a:srgbClr val="3333CC"/>
                </a:solidFill>
              </a:rPr>
              <a:t>b</a:t>
            </a:r>
            <a:r>
              <a:rPr lang="en-US" altLang="zh-CN" sz="3600" baseline="30000">
                <a:solidFill>
                  <a:srgbClr val="3333CC"/>
                </a:solidFill>
              </a:rPr>
              <a:t>n</a:t>
            </a:r>
            <a:r>
              <a:rPr lang="en-US" altLang="zh-CN" sz="3600">
                <a:solidFill>
                  <a:srgbClr val="3333CC"/>
                </a:solidFill>
              </a:rPr>
              <a:t>c</a:t>
            </a:r>
            <a:r>
              <a:rPr lang="en-US" altLang="zh-CN" sz="3600" baseline="30000">
                <a:solidFill>
                  <a:srgbClr val="3333CC"/>
                </a:solidFill>
              </a:rPr>
              <a:t>n</a:t>
            </a:r>
            <a:r>
              <a:rPr lang="en-US" altLang="zh-CN" sz="3600">
                <a:solidFill>
                  <a:srgbClr val="3333CC"/>
                </a:solidFill>
              </a:rPr>
              <a:t> | n≥0 }</a:t>
            </a:r>
            <a:endParaRPr lang="en-US" altLang="zh-CN" sz="3600">
              <a:solidFill>
                <a:srgbClr val="3333CC"/>
              </a:solidFill>
            </a:endParaRPr>
          </a:p>
          <a:p>
            <a:pPr marL="609600" indent="-609600" eaLnBrk="1" hangingPunct="1"/>
            <a:r>
              <a:rPr lang="zh-CN" altLang="en-US"/>
              <a:t>排版软件，文本加下划线：</a:t>
            </a:r>
            <a:r>
              <a:rPr lang="en-US" altLang="zh-CN"/>
              <a:t>n</a:t>
            </a:r>
            <a:r>
              <a:rPr lang="zh-CN" altLang="en-US"/>
              <a:t>个字符，</a:t>
            </a:r>
            <a:r>
              <a:rPr lang="en-US" altLang="zh-CN"/>
              <a:t>n</a:t>
            </a:r>
            <a:r>
              <a:rPr lang="zh-CN" altLang="en-US"/>
              <a:t>个退格，</a:t>
            </a:r>
            <a:r>
              <a:rPr lang="en-US" altLang="zh-CN"/>
              <a:t>n</a:t>
            </a:r>
            <a:r>
              <a:rPr lang="zh-CN" altLang="en-US"/>
              <a:t>个下划线</a:t>
            </a:r>
            <a:endParaRPr lang="zh-CN" altLang="en-US"/>
          </a:p>
          <a:p>
            <a:pPr marL="609600" indent="-609600" eaLnBrk="1" hangingPunct="1"/>
            <a:r>
              <a:rPr lang="zh-CN" altLang="en-US"/>
              <a:t>另一种方式：字符－退格－下划线三元组序列，</a:t>
            </a:r>
            <a:r>
              <a:rPr lang="en-US" altLang="zh-CN"/>
              <a:t>(abc)</a:t>
            </a:r>
            <a:r>
              <a:rPr lang="en-US" altLang="zh-CN" baseline="30000"/>
              <a:t>*</a:t>
            </a:r>
            <a:endParaRPr lang="en-US" altLang="zh-CN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类似语言可用</a:t>
            </a:r>
            <a:r>
              <a:rPr lang="en-US" altLang="zh-CN"/>
              <a:t>CFG</a:t>
            </a:r>
            <a:r>
              <a:rPr lang="zh-CN" altLang="en-US"/>
              <a:t>描述</a:t>
            </a:r>
            <a:endParaRPr lang="zh-CN" altLang="en-US"/>
          </a:p>
        </p:txBody>
      </p:sp>
      <p:sp>
        <p:nvSpPr>
          <p:cNvPr id="6758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182688" y="1371600"/>
            <a:ext cx="7772400" cy="4648200"/>
          </a:xfrm>
        </p:spPr>
        <p:txBody>
          <a:bodyPr/>
          <a:lstStyle/>
          <a:p>
            <a:pPr marL="609600" indent="-609600" eaLnBrk="1" hangingPunct="1">
              <a:spcBef>
                <a:spcPct val="30000"/>
              </a:spcBef>
            </a:pPr>
            <a:r>
              <a:rPr lang="en-US" altLang="zh-CN"/>
              <a:t>L</a:t>
            </a:r>
            <a:r>
              <a:rPr lang="en-US" altLang="zh-CN" baseline="-25000"/>
              <a:t>1</a:t>
            </a:r>
            <a:r>
              <a:rPr lang="en-US" altLang="zh-CN"/>
              <a:t>’={ wcw</a:t>
            </a:r>
            <a:r>
              <a:rPr lang="en-US" altLang="zh-CN" baseline="30000"/>
              <a:t>R</a:t>
            </a:r>
            <a:r>
              <a:rPr lang="en-US" altLang="zh-CN"/>
              <a:t> | w</a:t>
            </a:r>
            <a:r>
              <a:rPr lang="en-US" altLang="zh-CN">
                <a:latin typeface="宋体" panose="02010600030101010101" pitchFamily="2" charset="-122"/>
              </a:rPr>
              <a:t>∈</a:t>
            </a:r>
            <a:r>
              <a:rPr lang="en-US" altLang="zh-CN"/>
              <a:t>(a | b)</a:t>
            </a:r>
            <a:r>
              <a:rPr lang="en-US" altLang="zh-CN" baseline="30000"/>
              <a:t>*</a:t>
            </a:r>
            <a:r>
              <a:rPr lang="zh-CN" altLang="en-US"/>
              <a:t>，</a:t>
            </a:r>
            <a:r>
              <a:rPr lang="en-US" altLang="zh-CN"/>
              <a:t>w</a:t>
            </a:r>
            <a:r>
              <a:rPr lang="en-US" altLang="zh-CN" baseline="30000"/>
              <a:t>R</a:t>
            </a:r>
            <a:r>
              <a:rPr lang="zh-CN" altLang="en-US"/>
              <a:t>为</a:t>
            </a:r>
            <a:r>
              <a:rPr lang="en-US" altLang="zh-CN"/>
              <a:t>w</a:t>
            </a:r>
            <a:r>
              <a:rPr lang="zh-CN" altLang="en-US"/>
              <a:t>的反转</a:t>
            </a:r>
            <a:r>
              <a:rPr lang="en-US" altLang="zh-CN"/>
              <a:t>}</a:t>
            </a:r>
            <a:br>
              <a:rPr lang="en-US" altLang="zh-CN"/>
            </a:br>
            <a:r>
              <a:rPr kumimoji="0" lang="en-US" altLang="zh-CN">
                <a:sym typeface="Symbol" panose="05050102010706020507" pitchFamily="18" charset="2"/>
              </a:rPr>
              <a:t>S  aSa | bSb | c</a:t>
            </a:r>
            <a:endParaRPr kumimoji="0" lang="en-US" altLang="zh-CN">
              <a:sym typeface="Symbol" panose="05050102010706020507" pitchFamily="18" charset="2"/>
            </a:endParaRPr>
          </a:p>
          <a:p>
            <a:pPr marL="609600" indent="-609600" eaLnBrk="1" hangingPunct="1">
              <a:spcBef>
                <a:spcPct val="30000"/>
              </a:spcBef>
            </a:pPr>
            <a:r>
              <a:rPr lang="en-US" altLang="zh-CN"/>
              <a:t>L</a:t>
            </a:r>
            <a:r>
              <a:rPr lang="en-US" altLang="zh-CN" baseline="-25000"/>
              <a:t>2 </a:t>
            </a:r>
            <a:r>
              <a:rPr lang="en-US" altLang="zh-CN"/>
              <a:t>’= { a</a:t>
            </a:r>
            <a:r>
              <a:rPr lang="en-US" altLang="zh-CN" baseline="30000"/>
              <a:t>n</a:t>
            </a:r>
            <a:r>
              <a:rPr lang="en-US" altLang="zh-CN"/>
              <a:t>b</a:t>
            </a:r>
            <a:r>
              <a:rPr lang="en-US" altLang="zh-CN" baseline="30000"/>
              <a:t>m</a:t>
            </a:r>
            <a:r>
              <a:rPr lang="en-US" altLang="zh-CN"/>
              <a:t>c</a:t>
            </a:r>
            <a:r>
              <a:rPr lang="en-US" altLang="zh-CN" baseline="30000"/>
              <a:t>m</a:t>
            </a:r>
            <a:r>
              <a:rPr lang="en-US" altLang="zh-CN"/>
              <a:t>d</a:t>
            </a:r>
            <a:r>
              <a:rPr lang="en-US" altLang="zh-CN" baseline="30000"/>
              <a:t>n</a:t>
            </a:r>
            <a:r>
              <a:rPr lang="en-US" altLang="zh-CN"/>
              <a:t> | n</a:t>
            </a:r>
            <a:r>
              <a:rPr lang="en-US" altLang="zh-CN">
                <a:latin typeface="宋体" panose="02010600030101010101" pitchFamily="2" charset="-122"/>
              </a:rPr>
              <a:t>≥</a:t>
            </a:r>
            <a:r>
              <a:rPr lang="en-US" altLang="zh-CN"/>
              <a:t>1</a:t>
            </a:r>
            <a:r>
              <a:rPr lang="zh-CN" altLang="en-US"/>
              <a:t>且</a:t>
            </a:r>
            <a:r>
              <a:rPr lang="en-US" altLang="zh-CN"/>
              <a:t>m</a:t>
            </a:r>
            <a:r>
              <a:rPr lang="en-US" altLang="zh-CN">
                <a:latin typeface="宋体" panose="02010600030101010101" pitchFamily="2" charset="-122"/>
              </a:rPr>
              <a:t>≥</a:t>
            </a:r>
            <a:r>
              <a:rPr lang="en-US" altLang="zh-CN"/>
              <a:t>1 }</a:t>
            </a:r>
            <a:br>
              <a:rPr lang="en-US" altLang="zh-CN"/>
            </a:br>
            <a:r>
              <a:rPr kumimoji="0" lang="en-US" altLang="zh-CN">
                <a:sym typeface="Symbol" panose="05050102010706020507" pitchFamily="18" charset="2"/>
              </a:rPr>
              <a:t>S  aSd | aAd	 A  bAc | bc</a:t>
            </a:r>
            <a:br>
              <a:rPr kumimoji="0" lang="en-US" altLang="zh-CN">
                <a:sym typeface="Symbol" panose="05050102010706020507" pitchFamily="18" charset="2"/>
              </a:rPr>
            </a:br>
            <a:r>
              <a:rPr lang="en-US" altLang="zh-CN"/>
              <a:t>L</a:t>
            </a:r>
            <a:r>
              <a:rPr lang="en-US" altLang="zh-CN" baseline="-25000"/>
              <a:t>2 </a:t>
            </a:r>
            <a:r>
              <a:rPr lang="en-US" altLang="zh-CN"/>
              <a:t>’’= { a</a:t>
            </a:r>
            <a:r>
              <a:rPr lang="en-US" altLang="zh-CN" baseline="30000"/>
              <a:t>n</a:t>
            </a:r>
            <a:r>
              <a:rPr lang="en-US" altLang="zh-CN"/>
              <a:t>b</a:t>
            </a:r>
            <a:r>
              <a:rPr lang="en-US" altLang="zh-CN" baseline="30000"/>
              <a:t>n</a:t>
            </a:r>
            <a:r>
              <a:rPr lang="en-US" altLang="zh-CN"/>
              <a:t>c</a:t>
            </a:r>
            <a:r>
              <a:rPr lang="en-US" altLang="zh-CN" baseline="30000"/>
              <a:t>m</a:t>
            </a:r>
            <a:r>
              <a:rPr lang="en-US" altLang="zh-CN"/>
              <a:t>d</a:t>
            </a:r>
            <a:r>
              <a:rPr lang="en-US" altLang="zh-CN" baseline="30000"/>
              <a:t>m</a:t>
            </a:r>
            <a:r>
              <a:rPr lang="en-US" altLang="zh-CN"/>
              <a:t> | n</a:t>
            </a:r>
            <a:r>
              <a:rPr lang="en-US" altLang="zh-CN">
                <a:latin typeface="宋体" panose="02010600030101010101" pitchFamily="2" charset="-122"/>
              </a:rPr>
              <a:t>≥</a:t>
            </a:r>
            <a:r>
              <a:rPr lang="en-US" altLang="zh-CN"/>
              <a:t>1</a:t>
            </a:r>
            <a:r>
              <a:rPr lang="zh-CN" altLang="en-US"/>
              <a:t>且</a:t>
            </a:r>
            <a:r>
              <a:rPr lang="en-US" altLang="zh-CN"/>
              <a:t>m</a:t>
            </a:r>
            <a:r>
              <a:rPr lang="en-US" altLang="zh-CN">
                <a:latin typeface="宋体" panose="02010600030101010101" pitchFamily="2" charset="-122"/>
              </a:rPr>
              <a:t>≥</a:t>
            </a:r>
            <a:r>
              <a:rPr lang="en-US" altLang="zh-CN"/>
              <a:t>1 }</a:t>
            </a:r>
            <a:br>
              <a:rPr lang="en-US" altLang="zh-CN"/>
            </a:br>
            <a:r>
              <a:rPr kumimoji="0" lang="en-US" altLang="zh-CN">
                <a:sym typeface="Symbol" panose="05050102010706020507" pitchFamily="18" charset="2"/>
              </a:rPr>
              <a:t>S  AB     A  aAb | ab     B  cBd | cd</a:t>
            </a:r>
            <a:endParaRPr kumimoji="0" lang="en-US" altLang="zh-CN">
              <a:sym typeface="Symbol" panose="05050102010706020507" pitchFamily="18" charset="2"/>
            </a:endParaRPr>
          </a:p>
          <a:p>
            <a:pPr marL="609600" indent="-609600" eaLnBrk="1" hangingPunct="1">
              <a:spcBef>
                <a:spcPct val="30000"/>
              </a:spcBef>
            </a:pPr>
            <a:r>
              <a:rPr lang="en-US" altLang="zh-CN"/>
              <a:t>L</a:t>
            </a:r>
            <a:r>
              <a:rPr lang="en-US" altLang="zh-CN" baseline="-25000"/>
              <a:t>3</a:t>
            </a:r>
            <a:r>
              <a:rPr lang="en-US" altLang="zh-CN"/>
              <a:t>’ = { a</a:t>
            </a:r>
            <a:r>
              <a:rPr lang="en-US" altLang="zh-CN" baseline="30000"/>
              <a:t>n</a:t>
            </a:r>
            <a:r>
              <a:rPr lang="en-US" altLang="zh-CN"/>
              <a:t>b</a:t>
            </a:r>
            <a:r>
              <a:rPr lang="en-US" altLang="zh-CN" baseline="30000"/>
              <a:t>n</a:t>
            </a:r>
            <a:r>
              <a:rPr lang="en-US" altLang="zh-CN"/>
              <a:t> | n≥1}</a:t>
            </a:r>
            <a:br>
              <a:rPr lang="en-US" altLang="zh-CN"/>
            </a:br>
            <a:r>
              <a:rPr lang="en-US" altLang="zh-CN"/>
              <a:t>S </a:t>
            </a:r>
            <a:r>
              <a:rPr kumimoji="0" lang="en-US" altLang="zh-CN">
                <a:sym typeface="Symbol" panose="05050102010706020507" pitchFamily="18" charset="2"/>
              </a:rPr>
              <a:t> aSb | ab</a:t>
            </a:r>
            <a:endParaRPr kumimoji="0" lang="en-US" altLang="zh-CN">
              <a:sym typeface="Symbol" panose="05050102010706020507" pitchFamily="18" charset="2"/>
            </a:endParaRP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z="4800"/>
              <a:t>L</a:t>
            </a:r>
            <a:r>
              <a:rPr lang="en-US" altLang="zh-CN" sz="4800" baseline="-25000"/>
              <a:t>3</a:t>
            </a:r>
            <a:r>
              <a:rPr lang="en-US" altLang="zh-CN" sz="4800"/>
              <a:t>’</a:t>
            </a:r>
            <a:r>
              <a:rPr lang="zh-CN" altLang="en-US" sz="4800"/>
              <a:t>用</a:t>
            </a:r>
            <a:r>
              <a:rPr kumimoji="0" lang="zh-CN" altLang="en-US" sz="4800"/>
              <a:t>正规式无法描述</a:t>
            </a:r>
            <a:endParaRPr kumimoji="0" lang="zh-CN" altLang="en-US" sz="4800"/>
          </a:p>
        </p:txBody>
      </p:sp>
      <p:sp>
        <p:nvSpPr>
          <p:cNvPr id="6861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182688" y="1371600"/>
            <a:ext cx="7772400" cy="4114800"/>
          </a:xfrm>
        </p:spPr>
        <p:txBody>
          <a:bodyPr/>
          <a:lstStyle/>
          <a:p>
            <a:pPr marL="0" indent="0" eaLnBrk="1" hangingPunct="1">
              <a:buFont typeface="Wingdings" panose="05000000000000000000" pitchFamily="2" charset="2"/>
              <a:buNone/>
            </a:pPr>
            <a:r>
              <a:rPr kumimoji="0" lang="zh-CN" altLang="en-US" sz="2800">
                <a:solidFill>
                  <a:schemeClr val="folHlink"/>
                </a:solidFill>
              </a:rPr>
              <a:t>假定存在</a:t>
            </a:r>
            <a:r>
              <a:rPr kumimoji="0" lang="en-US" altLang="zh-CN" sz="2800">
                <a:solidFill>
                  <a:schemeClr val="folHlink"/>
                </a:solidFill>
              </a:rPr>
              <a:t>DFA D</a:t>
            </a:r>
            <a:r>
              <a:rPr kumimoji="0" lang="zh-CN" altLang="en-US" sz="2800">
                <a:solidFill>
                  <a:schemeClr val="folHlink"/>
                </a:solidFill>
              </a:rPr>
              <a:t>接受</a:t>
            </a:r>
            <a:r>
              <a:rPr kumimoji="0" lang="en-US" altLang="zh-CN" sz="2800">
                <a:solidFill>
                  <a:schemeClr val="folHlink"/>
                </a:solidFill>
              </a:rPr>
              <a:t>L</a:t>
            </a:r>
            <a:r>
              <a:rPr kumimoji="0" lang="en-US" altLang="zh-CN" sz="2800" baseline="-25000">
                <a:solidFill>
                  <a:schemeClr val="folHlink"/>
                </a:solidFill>
              </a:rPr>
              <a:t>3</a:t>
            </a:r>
            <a:r>
              <a:rPr kumimoji="0" lang="en-US" altLang="zh-CN" sz="2800">
                <a:solidFill>
                  <a:schemeClr val="folHlink"/>
                </a:solidFill>
              </a:rPr>
              <a:t>’</a:t>
            </a:r>
            <a:r>
              <a:rPr kumimoji="0" lang="zh-CN" altLang="en-US" sz="2800">
                <a:solidFill>
                  <a:schemeClr val="folHlink"/>
                </a:solidFill>
              </a:rPr>
              <a:t>，其状态数为</a:t>
            </a:r>
            <a:r>
              <a:rPr kumimoji="0" lang="en-US" altLang="zh-CN" sz="2800">
                <a:solidFill>
                  <a:schemeClr val="folHlink"/>
                </a:solidFill>
              </a:rPr>
              <a:t>k</a:t>
            </a:r>
            <a:endParaRPr kumimoji="0" lang="en-US" altLang="zh-CN" sz="2800">
              <a:solidFill>
                <a:schemeClr val="folHlink"/>
              </a:solidFill>
            </a:endParaRPr>
          </a:p>
          <a:p>
            <a:pPr marL="0" indent="0" eaLnBrk="1" hangingPunct="1">
              <a:buFont typeface="Wingdings" panose="05000000000000000000" pitchFamily="2" charset="2"/>
              <a:buNone/>
            </a:pPr>
            <a:r>
              <a:rPr kumimoji="0" lang="zh-CN" altLang="en-US" sz="2800">
                <a:solidFill>
                  <a:schemeClr val="folHlink"/>
                </a:solidFill>
              </a:rPr>
              <a:t>设状态</a:t>
            </a:r>
            <a:r>
              <a:rPr kumimoji="0" lang="en-US" altLang="zh-CN" sz="2800">
                <a:solidFill>
                  <a:schemeClr val="folHlink"/>
                </a:solidFill>
              </a:rPr>
              <a:t>s</a:t>
            </a:r>
            <a:r>
              <a:rPr kumimoji="0" lang="en-US" altLang="zh-CN" sz="2800" baseline="-25000">
                <a:solidFill>
                  <a:schemeClr val="folHlink"/>
                </a:solidFill>
              </a:rPr>
              <a:t>0</a:t>
            </a:r>
            <a:r>
              <a:rPr kumimoji="0" lang="en-US" altLang="zh-CN" sz="2800">
                <a:solidFill>
                  <a:schemeClr val="folHlink"/>
                </a:solidFill>
              </a:rPr>
              <a:t>, s</a:t>
            </a:r>
            <a:r>
              <a:rPr kumimoji="0" lang="en-US" altLang="zh-CN" sz="2800" baseline="-25000">
                <a:solidFill>
                  <a:schemeClr val="folHlink"/>
                </a:solidFill>
              </a:rPr>
              <a:t>1</a:t>
            </a:r>
            <a:r>
              <a:rPr kumimoji="0" lang="en-US" altLang="zh-CN" sz="2800">
                <a:solidFill>
                  <a:schemeClr val="folHlink"/>
                </a:solidFill>
              </a:rPr>
              <a:t>, …, s</a:t>
            </a:r>
            <a:r>
              <a:rPr kumimoji="0" lang="en-US" altLang="zh-CN" sz="2800" baseline="-25000">
                <a:solidFill>
                  <a:schemeClr val="folHlink"/>
                </a:solidFill>
              </a:rPr>
              <a:t>k</a:t>
            </a:r>
            <a:r>
              <a:rPr kumimoji="0" lang="zh-CN" altLang="en-US" sz="2800">
                <a:solidFill>
                  <a:schemeClr val="folHlink"/>
                </a:solidFill>
              </a:rPr>
              <a:t>为读入</a:t>
            </a:r>
            <a:r>
              <a:rPr kumimoji="0" lang="en-US" altLang="zh-CN" sz="2800">
                <a:solidFill>
                  <a:schemeClr val="folHlink"/>
                </a:solidFill>
                <a:latin typeface="Symbol" panose="05050102010706020507" pitchFamily="18" charset="2"/>
                <a:sym typeface="Symbol" panose="05050102010706020507" pitchFamily="18" charset="2"/>
              </a:rPr>
              <a:t>e</a:t>
            </a:r>
            <a:r>
              <a:rPr kumimoji="0" lang="en-US" altLang="zh-CN" sz="2800">
                <a:solidFill>
                  <a:schemeClr val="folHlink"/>
                </a:solidFill>
                <a:sym typeface="Symbol" panose="05050102010706020507" pitchFamily="18" charset="2"/>
              </a:rPr>
              <a:t>, a, aa, …, a</a:t>
            </a:r>
            <a:r>
              <a:rPr kumimoji="0" lang="en-US" altLang="zh-CN" sz="2800" baseline="30000">
                <a:solidFill>
                  <a:schemeClr val="folHlink"/>
                </a:solidFill>
                <a:sym typeface="Symbol" panose="05050102010706020507" pitchFamily="18" charset="2"/>
              </a:rPr>
              <a:t>k</a:t>
            </a:r>
            <a:r>
              <a:rPr kumimoji="0" lang="zh-CN" altLang="en-US" sz="2800">
                <a:solidFill>
                  <a:schemeClr val="folHlink"/>
                </a:solidFill>
                <a:sym typeface="Symbol" panose="05050102010706020507" pitchFamily="18" charset="2"/>
              </a:rPr>
              <a:t>后的状态</a:t>
            </a:r>
            <a:r>
              <a:rPr kumimoji="0" lang="zh-CN" altLang="en-US" sz="2800">
                <a:solidFill>
                  <a:schemeClr val="folHlink"/>
                </a:solidFill>
                <a:sym typeface="Wingdings" panose="05000000000000000000" pitchFamily="2" charset="2"/>
              </a:rPr>
              <a:t></a:t>
            </a:r>
            <a:r>
              <a:rPr kumimoji="0" lang="en-US" altLang="zh-CN" sz="2800">
                <a:solidFill>
                  <a:schemeClr val="folHlink"/>
                </a:solidFill>
                <a:sym typeface="Symbol" panose="05050102010706020507" pitchFamily="18" charset="2"/>
              </a:rPr>
              <a:t>s</a:t>
            </a:r>
            <a:r>
              <a:rPr kumimoji="0" lang="en-US" altLang="zh-CN" sz="2800" baseline="-25000">
                <a:solidFill>
                  <a:schemeClr val="folHlink"/>
                </a:solidFill>
                <a:sym typeface="Symbol" panose="05050102010706020507" pitchFamily="18" charset="2"/>
              </a:rPr>
              <a:t>i</a:t>
            </a:r>
            <a:r>
              <a:rPr kumimoji="0" lang="zh-CN" altLang="en-US" sz="2800">
                <a:solidFill>
                  <a:schemeClr val="folHlink"/>
                </a:solidFill>
                <a:sym typeface="Symbol" panose="05050102010706020507" pitchFamily="18" charset="2"/>
              </a:rPr>
              <a:t>为读入</a:t>
            </a:r>
            <a:r>
              <a:rPr kumimoji="0" lang="en-US" altLang="zh-CN" sz="2800">
                <a:solidFill>
                  <a:schemeClr val="folHlink"/>
                </a:solidFill>
                <a:sym typeface="Symbol" panose="05050102010706020507" pitchFamily="18" charset="2"/>
              </a:rPr>
              <a:t>i</a:t>
            </a:r>
            <a:r>
              <a:rPr kumimoji="0" lang="zh-CN" altLang="en-US" sz="2800">
                <a:solidFill>
                  <a:schemeClr val="folHlink"/>
                </a:solidFill>
                <a:sym typeface="Symbol" panose="05050102010706020507" pitchFamily="18" charset="2"/>
              </a:rPr>
              <a:t>个</a:t>
            </a:r>
            <a:r>
              <a:rPr kumimoji="0" lang="en-US" altLang="zh-CN" sz="2800">
                <a:solidFill>
                  <a:schemeClr val="folHlink"/>
                </a:solidFill>
                <a:sym typeface="Symbol" panose="05050102010706020507" pitchFamily="18" charset="2"/>
              </a:rPr>
              <a:t>a</a:t>
            </a:r>
            <a:r>
              <a:rPr kumimoji="0" lang="zh-CN" altLang="en-US" sz="2800">
                <a:solidFill>
                  <a:schemeClr val="folHlink"/>
                </a:solidFill>
                <a:sym typeface="Symbol" panose="05050102010706020507" pitchFamily="18" charset="2"/>
              </a:rPr>
              <a:t>达到的状态（</a:t>
            </a:r>
            <a:r>
              <a:rPr kumimoji="0" lang="en-US" altLang="zh-CN" sz="2800">
                <a:solidFill>
                  <a:schemeClr val="folHlink"/>
                </a:solidFill>
                <a:sym typeface="Symbol" panose="05050102010706020507" pitchFamily="18" charset="2"/>
              </a:rPr>
              <a:t>0</a:t>
            </a:r>
            <a:r>
              <a:rPr kumimoji="0" lang="en-US" altLang="zh-CN" sz="2800">
                <a:solidFill>
                  <a:schemeClr val="folHlink"/>
                </a:solidFill>
                <a:latin typeface="宋体" panose="02010600030101010101" pitchFamily="2" charset="-122"/>
                <a:sym typeface="Symbol" panose="05050102010706020507" pitchFamily="18" charset="2"/>
              </a:rPr>
              <a:t>≤</a:t>
            </a:r>
            <a:r>
              <a:rPr kumimoji="0" lang="en-US" altLang="zh-CN" sz="2800">
                <a:solidFill>
                  <a:schemeClr val="folHlink"/>
                </a:solidFill>
                <a:sym typeface="Symbol" panose="05050102010706020507" pitchFamily="18" charset="2"/>
              </a:rPr>
              <a:t>i</a:t>
            </a:r>
            <a:r>
              <a:rPr kumimoji="0" lang="en-US" altLang="zh-CN" sz="2800">
                <a:solidFill>
                  <a:schemeClr val="folHlink"/>
                </a:solidFill>
                <a:latin typeface="宋体" panose="02010600030101010101" pitchFamily="2" charset="-122"/>
                <a:sym typeface="Symbol" panose="05050102010706020507" pitchFamily="18" charset="2"/>
              </a:rPr>
              <a:t>≤</a:t>
            </a:r>
            <a:r>
              <a:rPr kumimoji="0" lang="en-US" altLang="zh-CN" sz="2800">
                <a:solidFill>
                  <a:schemeClr val="folHlink"/>
                </a:solidFill>
                <a:sym typeface="Symbol" panose="05050102010706020507" pitchFamily="18" charset="2"/>
              </a:rPr>
              <a:t>k</a:t>
            </a:r>
            <a:r>
              <a:rPr kumimoji="0" lang="zh-CN" altLang="en-US" sz="2800">
                <a:solidFill>
                  <a:schemeClr val="folHlink"/>
                </a:solidFill>
                <a:sym typeface="Symbol" panose="05050102010706020507" pitchFamily="18" charset="2"/>
              </a:rPr>
              <a:t>）</a:t>
            </a:r>
            <a:endParaRPr kumimoji="0" lang="zh-CN" altLang="en-US" sz="2800">
              <a:solidFill>
                <a:schemeClr val="folHlink"/>
              </a:solidFill>
              <a:sym typeface="Symbol" panose="05050102010706020507" pitchFamily="18" charset="2"/>
            </a:endParaRPr>
          </a:p>
          <a:p>
            <a:pPr marL="0" indent="0" eaLnBrk="1" hangingPunct="1">
              <a:buFont typeface="Wingdings" panose="05000000000000000000" pitchFamily="2" charset="2"/>
              <a:buNone/>
            </a:pPr>
            <a:r>
              <a:rPr kumimoji="0" lang="zh-CN" altLang="en-US" sz="2800">
                <a:solidFill>
                  <a:schemeClr val="folHlink"/>
                </a:solidFill>
                <a:sym typeface="Symbol" panose="05050102010706020507" pitchFamily="18" charset="2"/>
              </a:rPr>
              <a:t>总状态数</a:t>
            </a:r>
            <a:r>
              <a:rPr kumimoji="0" lang="en-US" altLang="zh-CN" sz="2800">
                <a:solidFill>
                  <a:schemeClr val="folHlink"/>
                </a:solidFill>
                <a:sym typeface="Symbol" panose="05050102010706020507" pitchFamily="18" charset="2"/>
              </a:rPr>
              <a:t>k</a:t>
            </a:r>
            <a:r>
              <a:rPr kumimoji="0" lang="en-US" altLang="zh-CN" sz="2800">
                <a:solidFill>
                  <a:schemeClr val="folHlink"/>
                </a:solidFill>
                <a:sym typeface="Wingdings" panose="05000000000000000000" pitchFamily="2" charset="2"/>
              </a:rPr>
              <a:t></a:t>
            </a:r>
            <a:r>
              <a:rPr kumimoji="0" lang="en-US" altLang="zh-CN" sz="2800">
                <a:solidFill>
                  <a:schemeClr val="folHlink"/>
                </a:solidFill>
              </a:rPr>
              <a:t>s</a:t>
            </a:r>
            <a:r>
              <a:rPr kumimoji="0" lang="en-US" altLang="zh-CN" sz="2800" baseline="-25000">
                <a:solidFill>
                  <a:schemeClr val="folHlink"/>
                </a:solidFill>
              </a:rPr>
              <a:t>0</a:t>
            </a:r>
            <a:r>
              <a:rPr kumimoji="0" lang="en-US" altLang="zh-CN" sz="2800">
                <a:solidFill>
                  <a:schemeClr val="folHlink"/>
                </a:solidFill>
              </a:rPr>
              <a:t>, s</a:t>
            </a:r>
            <a:r>
              <a:rPr kumimoji="0" lang="en-US" altLang="zh-CN" sz="2800" baseline="-25000">
                <a:solidFill>
                  <a:schemeClr val="folHlink"/>
                </a:solidFill>
              </a:rPr>
              <a:t>1</a:t>
            </a:r>
            <a:r>
              <a:rPr kumimoji="0" lang="en-US" altLang="zh-CN" sz="2800">
                <a:solidFill>
                  <a:schemeClr val="folHlink"/>
                </a:solidFill>
              </a:rPr>
              <a:t>, …, s</a:t>
            </a:r>
            <a:r>
              <a:rPr kumimoji="0" lang="en-US" altLang="zh-CN" sz="2800" baseline="-25000">
                <a:solidFill>
                  <a:schemeClr val="folHlink"/>
                </a:solidFill>
              </a:rPr>
              <a:t>k</a:t>
            </a:r>
            <a:r>
              <a:rPr kumimoji="0" lang="zh-CN" altLang="en-US" sz="2800">
                <a:solidFill>
                  <a:schemeClr val="folHlink"/>
                </a:solidFill>
              </a:rPr>
              <a:t>中至少有两个相同状态，不妨设为</a:t>
            </a:r>
            <a:r>
              <a:rPr kumimoji="0" lang="en-US" altLang="zh-CN" sz="2800">
                <a:solidFill>
                  <a:schemeClr val="folHlink"/>
                </a:solidFill>
              </a:rPr>
              <a:t>s</a:t>
            </a:r>
            <a:r>
              <a:rPr kumimoji="0" lang="en-US" altLang="zh-CN" sz="2800" baseline="-25000">
                <a:solidFill>
                  <a:schemeClr val="folHlink"/>
                </a:solidFill>
              </a:rPr>
              <a:t>i</a:t>
            </a:r>
            <a:r>
              <a:rPr kumimoji="0" lang="zh-CN" altLang="en-US" sz="2800">
                <a:solidFill>
                  <a:schemeClr val="folHlink"/>
                </a:solidFill>
              </a:rPr>
              <a:t>、</a:t>
            </a:r>
            <a:r>
              <a:rPr kumimoji="0" lang="en-US" altLang="zh-CN" sz="2800">
                <a:solidFill>
                  <a:schemeClr val="folHlink"/>
                </a:solidFill>
              </a:rPr>
              <a:t>s</a:t>
            </a:r>
            <a:r>
              <a:rPr kumimoji="0" lang="en-US" altLang="zh-CN" sz="2800" baseline="-25000">
                <a:solidFill>
                  <a:schemeClr val="folHlink"/>
                </a:solidFill>
              </a:rPr>
              <a:t>j</a:t>
            </a:r>
            <a:r>
              <a:rPr kumimoji="0" lang="zh-CN" altLang="en-US" sz="2800">
                <a:solidFill>
                  <a:schemeClr val="folHlink"/>
                </a:solidFill>
              </a:rPr>
              <a:t>，</a:t>
            </a:r>
            <a:r>
              <a:rPr kumimoji="0" lang="en-US" altLang="zh-CN" sz="2800">
                <a:solidFill>
                  <a:schemeClr val="folHlink"/>
                </a:solidFill>
              </a:rPr>
              <a:t>i &lt; j</a:t>
            </a:r>
            <a:endParaRPr kumimoji="0" lang="en-US" altLang="zh-CN" sz="2800">
              <a:solidFill>
                <a:schemeClr val="folHlink"/>
              </a:solidFill>
            </a:endParaRP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z="4800"/>
              <a:t>L</a:t>
            </a:r>
            <a:r>
              <a:rPr lang="en-US" altLang="zh-CN" sz="4800" baseline="-25000"/>
              <a:t>3</a:t>
            </a:r>
            <a:r>
              <a:rPr lang="en-US" altLang="zh-CN" sz="4800"/>
              <a:t>’</a:t>
            </a:r>
            <a:r>
              <a:rPr lang="zh-CN" altLang="en-US" sz="4800"/>
              <a:t>用</a:t>
            </a:r>
            <a:r>
              <a:rPr kumimoji="0" lang="zh-CN" altLang="en-US" sz="4800"/>
              <a:t>正规式无法描述</a:t>
            </a:r>
            <a:r>
              <a:rPr lang="zh-CN" altLang="en-US"/>
              <a:t>（续）</a:t>
            </a:r>
            <a:endParaRPr lang="zh-CN" altLang="en-US"/>
          </a:p>
        </p:txBody>
      </p:sp>
      <p:sp>
        <p:nvSpPr>
          <p:cNvPr id="6963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182688" y="1371600"/>
            <a:ext cx="7772400" cy="4114800"/>
          </a:xfrm>
        </p:spPr>
        <p:txBody>
          <a:bodyPr/>
          <a:lstStyle/>
          <a:p>
            <a:pPr marL="0" indent="0" eaLnBrk="1" hangingPunct="1">
              <a:buFont typeface="Wingdings" panose="05000000000000000000" pitchFamily="2" charset="2"/>
              <a:buNone/>
            </a:pPr>
            <a:r>
              <a:rPr kumimoji="0" lang="en-US" altLang="zh-CN" sz="2800">
                <a:solidFill>
                  <a:schemeClr val="folHlink"/>
                </a:solidFill>
              </a:rPr>
              <a:t>a</a:t>
            </a:r>
            <a:r>
              <a:rPr kumimoji="0" lang="en-US" altLang="zh-CN" sz="2800" baseline="30000">
                <a:solidFill>
                  <a:schemeClr val="folHlink"/>
                </a:solidFill>
              </a:rPr>
              <a:t>i</a:t>
            </a:r>
            <a:r>
              <a:rPr kumimoji="0" lang="en-US" altLang="zh-CN" sz="2800">
                <a:solidFill>
                  <a:schemeClr val="folHlink"/>
                </a:solidFill>
              </a:rPr>
              <a:t>b</a:t>
            </a:r>
            <a:r>
              <a:rPr kumimoji="0" lang="en-US" altLang="zh-CN" sz="2800" baseline="30000">
                <a:solidFill>
                  <a:schemeClr val="folHlink"/>
                </a:solidFill>
              </a:rPr>
              <a:t>i</a:t>
            </a:r>
            <a:r>
              <a:rPr kumimoji="0" lang="en-US" altLang="zh-CN" sz="2800">
                <a:solidFill>
                  <a:schemeClr val="folHlink"/>
                </a:solidFill>
                <a:latin typeface="宋体" panose="02010600030101010101" pitchFamily="2" charset="-122"/>
              </a:rPr>
              <a:t>∈</a:t>
            </a:r>
            <a:r>
              <a:rPr kumimoji="0" lang="en-US" altLang="zh-CN" sz="2800">
                <a:solidFill>
                  <a:schemeClr val="folHlink"/>
                </a:solidFill>
              </a:rPr>
              <a:t>L</a:t>
            </a:r>
            <a:r>
              <a:rPr kumimoji="0" lang="en-US" altLang="zh-CN" sz="2800" baseline="-25000">
                <a:solidFill>
                  <a:schemeClr val="folHlink"/>
                </a:solidFill>
              </a:rPr>
              <a:t>3</a:t>
            </a:r>
            <a:r>
              <a:rPr kumimoji="0" lang="en-US" altLang="zh-CN" sz="2800">
                <a:solidFill>
                  <a:schemeClr val="folHlink"/>
                </a:solidFill>
              </a:rPr>
              <a:t>’</a:t>
            </a:r>
            <a:r>
              <a:rPr kumimoji="0" lang="en-US" altLang="zh-CN" sz="2800">
                <a:solidFill>
                  <a:schemeClr val="folHlink"/>
                </a:solidFill>
                <a:sym typeface="Wingdings" panose="05000000000000000000" pitchFamily="2" charset="2"/>
              </a:rPr>
              <a:t></a:t>
            </a:r>
            <a:r>
              <a:rPr kumimoji="0" lang="en-US" altLang="zh-CN" sz="2800">
                <a:solidFill>
                  <a:schemeClr val="folHlink"/>
                </a:solidFill>
              </a:rPr>
              <a:t>s</a:t>
            </a:r>
            <a:r>
              <a:rPr kumimoji="0" lang="en-US" altLang="zh-CN" sz="2800" baseline="-25000">
                <a:solidFill>
                  <a:schemeClr val="folHlink"/>
                </a:solidFill>
              </a:rPr>
              <a:t>i</a:t>
            </a:r>
            <a:r>
              <a:rPr kumimoji="0" lang="zh-CN" altLang="en-US" sz="2800">
                <a:solidFill>
                  <a:schemeClr val="folHlink"/>
                </a:solidFill>
              </a:rPr>
              <a:t>（</a:t>
            </a:r>
            <a:r>
              <a:rPr kumimoji="0" lang="en-US" altLang="zh-CN" sz="2800">
                <a:solidFill>
                  <a:schemeClr val="folHlink"/>
                </a:solidFill>
              </a:rPr>
              <a:t>s</a:t>
            </a:r>
            <a:r>
              <a:rPr kumimoji="0" lang="en-US" altLang="zh-CN" sz="2800" baseline="-25000">
                <a:solidFill>
                  <a:schemeClr val="folHlink"/>
                </a:solidFill>
              </a:rPr>
              <a:t>j</a:t>
            </a:r>
            <a:r>
              <a:rPr kumimoji="0" lang="zh-CN" altLang="en-US" sz="2800">
                <a:solidFill>
                  <a:schemeClr val="folHlink"/>
                </a:solidFill>
              </a:rPr>
              <a:t>）到终态路径标记为</a:t>
            </a:r>
            <a:r>
              <a:rPr kumimoji="0" lang="en-US" altLang="zh-CN" sz="2800">
                <a:solidFill>
                  <a:schemeClr val="folHlink"/>
                </a:solidFill>
              </a:rPr>
              <a:t>b</a:t>
            </a:r>
            <a:r>
              <a:rPr kumimoji="0" lang="en-US" altLang="zh-CN" sz="2800" baseline="30000">
                <a:solidFill>
                  <a:schemeClr val="folHlink"/>
                </a:solidFill>
              </a:rPr>
              <a:t>i</a:t>
            </a:r>
            <a:endParaRPr kumimoji="0" lang="en-US" altLang="zh-CN" sz="2800" baseline="30000">
              <a:solidFill>
                <a:schemeClr val="folHlink"/>
              </a:solidFill>
            </a:endParaRPr>
          </a:p>
          <a:p>
            <a:pPr marL="0" indent="0" eaLnBrk="1" hangingPunct="1">
              <a:buFont typeface="Wingdings" panose="05000000000000000000" pitchFamily="2" charset="2"/>
              <a:buNone/>
            </a:pPr>
            <a:r>
              <a:rPr kumimoji="0" lang="en-US" altLang="zh-CN" sz="2800">
                <a:solidFill>
                  <a:schemeClr val="folHlink"/>
                </a:solidFill>
                <a:sym typeface="Wingdings" panose="05000000000000000000" pitchFamily="2" charset="2"/>
              </a:rPr>
              <a:t></a:t>
            </a:r>
            <a:r>
              <a:rPr kumimoji="0" lang="zh-CN" altLang="en-US" sz="2800">
                <a:solidFill>
                  <a:schemeClr val="folHlink"/>
                </a:solidFill>
              </a:rPr>
              <a:t>初态</a:t>
            </a:r>
            <a:r>
              <a:rPr kumimoji="0" lang="zh-CN" altLang="en-US" sz="2800">
                <a:solidFill>
                  <a:schemeClr val="folHlink"/>
                </a:solidFill>
                <a:sym typeface="Wingdings" panose="05000000000000000000" pitchFamily="2" charset="2"/>
              </a:rPr>
              <a:t></a:t>
            </a:r>
            <a:r>
              <a:rPr kumimoji="0" lang="zh-CN" altLang="en-US" sz="2800">
                <a:solidFill>
                  <a:schemeClr val="folHlink"/>
                </a:solidFill>
              </a:rPr>
              <a:t>终态还有标为</a:t>
            </a:r>
            <a:r>
              <a:rPr kumimoji="0" lang="en-US" altLang="zh-CN" sz="2800">
                <a:solidFill>
                  <a:schemeClr val="folHlink"/>
                </a:solidFill>
              </a:rPr>
              <a:t>a</a:t>
            </a:r>
            <a:r>
              <a:rPr kumimoji="0" lang="en-US" altLang="zh-CN" sz="2800" baseline="30000">
                <a:solidFill>
                  <a:schemeClr val="folHlink"/>
                </a:solidFill>
              </a:rPr>
              <a:t>j</a:t>
            </a:r>
            <a:r>
              <a:rPr kumimoji="0" lang="en-US" altLang="zh-CN" sz="2800">
                <a:solidFill>
                  <a:schemeClr val="folHlink"/>
                </a:solidFill>
              </a:rPr>
              <a:t>b</a:t>
            </a:r>
            <a:r>
              <a:rPr kumimoji="0" lang="en-US" altLang="zh-CN" sz="2800" baseline="30000">
                <a:solidFill>
                  <a:schemeClr val="folHlink"/>
                </a:solidFill>
              </a:rPr>
              <a:t>i</a:t>
            </a:r>
            <a:r>
              <a:rPr kumimoji="0" lang="zh-CN" altLang="en-US" sz="2800">
                <a:solidFill>
                  <a:schemeClr val="folHlink"/>
                </a:solidFill>
              </a:rPr>
              <a:t>的路径</a:t>
            </a:r>
            <a:r>
              <a:rPr kumimoji="0" lang="zh-CN" altLang="en-US" sz="2800">
                <a:solidFill>
                  <a:schemeClr val="folHlink"/>
                </a:solidFill>
                <a:sym typeface="Wingdings" panose="05000000000000000000" pitchFamily="2" charset="2"/>
              </a:rPr>
              <a:t></a:t>
            </a:r>
            <a:r>
              <a:rPr kumimoji="0" lang="en-US" altLang="zh-CN" sz="2800">
                <a:solidFill>
                  <a:schemeClr val="folHlink"/>
                </a:solidFill>
              </a:rPr>
              <a:t>D</a:t>
            </a:r>
            <a:r>
              <a:rPr kumimoji="0" lang="zh-CN" altLang="en-US" sz="2800">
                <a:solidFill>
                  <a:schemeClr val="folHlink"/>
                </a:solidFill>
              </a:rPr>
              <a:t>接受</a:t>
            </a:r>
            <a:r>
              <a:rPr kumimoji="0" lang="en-US" altLang="zh-CN" sz="2800">
                <a:solidFill>
                  <a:schemeClr val="folHlink"/>
                </a:solidFill>
              </a:rPr>
              <a:t>a</a:t>
            </a:r>
            <a:r>
              <a:rPr kumimoji="0" lang="en-US" altLang="zh-CN" sz="2800" baseline="30000">
                <a:solidFill>
                  <a:schemeClr val="folHlink"/>
                </a:solidFill>
              </a:rPr>
              <a:t>j</a:t>
            </a:r>
            <a:r>
              <a:rPr kumimoji="0" lang="en-US" altLang="zh-CN" sz="2800">
                <a:solidFill>
                  <a:schemeClr val="folHlink"/>
                </a:solidFill>
              </a:rPr>
              <a:t>b</a:t>
            </a:r>
            <a:r>
              <a:rPr kumimoji="0" lang="en-US" altLang="zh-CN" sz="2800" baseline="30000">
                <a:solidFill>
                  <a:schemeClr val="folHlink"/>
                </a:solidFill>
              </a:rPr>
              <a:t>i</a:t>
            </a:r>
            <a:r>
              <a:rPr kumimoji="0" lang="zh-CN" altLang="en-US" sz="2800">
                <a:solidFill>
                  <a:schemeClr val="folHlink"/>
                </a:solidFill>
              </a:rPr>
              <a:t>，</a:t>
            </a:r>
            <a:r>
              <a:rPr kumimoji="0" lang="zh-CN" altLang="en-US" sz="2800">
                <a:solidFill>
                  <a:srgbClr val="FF3300"/>
                </a:solidFill>
              </a:rPr>
              <a:t>矛盾！</a:t>
            </a:r>
            <a:endParaRPr kumimoji="0" lang="zh-CN" altLang="en-US" sz="2800">
              <a:solidFill>
                <a:srgbClr val="FF3300"/>
              </a:solidFill>
            </a:endParaRPr>
          </a:p>
        </p:txBody>
      </p:sp>
      <p:pic>
        <p:nvPicPr>
          <p:cNvPr id="69636" name="Picture 5" descr="notdfa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6575" y="2844800"/>
            <a:ext cx="7921625" cy="180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7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4.9  Yacc</a:t>
            </a:r>
            <a:endParaRPr lang="en-US" altLang="zh-CN"/>
          </a:p>
        </p:txBody>
      </p:sp>
      <p:sp>
        <p:nvSpPr>
          <p:cNvPr id="1607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182688" y="1371600"/>
            <a:ext cx="7772400" cy="4876800"/>
          </a:xfrm>
        </p:spPr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 dirty="0"/>
              <a:t>%{</a:t>
            </a:r>
            <a:endParaRPr lang="en-US" altLang="zh-CN" sz="2400" dirty="0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 dirty="0">
                <a:solidFill>
                  <a:srgbClr val="3333CC"/>
                </a:solidFill>
              </a:rPr>
              <a:t>#include</a:t>
            </a:r>
            <a:r>
              <a:rPr lang="en-US" altLang="zh-CN" sz="2400" dirty="0"/>
              <a:t> &lt;</a:t>
            </a:r>
            <a:r>
              <a:rPr lang="en-US" altLang="zh-CN" sz="2400" dirty="0" err="1"/>
              <a:t>ctype.h</a:t>
            </a:r>
            <a:r>
              <a:rPr lang="en-US" altLang="zh-CN" sz="2400" dirty="0"/>
              <a:t>&gt;</a:t>
            </a:r>
            <a:endParaRPr lang="en-US" altLang="zh-CN" sz="2400" dirty="0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 dirty="0">
                <a:solidFill>
                  <a:srgbClr val="3333CC"/>
                </a:solidFill>
              </a:rPr>
              <a:t>#include</a:t>
            </a:r>
            <a:r>
              <a:rPr lang="en-US" altLang="zh-CN" sz="2400" dirty="0"/>
              <a:t> &lt;</a:t>
            </a:r>
            <a:r>
              <a:rPr lang="en-US" altLang="zh-CN" sz="2400" dirty="0" err="1"/>
              <a:t>stdio.h</a:t>
            </a:r>
            <a:r>
              <a:rPr lang="en-US" altLang="zh-CN" sz="2400" dirty="0"/>
              <a:t>&gt;</a:t>
            </a:r>
            <a:endParaRPr lang="en-US" altLang="zh-CN" sz="2400" dirty="0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 dirty="0">
                <a:solidFill>
                  <a:srgbClr val="3333CC"/>
                </a:solidFill>
              </a:rPr>
              <a:t>#include</a:t>
            </a:r>
            <a:r>
              <a:rPr lang="en-US" altLang="zh-CN" sz="2400" dirty="0"/>
              <a:t> "</a:t>
            </a:r>
            <a:r>
              <a:rPr lang="en-US" altLang="zh-CN" sz="2400" dirty="0" err="1"/>
              <a:t>expr_lexer.h</a:t>
            </a:r>
            <a:r>
              <a:rPr lang="en-US" altLang="zh-CN" sz="2400" dirty="0"/>
              <a:t>"</a:t>
            </a:r>
            <a:endParaRPr lang="en-US" altLang="zh-CN" sz="2400" dirty="0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 dirty="0"/>
              <a:t>%}</a:t>
            </a:r>
            <a:endParaRPr lang="en-US" altLang="zh-CN" sz="2400" dirty="0"/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zh-CN" sz="2400" dirty="0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 dirty="0"/>
              <a:t>%</a:t>
            </a:r>
            <a:r>
              <a:rPr lang="en-US" altLang="zh-CN" sz="2400" dirty="0">
                <a:solidFill>
                  <a:srgbClr val="FF3300"/>
                </a:solidFill>
              </a:rPr>
              <a:t>include</a:t>
            </a:r>
            <a:r>
              <a:rPr lang="en-US" altLang="zh-CN" sz="2400" dirty="0"/>
              <a:t> {	</a:t>
            </a:r>
            <a:r>
              <a:rPr lang="en-US" altLang="zh-CN" sz="2400" dirty="0">
                <a:solidFill>
                  <a:srgbClr val="3333CC"/>
                </a:solidFill>
              </a:rPr>
              <a:t>//</a:t>
            </a:r>
            <a:r>
              <a:rPr lang="zh-CN" altLang="en-US" sz="2400" dirty="0">
                <a:solidFill>
                  <a:srgbClr val="3333CC"/>
                </a:solidFill>
              </a:rPr>
              <a:t>将代码加入生成的头文件中</a:t>
            </a:r>
            <a:endParaRPr lang="zh-CN" altLang="en-US" sz="2400" dirty="0">
              <a:solidFill>
                <a:srgbClr val="3333CC"/>
              </a:solidFill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 dirty="0">
                <a:solidFill>
                  <a:srgbClr val="3333CC"/>
                </a:solidFill>
              </a:rPr>
              <a:t>#</a:t>
            </a:r>
            <a:r>
              <a:rPr lang="en-US" altLang="zh-CN" sz="2400" dirty="0" err="1">
                <a:solidFill>
                  <a:srgbClr val="3333CC"/>
                </a:solidFill>
              </a:rPr>
              <a:t>ifndef</a:t>
            </a:r>
            <a:r>
              <a:rPr lang="en-US" altLang="zh-CN" sz="2400" dirty="0"/>
              <a:t> YYSTYPE</a:t>
            </a:r>
            <a:endParaRPr lang="en-US" altLang="zh-CN" sz="2400" dirty="0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 dirty="0">
                <a:solidFill>
                  <a:srgbClr val="3333CC"/>
                </a:solidFill>
              </a:rPr>
              <a:t>#define</a:t>
            </a:r>
            <a:r>
              <a:rPr lang="en-US" altLang="zh-CN" sz="2400" dirty="0"/>
              <a:t> YYSTYPE </a:t>
            </a:r>
            <a:r>
              <a:rPr lang="en-US" altLang="zh-CN" sz="2400" dirty="0">
                <a:solidFill>
                  <a:srgbClr val="3333CC"/>
                </a:solidFill>
              </a:rPr>
              <a:t>double</a:t>
            </a:r>
            <a:endParaRPr lang="en-US" altLang="zh-CN" sz="2400" dirty="0">
              <a:solidFill>
                <a:srgbClr val="3333CC"/>
              </a:solidFill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 dirty="0">
                <a:solidFill>
                  <a:srgbClr val="3333CC"/>
                </a:solidFill>
              </a:rPr>
              <a:t>#endif</a:t>
            </a:r>
            <a:endParaRPr lang="en-US" altLang="zh-CN" sz="2400" dirty="0">
              <a:solidFill>
                <a:srgbClr val="3333CC"/>
              </a:solidFill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 dirty="0"/>
              <a:t>}</a:t>
            </a:r>
            <a:endParaRPr lang="en-US" altLang="zh-CN" sz="2400" dirty="0"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7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Yacc</a:t>
            </a:r>
            <a:r>
              <a:rPr lang="zh-CN" altLang="en-US"/>
              <a:t>程序（续）</a:t>
            </a:r>
            <a:endParaRPr lang="zh-CN" altLang="en-US"/>
          </a:p>
        </p:txBody>
      </p:sp>
      <p:sp>
        <p:nvSpPr>
          <p:cNvPr id="1617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182688" y="1371600"/>
            <a:ext cx="7772400" cy="4876800"/>
          </a:xfrm>
        </p:spPr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 dirty="0"/>
              <a:t>%</a:t>
            </a:r>
            <a:r>
              <a:rPr lang="en-US" altLang="zh-CN" sz="2400" dirty="0">
                <a:solidFill>
                  <a:srgbClr val="FF3300"/>
                </a:solidFill>
              </a:rPr>
              <a:t>token</a:t>
            </a:r>
            <a:r>
              <a:rPr lang="en-US" altLang="zh-CN" sz="2400" dirty="0"/>
              <a:t> </a:t>
            </a:r>
            <a:r>
              <a:rPr lang="en-US" altLang="zh-CN" sz="2400" dirty="0">
                <a:solidFill>
                  <a:srgbClr val="3333CC"/>
                </a:solidFill>
              </a:rPr>
              <a:t>NUMBER</a:t>
            </a:r>
            <a:r>
              <a:rPr lang="en-US" altLang="zh-CN" sz="2400" dirty="0"/>
              <a:t>	</a:t>
            </a:r>
            <a:r>
              <a:rPr lang="en-US" altLang="zh-CN" sz="2400" dirty="0">
                <a:solidFill>
                  <a:srgbClr val="3333CC"/>
                </a:solidFill>
              </a:rPr>
              <a:t>//</a:t>
            </a:r>
            <a:r>
              <a:rPr lang="zh-CN" altLang="en-US" sz="2400" dirty="0">
                <a:solidFill>
                  <a:srgbClr val="3333CC"/>
                </a:solidFill>
              </a:rPr>
              <a:t>定义单词</a:t>
            </a:r>
            <a:endParaRPr lang="zh-CN" altLang="en-US" sz="2400" dirty="0">
              <a:solidFill>
                <a:srgbClr val="3333CC"/>
              </a:solidFill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 dirty="0"/>
              <a:t>%</a:t>
            </a:r>
            <a:r>
              <a:rPr lang="en-US" altLang="zh-CN" sz="2400" dirty="0">
                <a:solidFill>
                  <a:srgbClr val="FF3300"/>
                </a:solidFill>
              </a:rPr>
              <a:t>left</a:t>
            </a:r>
            <a:r>
              <a:rPr lang="en-US" altLang="zh-CN" sz="2400" dirty="0"/>
              <a:t> </a:t>
            </a:r>
            <a:r>
              <a:rPr lang="en-US" altLang="zh-CN" sz="2400" dirty="0">
                <a:solidFill>
                  <a:srgbClr val="3333CC"/>
                </a:solidFill>
              </a:rPr>
              <a:t>'+'</a:t>
            </a:r>
            <a:r>
              <a:rPr lang="zh-CN" altLang="en-US" sz="2400" dirty="0">
                <a:solidFill>
                  <a:srgbClr val="3333CC"/>
                </a:solidFill>
              </a:rPr>
              <a:t> </a:t>
            </a:r>
            <a:r>
              <a:rPr lang="en-US" altLang="zh-CN" sz="2400" dirty="0">
                <a:solidFill>
                  <a:srgbClr val="3333CC"/>
                </a:solidFill>
              </a:rPr>
              <a:t>'-'</a:t>
            </a:r>
            <a:r>
              <a:rPr lang="en-US" altLang="zh-CN" sz="2400" dirty="0"/>
              <a:t>		</a:t>
            </a:r>
            <a:r>
              <a:rPr lang="en-US" altLang="zh-CN" sz="2400" dirty="0">
                <a:solidFill>
                  <a:srgbClr val="3333CC"/>
                </a:solidFill>
              </a:rPr>
              <a:t>//</a:t>
            </a:r>
            <a:r>
              <a:rPr lang="zh-CN" altLang="en-US" sz="2400" dirty="0">
                <a:solidFill>
                  <a:srgbClr val="3333CC"/>
                </a:solidFill>
              </a:rPr>
              <a:t>定义优先级（由低到高）、结合率</a:t>
            </a:r>
            <a:endParaRPr lang="zh-CN" altLang="en-US" sz="2400" dirty="0">
              <a:solidFill>
                <a:srgbClr val="3333CC"/>
              </a:solidFill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 dirty="0"/>
              <a:t>%</a:t>
            </a:r>
            <a:r>
              <a:rPr lang="en-US" altLang="zh-CN" sz="2400" dirty="0">
                <a:solidFill>
                  <a:srgbClr val="FF3300"/>
                </a:solidFill>
              </a:rPr>
              <a:t>left</a:t>
            </a:r>
            <a:r>
              <a:rPr lang="en-US" altLang="zh-CN" sz="2400" dirty="0"/>
              <a:t> </a:t>
            </a:r>
            <a:r>
              <a:rPr lang="en-US" altLang="zh-CN" sz="2400" dirty="0">
                <a:solidFill>
                  <a:srgbClr val="3333CC"/>
                </a:solidFill>
              </a:rPr>
              <a:t>'*'</a:t>
            </a:r>
            <a:r>
              <a:rPr lang="zh-CN" altLang="en-US" sz="2400" dirty="0">
                <a:solidFill>
                  <a:srgbClr val="3333CC"/>
                </a:solidFill>
              </a:rPr>
              <a:t> </a:t>
            </a:r>
            <a:r>
              <a:rPr lang="en-US" altLang="zh-CN" sz="2400" dirty="0">
                <a:solidFill>
                  <a:srgbClr val="3333CC"/>
                </a:solidFill>
              </a:rPr>
              <a:t>'/'</a:t>
            </a:r>
            <a:endParaRPr lang="en-US" altLang="zh-CN" sz="2400" dirty="0">
              <a:solidFill>
                <a:srgbClr val="3333CC"/>
              </a:solidFill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 dirty="0"/>
              <a:t>%</a:t>
            </a:r>
            <a:r>
              <a:rPr lang="en-US" altLang="zh-CN" sz="2400" dirty="0">
                <a:solidFill>
                  <a:srgbClr val="FF3300"/>
                </a:solidFill>
              </a:rPr>
              <a:t>right</a:t>
            </a:r>
            <a:r>
              <a:rPr lang="en-US" altLang="zh-CN" sz="2400" dirty="0"/>
              <a:t> </a:t>
            </a:r>
            <a:r>
              <a:rPr lang="en-US" altLang="zh-CN" sz="2400" dirty="0">
                <a:solidFill>
                  <a:srgbClr val="3333CC"/>
                </a:solidFill>
              </a:rPr>
              <a:t>UMINUS</a:t>
            </a:r>
            <a:endParaRPr lang="en-US" altLang="zh-CN" sz="2400" dirty="0">
              <a:solidFill>
                <a:srgbClr val="3333CC"/>
              </a:solidFill>
            </a:endParaRPr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zh-CN" sz="2400" dirty="0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 dirty="0"/>
              <a:t>%%			//</a:t>
            </a:r>
            <a:r>
              <a:rPr lang="zh-CN" altLang="en-US" sz="2400" dirty="0"/>
              <a:t>定义段结束</a:t>
            </a:r>
            <a:endParaRPr lang="zh-CN" altLang="en-US" sz="2400" dirty="0"/>
          </a:p>
          <a:p>
            <a:pPr eaLnBrk="1" hangingPunct="1">
              <a:buFont typeface="Wingdings" panose="05000000000000000000" pitchFamily="2" charset="2"/>
              <a:buNone/>
            </a:pPr>
            <a:endParaRPr lang="zh-CN" altLang="en-US" sz="2400" dirty="0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 dirty="0">
                <a:solidFill>
                  <a:srgbClr val="3333CC"/>
                </a:solidFill>
              </a:rPr>
              <a:t>lines</a:t>
            </a:r>
            <a:r>
              <a:rPr lang="en-US" altLang="zh-CN" sz="2400" dirty="0"/>
              <a:t>	:	</a:t>
            </a:r>
            <a:r>
              <a:rPr lang="en-US" altLang="zh-CN" sz="2400" dirty="0">
                <a:solidFill>
                  <a:srgbClr val="3333CC"/>
                </a:solidFill>
              </a:rPr>
              <a:t>lines expr '\n'</a:t>
            </a:r>
            <a:r>
              <a:rPr lang="en-US" altLang="zh-CN" sz="2400" dirty="0"/>
              <a:t>	{ </a:t>
            </a:r>
            <a:r>
              <a:rPr lang="en-US" altLang="zh-CN" sz="2400" dirty="0" err="1"/>
              <a:t>printf</a:t>
            </a:r>
            <a:r>
              <a:rPr lang="en-US" altLang="zh-CN" sz="2400" dirty="0"/>
              <a:t>("%g\n", </a:t>
            </a:r>
            <a:r>
              <a:rPr lang="en-US" altLang="zh-CN" sz="2400" dirty="0">
                <a:solidFill>
                  <a:srgbClr val="3333CC"/>
                </a:solidFill>
              </a:rPr>
              <a:t>$2</a:t>
            </a:r>
            <a:r>
              <a:rPr lang="en-US" altLang="zh-CN" sz="2400" dirty="0"/>
              <a:t>); }</a:t>
            </a:r>
            <a:endParaRPr lang="en-US" altLang="zh-CN" sz="2400" dirty="0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 dirty="0"/>
              <a:t>		|	</a:t>
            </a:r>
            <a:r>
              <a:rPr lang="en-US" altLang="zh-CN" sz="2400" dirty="0">
                <a:solidFill>
                  <a:srgbClr val="3333CC"/>
                </a:solidFill>
              </a:rPr>
              <a:t>lines '\n'</a:t>
            </a:r>
            <a:endParaRPr lang="en-US" altLang="zh-CN" sz="2400" dirty="0">
              <a:solidFill>
                <a:srgbClr val="3333CC"/>
              </a:solidFill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 dirty="0"/>
              <a:t>		|</a:t>
            </a:r>
            <a:endParaRPr lang="en-US" altLang="zh-CN" sz="2400" dirty="0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 dirty="0"/>
              <a:t>		;</a:t>
            </a:r>
            <a:endParaRPr lang="en-US" altLang="zh-CN" sz="2400" dirty="0"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8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Yacc</a:t>
            </a:r>
            <a:r>
              <a:rPr lang="zh-CN" altLang="en-US"/>
              <a:t>程序（续）</a:t>
            </a:r>
            <a:endParaRPr lang="zh-CN" altLang="en-US"/>
          </a:p>
        </p:txBody>
      </p:sp>
      <p:sp>
        <p:nvSpPr>
          <p:cNvPr id="1628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182688" y="1371600"/>
            <a:ext cx="7772400" cy="4876800"/>
          </a:xfrm>
        </p:spPr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>
                <a:solidFill>
                  <a:srgbClr val="3333CC"/>
                </a:solidFill>
              </a:rPr>
              <a:t>expr</a:t>
            </a:r>
            <a:r>
              <a:rPr lang="en-US" altLang="zh-CN" sz="2400"/>
              <a:t>	:	</a:t>
            </a:r>
            <a:r>
              <a:rPr lang="en-US" altLang="zh-CN" sz="2400">
                <a:solidFill>
                  <a:srgbClr val="3333CC"/>
                </a:solidFill>
              </a:rPr>
              <a:t>expr '+' expr</a:t>
            </a:r>
            <a:r>
              <a:rPr lang="en-US" altLang="zh-CN" sz="2400"/>
              <a:t>	{ </a:t>
            </a:r>
            <a:r>
              <a:rPr lang="en-US" altLang="zh-CN" sz="2400">
                <a:solidFill>
                  <a:srgbClr val="FF3300"/>
                </a:solidFill>
              </a:rPr>
              <a:t>$$</a:t>
            </a:r>
            <a:r>
              <a:rPr lang="en-US" altLang="zh-CN" sz="2400"/>
              <a:t> = </a:t>
            </a:r>
            <a:r>
              <a:rPr lang="en-US" altLang="zh-CN" sz="2400">
                <a:solidFill>
                  <a:srgbClr val="FF3300"/>
                </a:solidFill>
              </a:rPr>
              <a:t>$1</a:t>
            </a:r>
            <a:r>
              <a:rPr lang="en-US" altLang="zh-CN" sz="2400"/>
              <a:t> + </a:t>
            </a:r>
            <a:r>
              <a:rPr lang="en-US" altLang="zh-CN" sz="2400">
                <a:solidFill>
                  <a:srgbClr val="FF3300"/>
                </a:solidFill>
              </a:rPr>
              <a:t>$3</a:t>
            </a:r>
            <a:r>
              <a:rPr lang="en-US" altLang="zh-CN" sz="2400"/>
              <a:t>; }</a:t>
            </a:r>
            <a:endParaRPr lang="en-US" altLang="zh-CN" sz="2400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/>
              <a:t>		|	</a:t>
            </a:r>
            <a:r>
              <a:rPr lang="en-US" altLang="zh-CN" sz="2400">
                <a:solidFill>
                  <a:srgbClr val="3333CC"/>
                </a:solidFill>
              </a:rPr>
              <a:t>expr '-' expr</a:t>
            </a:r>
            <a:r>
              <a:rPr lang="en-US" altLang="zh-CN" sz="2400"/>
              <a:t>	{ </a:t>
            </a:r>
            <a:r>
              <a:rPr lang="en-US" altLang="zh-CN" sz="2400">
                <a:solidFill>
                  <a:srgbClr val="FF3300"/>
                </a:solidFill>
              </a:rPr>
              <a:t>$$</a:t>
            </a:r>
            <a:r>
              <a:rPr lang="en-US" altLang="zh-CN" sz="2400"/>
              <a:t> = </a:t>
            </a:r>
            <a:r>
              <a:rPr lang="en-US" altLang="zh-CN" sz="2400">
                <a:solidFill>
                  <a:srgbClr val="FF3300"/>
                </a:solidFill>
              </a:rPr>
              <a:t>$1</a:t>
            </a:r>
            <a:r>
              <a:rPr lang="en-US" altLang="zh-CN" sz="2400"/>
              <a:t> - </a:t>
            </a:r>
            <a:r>
              <a:rPr lang="en-US" altLang="zh-CN" sz="2400">
                <a:solidFill>
                  <a:srgbClr val="FF3300"/>
                </a:solidFill>
              </a:rPr>
              <a:t>$3</a:t>
            </a:r>
            <a:r>
              <a:rPr lang="en-US" altLang="zh-CN" sz="2400"/>
              <a:t>; }</a:t>
            </a:r>
            <a:endParaRPr lang="en-US" altLang="zh-CN" sz="2400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/>
              <a:t>		|	</a:t>
            </a:r>
            <a:r>
              <a:rPr lang="en-US" altLang="zh-CN" sz="2400">
                <a:solidFill>
                  <a:srgbClr val="3333CC"/>
                </a:solidFill>
              </a:rPr>
              <a:t>expr '*' expr</a:t>
            </a:r>
            <a:r>
              <a:rPr lang="en-US" altLang="zh-CN" sz="2400"/>
              <a:t>	{ </a:t>
            </a:r>
            <a:r>
              <a:rPr lang="en-US" altLang="zh-CN" sz="2400">
                <a:solidFill>
                  <a:srgbClr val="FF3300"/>
                </a:solidFill>
              </a:rPr>
              <a:t>$$</a:t>
            </a:r>
            <a:r>
              <a:rPr lang="en-US" altLang="zh-CN" sz="2400"/>
              <a:t> = </a:t>
            </a:r>
            <a:r>
              <a:rPr lang="en-US" altLang="zh-CN" sz="2400">
                <a:solidFill>
                  <a:srgbClr val="FF3300"/>
                </a:solidFill>
              </a:rPr>
              <a:t>$1</a:t>
            </a:r>
            <a:r>
              <a:rPr lang="en-US" altLang="zh-CN" sz="2400"/>
              <a:t> * </a:t>
            </a:r>
            <a:r>
              <a:rPr lang="en-US" altLang="zh-CN" sz="2400">
                <a:solidFill>
                  <a:srgbClr val="FF3300"/>
                </a:solidFill>
              </a:rPr>
              <a:t>$3</a:t>
            </a:r>
            <a:r>
              <a:rPr lang="en-US" altLang="zh-CN" sz="2400"/>
              <a:t>; }</a:t>
            </a:r>
            <a:endParaRPr lang="en-US" altLang="zh-CN" sz="2400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/>
              <a:t>		|	</a:t>
            </a:r>
            <a:r>
              <a:rPr lang="en-US" altLang="zh-CN" sz="2400">
                <a:solidFill>
                  <a:srgbClr val="3333CC"/>
                </a:solidFill>
              </a:rPr>
              <a:t>expr '/' expr</a:t>
            </a:r>
            <a:r>
              <a:rPr lang="en-US" altLang="zh-CN" sz="2400"/>
              <a:t>	{</a:t>
            </a:r>
            <a:r>
              <a:rPr lang="en-US" altLang="zh-CN" sz="2400">
                <a:solidFill>
                  <a:srgbClr val="FF3300"/>
                </a:solidFill>
              </a:rPr>
              <a:t> $$</a:t>
            </a:r>
            <a:r>
              <a:rPr lang="en-US" altLang="zh-CN" sz="2400"/>
              <a:t> = </a:t>
            </a:r>
            <a:r>
              <a:rPr lang="en-US" altLang="zh-CN" sz="2400">
                <a:solidFill>
                  <a:srgbClr val="FF3300"/>
                </a:solidFill>
              </a:rPr>
              <a:t>$1</a:t>
            </a:r>
            <a:r>
              <a:rPr lang="en-US" altLang="zh-CN" sz="2400"/>
              <a:t> / </a:t>
            </a:r>
            <a:r>
              <a:rPr lang="en-US" altLang="zh-CN" sz="2400">
                <a:solidFill>
                  <a:srgbClr val="FF3300"/>
                </a:solidFill>
              </a:rPr>
              <a:t>$3</a:t>
            </a:r>
            <a:r>
              <a:rPr lang="en-US" altLang="zh-CN" sz="2400"/>
              <a:t>; }</a:t>
            </a:r>
            <a:endParaRPr lang="en-US" altLang="zh-CN" sz="2400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/>
              <a:t>		|	</a:t>
            </a:r>
            <a:r>
              <a:rPr lang="en-US" altLang="zh-CN" sz="2400">
                <a:solidFill>
                  <a:srgbClr val="3333CC"/>
                </a:solidFill>
              </a:rPr>
              <a:t>'(' expr ')'</a:t>
            </a:r>
            <a:r>
              <a:rPr lang="en-US" altLang="zh-CN" sz="2400"/>
              <a:t>	{ </a:t>
            </a:r>
            <a:r>
              <a:rPr lang="en-US" altLang="zh-CN" sz="2400">
                <a:solidFill>
                  <a:srgbClr val="FF3300"/>
                </a:solidFill>
              </a:rPr>
              <a:t>$$</a:t>
            </a:r>
            <a:r>
              <a:rPr lang="en-US" altLang="zh-CN" sz="2400"/>
              <a:t> = </a:t>
            </a:r>
            <a:r>
              <a:rPr lang="en-US" altLang="zh-CN" sz="2400">
                <a:solidFill>
                  <a:srgbClr val="FF3300"/>
                </a:solidFill>
              </a:rPr>
              <a:t>$2</a:t>
            </a:r>
            <a:r>
              <a:rPr lang="en-US" altLang="zh-CN" sz="2400"/>
              <a:t>; }</a:t>
            </a:r>
            <a:endParaRPr lang="en-US" altLang="zh-CN" sz="2400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/>
              <a:t>		|	</a:t>
            </a:r>
            <a:r>
              <a:rPr lang="en-US" altLang="zh-CN" sz="2400">
                <a:solidFill>
                  <a:srgbClr val="3333CC"/>
                </a:solidFill>
              </a:rPr>
              <a:t>'-' expr </a:t>
            </a:r>
            <a:r>
              <a:rPr lang="en-US" altLang="zh-CN" sz="2400">
                <a:solidFill>
                  <a:srgbClr val="FF3300"/>
                </a:solidFill>
              </a:rPr>
              <a:t>%prec</a:t>
            </a:r>
            <a:r>
              <a:rPr lang="en-US" altLang="zh-CN" sz="2400">
                <a:solidFill>
                  <a:srgbClr val="3333CC"/>
                </a:solidFill>
              </a:rPr>
              <a:t> UMINUS</a:t>
            </a:r>
            <a:r>
              <a:rPr lang="en-US" altLang="zh-CN" sz="2400"/>
              <a:t>	{ </a:t>
            </a:r>
            <a:r>
              <a:rPr lang="en-US" altLang="zh-CN" sz="2400">
                <a:solidFill>
                  <a:srgbClr val="FF3300"/>
                </a:solidFill>
              </a:rPr>
              <a:t>$$</a:t>
            </a:r>
            <a:r>
              <a:rPr lang="en-US" altLang="zh-CN" sz="2400"/>
              <a:t> = -</a:t>
            </a:r>
            <a:r>
              <a:rPr lang="en-US" altLang="zh-CN" sz="2400">
                <a:solidFill>
                  <a:srgbClr val="FF3300"/>
                </a:solidFill>
              </a:rPr>
              <a:t>$2</a:t>
            </a:r>
            <a:r>
              <a:rPr lang="en-US" altLang="zh-CN" sz="2400"/>
              <a:t>; }</a:t>
            </a:r>
            <a:endParaRPr lang="en-US" altLang="zh-CN" sz="2400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/>
              <a:t>		|	</a:t>
            </a:r>
            <a:r>
              <a:rPr lang="en-US" altLang="zh-CN" sz="2400">
                <a:solidFill>
                  <a:srgbClr val="3333CC"/>
                </a:solidFill>
              </a:rPr>
              <a:t>NUMBER</a:t>
            </a:r>
            <a:endParaRPr lang="en-US" altLang="zh-CN" sz="2400">
              <a:solidFill>
                <a:srgbClr val="3333CC"/>
              </a:solidFill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/>
              <a:t>		;</a:t>
            </a:r>
            <a:endParaRPr lang="en-US" altLang="zh-CN" sz="2400"/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zh-CN" sz="2400"/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zh-CN" sz="2400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/>
              <a:t>%%		</a:t>
            </a:r>
            <a:r>
              <a:rPr lang="en-US" altLang="zh-CN" sz="2400">
                <a:solidFill>
                  <a:srgbClr val="3333CC"/>
                </a:solidFill>
              </a:rPr>
              <a:t>//</a:t>
            </a:r>
            <a:r>
              <a:rPr lang="zh-CN" altLang="en-US" sz="2400">
                <a:solidFill>
                  <a:srgbClr val="3333CC"/>
                </a:solidFill>
              </a:rPr>
              <a:t>规则段结束</a:t>
            </a:r>
            <a:endParaRPr lang="zh-CN" altLang="en-US" sz="2400">
              <a:solidFill>
                <a:srgbClr val="3333CC"/>
              </a:solidFill>
            </a:endParaRP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Yacc</a:t>
            </a:r>
            <a:r>
              <a:rPr lang="zh-CN" altLang="en-US"/>
              <a:t>程序（续）</a:t>
            </a:r>
            <a:endParaRPr lang="zh-CN" altLang="en-US"/>
          </a:p>
        </p:txBody>
      </p:sp>
      <p:sp>
        <p:nvSpPr>
          <p:cNvPr id="16384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182688" y="1371600"/>
            <a:ext cx="7772400" cy="4876800"/>
          </a:xfrm>
        </p:spPr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>
                <a:solidFill>
                  <a:srgbClr val="3333CC"/>
                </a:solidFill>
              </a:rPr>
              <a:t>//</a:t>
            </a:r>
            <a:r>
              <a:rPr lang="zh-CN" altLang="en-US" sz="2400">
                <a:solidFill>
                  <a:srgbClr val="3333CC"/>
                </a:solidFill>
              </a:rPr>
              <a:t>程序段</a:t>
            </a:r>
            <a:endParaRPr lang="zh-CN" altLang="en-US" sz="2400">
              <a:solidFill>
                <a:srgbClr val="3333CC"/>
              </a:solidFill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>
                <a:solidFill>
                  <a:srgbClr val="3333CC"/>
                </a:solidFill>
              </a:rPr>
              <a:t>int</a:t>
            </a:r>
            <a:r>
              <a:rPr lang="en-US" altLang="zh-CN" sz="2400"/>
              <a:t> main(</a:t>
            </a:r>
            <a:r>
              <a:rPr lang="en-US" altLang="zh-CN" sz="2400">
                <a:solidFill>
                  <a:srgbClr val="3333CC"/>
                </a:solidFill>
              </a:rPr>
              <a:t>void</a:t>
            </a:r>
            <a:r>
              <a:rPr lang="en-US" altLang="zh-CN" sz="2400"/>
              <a:t>)</a:t>
            </a:r>
            <a:endParaRPr lang="en-US" altLang="zh-CN" sz="2400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/>
              <a:t>{</a:t>
            </a:r>
            <a:endParaRPr lang="en-US" altLang="zh-CN" sz="2400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/>
              <a:t>	</a:t>
            </a:r>
            <a:r>
              <a:rPr lang="en-US" altLang="zh-CN" sz="2400">
                <a:solidFill>
                  <a:srgbClr val="3333CC"/>
                </a:solidFill>
              </a:rPr>
              <a:t>return</a:t>
            </a:r>
            <a:r>
              <a:rPr lang="en-US" altLang="zh-CN" sz="2400"/>
              <a:t> yyparse();</a:t>
            </a:r>
            <a:endParaRPr lang="en-US" altLang="zh-CN" sz="2400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/>
              <a:t>}</a:t>
            </a:r>
            <a:endParaRPr lang="en-US" altLang="zh-CN" sz="2400"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8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Lex</a:t>
            </a:r>
            <a:r>
              <a:rPr lang="zh-CN" altLang="en-US"/>
              <a:t>程序（续）</a:t>
            </a:r>
            <a:endParaRPr lang="zh-CN" altLang="en-US"/>
          </a:p>
        </p:txBody>
      </p:sp>
      <p:sp>
        <p:nvSpPr>
          <p:cNvPr id="16486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38200" y="1371600"/>
            <a:ext cx="8116888" cy="5486400"/>
          </a:xfrm>
        </p:spPr>
        <p:txBody>
          <a:bodyPr/>
          <a:lstStyle/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400"/>
              <a:t>%{</a:t>
            </a:r>
            <a:endParaRPr lang="en-US" altLang="zh-CN" sz="2400"/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400">
                <a:solidFill>
                  <a:srgbClr val="3333CC"/>
                </a:solidFill>
              </a:rPr>
              <a:t>#include</a:t>
            </a:r>
            <a:r>
              <a:rPr lang="en-US" altLang="zh-CN" sz="2400"/>
              <a:t> "expr_parser.h"</a:t>
            </a:r>
            <a:endParaRPr lang="en-US" altLang="zh-CN" sz="2400"/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400">
                <a:solidFill>
                  <a:srgbClr val="3333CC"/>
                </a:solidFill>
              </a:rPr>
              <a:t>extern</a:t>
            </a:r>
            <a:r>
              <a:rPr lang="en-US" altLang="zh-CN" sz="2400"/>
              <a:t> YYSTYPE	yylval;</a:t>
            </a:r>
            <a:endParaRPr lang="en-US" altLang="zh-CN" sz="2400"/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400"/>
              <a:t>%}</a:t>
            </a:r>
            <a:endParaRPr lang="en-US" altLang="zh-CN" sz="2400"/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endParaRPr lang="en-US" altLang="zh-CN" sz="2400"/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400"/>
              <a:t>number	</a:t>
            </a:r>
            <a:r>
              <a:rPr lang="en-US" altLang="zh-CN" sz="2400">
                <a:solidFill>
                  <a:srgbClr val="3333CC"/>
                </a:solidFill>
              </a:rPr>
              <a:t>[0-9]+\.?|[0-9]*\.[0-9]+</a:t>
            </a:r>
            <a:endParaRPr lang="en-US" altLang="zh-CN" sz="2400">
              <a:solidFill>
                <a:srgbClr val="3333CC"/>
              </a:solidFill>
            </a:endParaRP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400"/>
              <a:t>%%		</a:t>
            </a:r>
            <a:r>
              <a:rPr lang="en-US" altLang="zh-CN" sz="2400">
                <a:solidFill>
                  <a:srgbClr val="3333CC"/>
                </a:solidFill>
              </a:rPr>
              <a:t>//</a:t>
            </a:r>
            <a:r>
              <a:rPr lang="zh-CN" altLang="en-US" sz="2400">
                <a:solidFill>
                  <a:srgbClr val="3333CC"/>
                </a:solidFill>
              </a:rPr>
              <a:t>定义段结束</a:t>
            </a:r>
            <a:endParaRPr lang="zh-CN" altLang="en-US" sz="2400">
              <a:solidFill>
                <a:srgbClr val="3333CC"/>
              </a:solidFill>
            </a:endParaRP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endParaRPr lang="zh-CN" altLang="en-US" sz="2400"/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400">
                <a:solidFill>
                  <a:srgbClr val="3333CC"/>
                </a:solidFill>
              </a:rPr>
              <a:t>[ \t]</a:t>
            </a:r>
            <a:r>
              <a:rPr lang="en-US" altLang="zh-CN" sz="2400"/>
              <a:t>	{ }</a:t>
            </a:r>
            <a:endParaRPr lang="en-US" altLang="zh-CN" sz="2400"/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400"/>
              <a:t>{number}   { sscanf(yytext, "%lf", &amp;yylval); </a:t>
            </a:r>
            <a:r>
              <a:rPr lang="en-US" altLang="zh-CN" sz="2400">
                <a:solidFill>
                  <a:srgbClr val="3333CC"/>
                </a:solidFill>
              </a:rPr>
              <a:t>return</a:t>
            </a:r>
            <a:r>
              <a:rPr lang="en-US" altLang="zh-CN" sz="2400"/>
              <a:t> NUMBER; }</a:t>
            </a:r>
            <a:endParaRPr lang="en-US" altLang="zh-CN" sz="2400"/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400">
                <a:solidFill>
                  <a:srgbClr val="3333CC"/>
                </a:solidFill>
              </a:rPr>
              <a:t>\n</a:t>
            </a:r>
            <a:r>
              <a:rPr lang="en-US" altLang="zh-CN" sz="2400"/>
              <a:t> | </a:t>
            </a:r>
            <a:r>
              <a:rPr lang="en-US" altLang="zh-CN" sz="2400">
                <a:solidFill>
                  <a:srgbClr val="3333CC"/>
                </a:solidFill>
              </a:rPr>
              <a:t>.</a:t>
            </a:r>
            <a:r>
              <a:rPr lang="en-US" altLang="zh-CN" sz="2400"/>
              <a:t>	{ </a:t>
            </a:r>
            <a:r>
              <a:rPr lang="en-US" altLang="zh-CN" sz="2400">
                <a:solidFill>
                  <a:srgbClr val="3333CC"/>
                </a:solidFill>
              </a:rPr>
              <a:t>return</a:t>
            </a:r>
            <a:r>
              <a:rPr lang="en-US" altLang="zh-CN" sz="2400"/>
              <a:t> yytext[0]; }</a:t>
            </a:r>
            <a:endParaRPr lang="en-US" altLang="zh-CN" sz="2400"/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endParaRPr lang="en-US" altLang="zh-CN" sz="2400"/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400"/>
              <a:t>%%		</a:t>
            </a:r>
            <a:r>
              <a:rPr lang="en-US" altLang="zh-CN" sz="2400">
                <a:solidFill>
                  <a:srgbClr val="3333CC"/>
                </a:solidFill>
              </a:rPr>
              <a:t>//</a:t>
            </a:r>
            <a:r>
              <a:rPr lang="zh-CN" altLang="en-US" sz="2400">
                <a:solidFill>
                  <a:srgbClr val="3333CC"/>
                </a:solidFill>
              </a:rPr>
              <a:t>规则段结束</a:t>
            </a:r>
            <a:endParaRPr lang="zh-CN" altLang="en-US" sz="2400">
              <a:solidFill>
                <a:srgbClr val="3333CC"/>
              </a:solidFill>
            </a:endParaRP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8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dirty="0"/>
              <a:t>4.9.4  </a:t>
            </a:r>
            <a:r>
              <a:rPr lang="en-US" altLang="zh-CN" dirty="0" err="1"/>
              <a:t>Yacc</a:t>
            </a:r>
            <a:r>
              <a:rPr lang="zh-CN" altLang="en-US" dirty="0"/>
              <a:t>的错误恢复</a:t>
            </a:r>
            <a:endParaRPr lang="zh-CN" altLang="en-US" dirty="0"/>
          </a:p>
        </p:txBody>
      </p:sp>
      <p:sp>
        <p:nvSpPr>
          <p:cNvPr id="16589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182688" y="1371600"/>
            <a:ext cx="7772400" cy="5486400"/>
          </a:xfrm>
        </p:spPr>
        <p:txBody>
          <a:bodyPr/>
          <a:lstStyle/>
          <a:p>
            <a:pPr eaLnBrk="1" hangingPunct="1"/>
            <a:r>
              <a:rPr lang="zh-CN" altLang="en-US"/>
              <a:t>程序员决定哪些</a:t>
            </a:r>
            <a:r>
              <a:rPr lang="en-US" altLang="zh-CN"/>
              <a:t>NT A</a:t>
            </a:r>
            <a:r>
              <a:rPr lang="zh-CN" altLang="en-US"/>
              <a:t>可能会产生错误</a:t>
            </a:r>
            <a:endParaRPr lang="zh-CN" altLang="en-US"/>
          </a:p>
          <a:p>
            <a:pPr eaLnBrk="1" hangingPunct="1"/>
            <a:r>
              <a:rPr lang="zh-CN" altLang="en-US"/>
              <a:t>将</a:t>
            </a:r>
            <a:r>
              <a:rPr lang="en-US" altLang="zh-CN"/>
              <a:t>A </a:t>
            </a:r>
            <a:r>
              <a:rPr lang="en-US" altLang="zh-CN" b="1">
                <a:sym typeface="Symbol" panose="05050102010706020507" pitchFamily="18" charset="2"/>
              </a:rPr>
              <a:t> </a:t>
            </a:r>
            <a:r>
              <a:rPr lang="en-US" altLang="zh-CN" b="1"/>
              <a:t>error</a:t>
            </a:r>
            <a:r>
              <a:rPr lang="en-US" altLang="zh-CN"/>
              <a:t> </a:t>
            </a:r>
            <a:r>
              <a:rPr lang="en-US" altLang="zh-CN">
                <a:latin typeface="Symbol" panose="05050102010706020507" pitchFamily="18" charset="2"/>
              </a:rPr>
              <a:t>a</a:t>
            </a:r>
            <a:r>
              <a:rPr lang="zh-CN" altLang="en-US"/>
              <a:t>加入文法</a:t>
            </a:r>
            <a:endParaRPr lang="zh-CN" altLang="en-US"/>
          </a:p>
          <a:p>
            <a:pPr lvl="1" eaLnBrk="1" hangingPunct="1"/>
            <a:r>
              <a:rPr lang="en-US" altLang="zh-CN">
                <a:latin typeface="Symbol" panose="05050102010706020507" pitchFamily="18" charset="2"/>
              </a:rPr>
              <a:t>a</a:t>
            </a:r>
            <a:r>
              <a:rPr lang="en-US" altLang="zh-CN"/>
              <a:t>——</a:t>
            </a:r>
            <a:r>
              <a:rPr lang="zh-CN" altLang="en-US"/>
              <a:t>文法符号串，</a:t>
            </a:r>
            <a:r>
              <a:rPr lang="en-US" altLang="zh-CN" b="1"/>
              <a:t>error</a:t>
            </a:r>
            <a:r>
              <a:rPr lang="en-US" altLang="zh-CN"/>
              <a:t>——Yacc</a:t>
            </a:r>
            <a:r>
              <a:rPr lang="zh-CN" altLang="en-US"/>
              <a:t>保留字</a:t>
            </a:r>
            <a:endParaRPr lang="zh-CN" altLang="en-US"/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9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Yacc</a:t>
            </a:r>
            <a:r>
              <a:rPr lang="zh-CN" altLang="en-US"/>
              <a:t>的错误恢复</a:t>
            </a:r>
            <a:endParaRPr lang="zh-CN" altLang="en-US"/>
          </a:p>
        </p:txBody>
      </p:sp>
      <p:sp>
        <p:nvSpPr>
          <p:cNvPr id="16691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182688" y="1371600"/>
            <a:ext cx="7772400" cy="4721225"/>
          </a:xfrm>
        </p:spPr>
        <p:txBody>
          <a:bodyPr/>
          <a:lstStyle/>
          <a:p>
            <a:pPr eaLnBrk="1" hangingPunct="1"/>
            <a:r>
              <a:rPr lang="zh-CN" altLang="en-US" dirty="0"/>
              <a:t>当语法分析时遇到错误，</a:t>
            </a:r>
            <a:r>
              <a:rPr lang="en-US" altLang="zh-CN" dirty="0" err="1"/>
              <a:t>Yacc</a:t>
            </a:r>
            <a:r>
              <a:rPr lang="zh-CN" altLang="en-US" dirty="0"/>
              <a:t>处理如下：</a:t>
            </a:r>
            <a:endParaRPr lang="zh-CN" altLang="en-US" dirty="0"/>
          </a:p>
          <a:p>
            <a:pPr lvl="1" eaLnBrk="1" hangingPunct="1"/>
            <a:r>
              <a:rPr lang="zh-CN" altLang="en-US" dirty="0"/>
              <a:t>从栈中弹出状态，直至遇到项目集中含有形如</a:t>
            </a:r>
            <a:r>
              <a:rPr lang="en-US" altLang="zh-CN" dirty="0"/>
              <a:t>A </a:t>
            </a:r>
            <a:r>
              <a:rPr lang="en-US" altLang="zh-CN" b="1" dirty="0">
                <a:sym typeface="Symbol" panose="05050102010706020507" pitchFamily="18" charset="2"/>
              </a:rPr>
              <a:t> </a:t>
            </a:r>
            <a:r>
              <a:rPr lang="en-US" altLang="zh-CN" sz="2400" b="1" dirty="0">
                <a:solidFill>
                  <a:schemeClr val="tx1"/>
                </a:solidFill>
                <a:sym typeface="Symbol" panose="05050102010706020507" pitchFamily="18" charset="2"/>
              </a:rPr>
              <a:t>·</a:t>
            </a:r>
            <a:r>
              <a:rPr lang="en-US" altLang="zh-CN" b="1" dirty="0">
                <a:sym typeface="Symbol" panose="05050102010706020507" pitchFamily="18" charset="2"/>
              </a:rPr>
              <a:t> </a:t>
            </a:r>
            <a:r>
              <a:rPr lang="en-US" altLang="zh-CN" b="1" dirty="0"/>
              <a:t>error</a:t>
            </a:r>
            <a:r>
              <a:rPr lang="en-US" altLang="zh-CN" dirty="0"/>
              <a:t> </a:t>
            </a:r>
            <a:r>
              <a:rPr lang="en-US" altLang="zh-CN" dirty="0">
                <a:latin typeface="Symbol" panose="05050102010706020507" pitchFamily="18" charset="2"/>
              </a:rPr>
              <a:t>a</a:t>
            </a:r>
            <a:r>
              <a:rPr lang="zh-CN" altLang="en-US" dirty="0">
                <a:latin typeface="Symbol" panose="05050102010706020507" pitchFamily="18" charset="2"/>
              </a:rPr>
              <a:t>的项目为止</a:t>
            </a:r>
            <a:endParaRPr lang="zh-CN" altLang="en-US" dirty="0">
              <a:latin typeface="Symbol" panose="05050102010706020507" pitchFamily="18" charset="2"/>
            </a:endParaRPr>
          </a:p>
          <a:p>
            <a:pPr lvl="1" eaLnBrk="1" hangingPunct="1"/>
            <a:r>
              <a:rPr lang="zh-CN" altLang="en-US" dirty="0"/>
              <a:t>将</a:t>
            </a:r>
            <a:r>
              <a:rPr lang="en-US" altLang="zh-CN" b="1" dirty="0"/>
              <a:t>error</a:t>
            </a:r>
            <a:r>
              <a:rPr lang="zh-CN" altLang="en-US" dirty="0"/>
              <a:t>“移进”栈</a:t>
            </a:r>
            <a:endParaRPr lang="zh-CN" altLang="en-US" dirty="0"/>
          </a:p>
          <a:p>
            <a:pPr lvl="1" eaLnBrk="1" hangingPunct="1"/>
            <a:r>
              <a:rPr lang="zh-CN" altLang="en-US" dirty="0"/>
              <a:t>若</a:t>
            </a:r>
            <a:r>
              <a:rPr lang="en-US" altLang="zh-CN" dirty="0">
                <a:latin typeface="Symbol" panose="05050102010706020507" pitchFamily="18" charset="2"/>
              </a:rPr>
              <a:t>a</a:t>
            </a:r>
            <a:r>
              <a:rPr lang="zh-CN" altLang="en-US" dirty="0"/>
              <a:t>为</a:t>
            </a:r>
            <a:r>
              <a:rPr lang="en-US" altLang="zh-CN" dirty="0">
                <a:latin typeface="Symbol" panose="05050102010706020507" pitchFamily="18" charset="2"/>
              </a:rPr>
              <a:t>e</a:t>
            </a:r>
            <a:r>
              <a:rPr lang="zh-CN" altLang="en-US" dirty="0"/>
              <a:t>，立即用</a:t>
            </a:r>
            <a:r>
              <a:rPr lang="en-US" altLang="zh-CN" dirty="0"/>
              <a:t>A </a:t>
            </a:r>
            <a:r>
              <a:rPr lang="en-US" altLang="zh-CN" b="1" dirty="0">
                <a:sym typeface="Symbol" panose="05050102010706020507" pitchFamily="18" charset="2"/>
              </a:rPr>
              <a:t> </a:t>
            </a:r>
            <a:r>
              <a:rPr lang="en-US" altLang="zh-CN" b="1" dirty="0"/>
              <a:t>error</a:t>
            </a:r>
            <a:r>
              <a:rPr lang="en-US" altLang="zh-CN" dirty="0"/>
              <a:t> </a:t>
            </a:r>
            <a:r>
              <a:rPr lang="en-US" altLang="zh-CN" dirty="0">
                <a:latin typeface="Symbol" panose="05050102010706020507" pitchFamily="18" charset="2"/>
              </a:rPr>
              <a:t>a</a:t>
            </a:r>
            <a:r>
              <a:rPr lang="zh-CN" altLang="en-US" dirty="0">
                <a:latin typeface="Symbol" panose="05050102010706020507" pitchFamily="18" charset="2"/>
              </a:rPr>
              <a:t>进行归约</a:t>
            </a:r>
            <a:endParaRPr lang="zh-CN" altLang="en-US" dirty="0">
              <a:latin typeface="Symbol" panose="05050102010706020507" pitchFamily="18" charset="2"/>
            </a:endParaRPr>
          </a:p>
          <a:p>
            <a:pPr lvl="1" eaLnBrk="1" hangingPunct="1"/>
            <a:r>
              <a:rPr lang="zh-CN" altLang="en-US" dirty="0">
                <a:latin typeface="Symbol" panose="05050102010706020507" pitchFamily="18" charset="2"/>
              </a:rPr>
              <a:t>否则，移进</a:t>
            </a:r>
            <a:r>
              <a:rPr lang="en-US" altLang="zh-CN" dirty="0">
                <a:latin typeface="Symbol" panose="05050102010706020507" pitchFamily="18" charset="2"/>
              </a:rPr>
              <a:t>/</a:t>
            </a:r>
            <a:r>
              <a:rPr lang="zh-CN" altLang="en-US" dirty="0">
                <a:latin typeface="Symbol" panose="05050102010706020507" pitchFamily="18" charset="2"/>
              </a:rPr>
              <a:t>归约，在栈顶形成</a:t>
            </a:r>
            <a:r>
              <a:rPr lang="en-US" altLang="zh-CN" b="1" dirty="0"/>
              <a:t>error</a:t>
            </a:r>
            <a:r>
              <a:rPr lang="en-US" altLang="zh-CN" dirty="0"/>
              <a:t> </a:t>
            </a:r>
            <a:r>
              <a:rPr lang="en-US" altLang="zh-CN" dirty="0">
                <a:latin typeface="Symbol" panose="05050102010706020507" pitchFamily="18" charset="2"/>
              </a:rPr>
              <a:t>a</a:t>
            </a:r>
            <a:r>
              <a:rPr lang="zh-CN" altLang="en-US" dirty="0">
                <a:latin typeface="Symbol" panose="05050102010706020507" pitchFamily="18" charset="2"/>
              </a:rPr>
              <a:t>，然后利用</a:t>
            </a:r>
            <a:r>
              <a:rPr lang="en-US" altLang="zh-CN" dirty="0"/>
              <a:t>A </a:t>
            </a:r>
            <a:r>
              <a:rPr lang="en-US" altLang="zh-CN" b="1" dirty="0">
                <a:sym typeface="Symbol" panose="05050102010706020507" pitchFamily="18" charset="2"/>
              </a:rPr>
              <a:t> </a:t>
            </a:r>
            <a:r>
              <a:rPr lang="en-US" altLang="zh-CN" b="1" dirty="0"/>
              <a:t>error</a:t>
            </a:r>
            <a:r>
              <a:rPr lang="en-US" altLang="zh-CN" dirty="0"/>
              <a:t> </a:t>
            </a:r>
            <a:r>
              <a:rPr lang="en-US" altLang="zh-CN" dirty="0">
                <a:latin typeface="Symbol" panose="05050102010706020507" pitchFamily="18" charset="2"/>
              </a:rPr>
              <a:t>a</a:t>
            </a:r>
            <a:r>
              <a:rPr lang="zh-CN" altLang="en-US" dirty="0">
                <a:latin typeface="Symbol" panose="05050102010706020507" pitchFamily="18" charset="2"/>
              </a:rPr>
              <a:t>进行归约</a:t>
            </a:r>
            <a:endParaRPr lang="zh-CN" altLang="en-US" dirty="0">
              <a:latin typeface="Symbol" panose="05050102010706020507" pitchFamily="18" charset="2"/>
            </a:endParaRPr>
          </a:p>
          <a:p>
            <a:pPr lvl="1" eaLnBrk="1" hangingPunct="1"/>
            <a:r>
              <a:rPr lang="zh-CN" altLang="en-US" dirty="0">
                <a:latin typeface="Symbol" panose="05050102010706020507" pitchFamily="18" charset="2"/>
              </a:rPr>
              <a:t>恢复正常语法分析</a:t>
            </a:r>
            <a:endParaRPr lang="zh-CN" altLang="en-US" dirty="0">
              <a:latin typeface="Symbol" panose="05050102010706020507" pitchFamily="18" charset="2"/>
            </a:endParaRP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9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例</a:t>
            </a:r>
            <a:r>
              <a:rPr lang="en-US" altLang="zh-CN"/>
              <a:t>4.52  </a:t>
            </a:r>
            <a:r>
              <a:rPr lang="zh-CN" altLang="en-US"/>
              <a:t>台式计算器的错误恢复</a:t>
            </a:r>
            <a:endParaRPr lang="zh-CN" altLang="en-US"/>
          </a:p>
        </p:txBody>
      </p:sp>
      <p:sp>
        <p:nvSpPr>
          <p:cNvPr id="16793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zh-CN" altLang="en-US" dirty="0"/>
              <a:t>加入产生式</a:t>
            </a:r>
            <a:br>
              <a:rPr lang="zh-CN" altLang="en-US" dirty="0"/>
            </a:br>
            <a:r>
              <a:rPr lang="en-US" altLang="zh-CN" sz="2800" dirty="0"/>
              <a:t>lines : error ‘\n’ { </a:t>
            </a:r>
            <a:r>
              <a:rPr lang="en-US" altLang="zh-CN" sz="2800" dirty="0" err="1"/>
              <a:t>yyerror</a:t>
            </a:r>
            <a:r>
              <a:rPr lang="en-US" altLang="zh-CN" sz="2800" dirty="0"/>
              <a:t>(</a:t>
            </a:r>
            <a:r>
              <a:rPr lang="zh-CN" altLang="en-US" sz="2800" dirty="0"/>
              <a:t>“重新输入上一行”</a:t>
            </a:r>
            <a:r>
              <a:rPr lang="en-US" altLang="zh-CN" sz="2800" dirty="0"/>
              <a:t>);</a:t>
            </a:r>
            <a:br>
              <a:rPr lang="en-US" altLang="zh-CN" sz="2800" dirty="0"/>
            </a:br>
            <a:r>
              <a:rPr lang="en-US" altLang="zh-CN" sz="2800" dirty="0"/>
              <a:t>			  </a:t>
            </a:r>
            <a:r>
              <a:rPr lang="en-US" altLang="zh-CN" sz="2800" dirty="0" err="1"/>
              <a:t>yyerrok</a:t>
            </a:r>
            <a:r>
              <a:rPr lang="en-US" altLang="zh-CN" sz="2800" dirty="0"/>
              <a:t>; }</a:t>
            </a:r>
            <a:endParaRPr lang="en-US" altLang="zh-CN" sz="2800" dirty="0"/>
          </a:p>
          <a:p>
            <a:pPr eaLnBrk="1" hangingPunct="1"/>
            <a:r>
              <a:rPr lang="zh-CN" altLang="en-US" dirty="0"/>
              <a:t>当输入有误</a:t>
            </a:r>
            <a:endParaRPr lang="zh-CN" altLang="en-US" dirty="0"/>
          </a:p>
          <a:p>
            <a:pPr lvl="1" eaLnBrk="1" hangingPunct="1"/>
            <a:r>
              <a:rPr lang="en-US" altLang="zh-CN" dirty="0" err="1"/>
              <a:t>Yacc</a:t>
            </a:r>
            <a:r>
              <a:rPr lang="zh-CN" altLang="en-US" dirty="0"/>
              <a:t>弹出状态，直至遇到</a:t>
            </a:r>
            <a:r>
              <a:rPr lang="en-US" altLang="zh-CN" dirty="0"/>
              <a:t>lines </a:t>
            </a:r>
            <a:r>
              <a:rPr lang="en-US" altLang="zh-CN" b="1" dirty="0">
                <a:sym typeface="Symbol" panose="05050102010706020507" pitchFamily="18" charset="2"/>
              </a:rPr>
              <a:t> </a:t>
            </a:r>
            <a:r>
              <a:rPr lang="en-US" altLang="zh-CN" sz="2400" b="1" dirty="0">
                <a:solidFill>
                  <a:schemeClr val="tx1"/>
                </a:solidFill>
                <a:sym typeface="Symbol" panose="05050102010706020507" pitchFamily="18" charset="2"/>
              </a:rPr>
              <a:t>·</a:t>
            </a:r>
            <a:r>
              <a:rPr lang="en-US" altLang="zh-CN" b="1" dirty="0">
                <a:sym typeface="Symbol" panose="05050102010706020507" pitchFamily="18" charset="2"/>
              </a:rPr>
              <a:t> </a:t>
            </a:r>
            <a:r>
              <a:rPr lang="en-US" altLang="zh-CN" b="1" dirty="0"/>
              <a:t>error</a:t>
            </a:r>
            <a:r>
              <a:rPr lang="en-US" altLang="zh-CN" dirty="0"/>
              <a:t> ‘\n’——</a:t>
            </a:r>
            <a:r>
              <a:rPr lang="zh-CN" altLang="en-US" dirty="0"/>
              <a:t>状态</a:t>
            </a:r>
            <a:r>
              <a:rPr lang="en-US" altLang="zh-CN" dirty="0"/>
              <a:t>0——</a:t>
            </a:r>
            <a:r>
              <a:rPr lang="zh-CN" altLang="en-US" dirty="0"/>
              <a:t>将上一行输入全部丢弃</a:t>
            </a:r>
            <a:endParaRPr lang="zh-CN" altLang="en-US" dirty="0"/>
          </a:p>
          <a:p>
            <a:pPr lvl="1" eaLnBrk="1" hangingPunct="1"/>
            <a:r>
              <a:rPr lang="zh-CN" altLang="en-US" dirty="0"/>
              <a:t>将</a:t>
            </a:r>
            <a:r>
              <a:rPr lang="en-US" altLang="zh-CN" dirty="0"/>
              <a:t>error</a:t>
            </a:r>
            <a:r>
              <a:rPr lang="zh-CN" altLang="en-US" dirty="0"/>
              <a:t>移进，跳过输入符号，直至</a:t>
            </a:r>
            <a:r>
              <a:rPr lang="en-US" altLang="zh-CN" dirty="0"/>
              <a:t>‘\n’——</a:t>
            </a:r>
            <a:r>
              <a:rPr lang="zh-CN" altLang="en-US" dirty="0"/>
              <a:t>开始新的一行表达式的输入</a:t>
            </a:r>
            <a:endParaRPr lang="zh-CN" altLang="en-US" dirty="0"/>
          </a:p>
          <a:p>
            <a:pPr lvl="1" eaLnBrk="1" hangingPunct="1"/>
            <a:r>
              <a:rPr lang="en-US" altLang="zh-CN" dirty="0" err="1"/>
              <a:t>yyerrok</a:t>
            </a:r>
            <a:r>
              <a:rPr lang="en-US" altLang="zh-CN" dirty="0"/>
              <a:t>——</a:t>
            </a:r>
            <a:r>
              <a:rPr lang="en-US" altLang="zh-CN" dirty="0" err="1"/>
              <a:t>Yacc</a:t>
            </a:r>
            <a:r>
              <a:rPr lang="zh-CN" altLang="en-US" dirty="0"/>
              <a:t>的错误恢复库函数</a:t>
            </a:r>
            <a:endParaRPr lang="zh-CN" altLang="en-US" dirty="0"/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4.4  </a:t>
            </a:r>
            <a:r>
              <a:rPr lang="zh-CN" altLang="en-US"/>
              <a:t>自顶向下语法分析</a:t>
            </a:r>
            <a:endParaRPr lang="zh-CN" altLang="en-US"/>
          </a:p>
        </p:txBody>
      </p:sp>
      <p:sp>
        <p:nvSpPr>
          <p:cNvPr id="7065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182688" y="1371600"/>
            <a:ext cx="7772400" cy="5257800"/>
          </a:xfrm>
        </p:spPr>
        <p:txBody>
          <a:bodyPr/>
          <a:lstStyle/>
          <a:p>
            <a:pPr eaLnBrk="1" hangingPunct="1"/>
            <a:r>
              <a:rPr lang="zh-CN" altLang="en-US"/>
              <a:t>确定输入串的一个最左推导</a:t>
            </a:r>
            <a:endParaRPr lang="zh-CN" altLang="en-US"/>
          </a:p>
          <a:p>
            <a:pPr lvl="1" eaLnBrk="1" hangingPunct="1"/>
            <a:r>
              <a:rPr lang="zh-CN" altLang="en-US"/>
              <a:t>总是替换最左</a:t>
            </a:r>
            <a:r>
              <a:rPr lang="en-US" altLang="zh-CN"/>
              <a:t>NT</a:t>
            </a:r>
            <a:br>
              <a:rPr lang="en-US" altLang="zh-CN"/>
            </a:br>
            <a:r>
              <a:rPr lang="en-US" altLang="zh-CN">
                <a:sym typeface="Wingdings" panose="05000000000000000000" pitchFamily="2" charset="2"/>
              </a:rPr>
              <a:t></a:t>
            </a:r>
            <a:r>
              <a:rPr lang="zh-CN" altLang="en-US">
                <a:sym typeface="Wingdings" panose="05000000000000000000" pitchFamily="2" charset="2"/>
              </a:rPr>
              <a:t>语法树的构造由左至右</a:t>
            </a:r>
            <a:br>
              <a:rPr lang="zh-CN" altLang="en-US">
                <a:sym typeface="Wingdings" panose="05000000000000000000" pitchFamily="2" charset="2"/>
              </a:rPr>
            </a:br>
            <a:r>
              <a:rPr lang="zh-CN" altLang="en-US">
                <a:sym typeface="Wingdings" panose="05000000000000000000" pitchFamily="2" charset="2"/>
              </a:rPr>
              <a:t>与输入串的扫描顺序一致</a:t>
            </a:r>
            <a:endParaRPr lang="zh-CN" altLang="en-US">
              <a:sym typeface="Wingdings" panose="05000000000000000000" pitchFamily="2" charset="2"/>
            </a:endParaRPr>
          </a:p>
          <a:p>
            <a:pPr lvl="1" eaLnBrk="1" hangingPunct="1"/>
            <a:r>
              <a:rPr kumimoji="0" lang="en-US" altLang="zh-CN" b="1"/>
              <a:t>A </a:t>
            </a:r>
            <a:r>
              <a:rPr kumimoji="0" lang="en-US" altLang="zh-CN" b="1">
                <a:sym typeface="Symbol" panose="05050102010706020507" pitchFamily="18" charset="2"/>
              </a:rPr>
              <a:t> aBc  adDc  adec</a:t>
            </a:r>
            <a:r>
              <a:rPr kumimoji="0" lang="en-US" altLang="zh-CN" b="1">
                <a:solidFill>
                  <a:schemeClr val="accent2"/>
                </a:solidFill>
                <a:sym typeface="Symbol" panose="05050102010706020507" pitchFamily="18" charset="2"/>
              </a:rPr>
              <a:t>  </a:t>
            </a:r>
            <a:r>
              <a:rPr kumimoji="0" lang="en-US" altLang="zh-CN">
                <a:sym typeface="Symbol" panose="05050102010706020507" pitchFamily="18" charset="2"/>
              </a:rPr>
              <a:t>(</a:t>
            </a:r>
            <a:r>
              <a:rPr kumimoji="0" lang="zh-CN" altLang="en-US">
                <a:sym typeface="Symbol" panose="05050102010706020507" pitchFamily="18" charset="2"/>
              </a:rPr>
              <a:t>扫描</a:t>
            </a:r>
            <a:r>
              <a:rPr kumimoji="0" lang="en-US" altLang="zh-CN">
                <a:sym typeface="Symbol" panose="05050102010706020507" pitchFamily="18" charset="2"/>
              </a:rPr>
              <a:t>a, </a:t>
            </a:r>
            <a:r>
              <a:rPr kumimoji="0" lang="zh-CN" altLang="en-US">
                <a:sym typeface="Symbol" panose="05050102010706020507" pitchFamily="18" charset="2"/>
              </a:rPr>
              <a:t>扫描</a:t>
            </a:r>
            <a:r>
              <a:rPr kumimoji="0" lang="en-US" altLang="zh-CN">
                <a:sym typeface="Symbol" panose="05050102010706020507" pitchFamily="18" charset="2"/>
              </a:rPr>
              <a:t>d, </a:t>
            </a:r>
            <a:r>
              <a:rPr kumimoji="0" lang="zh-CN" altLang="en-US">
                <a:sym typeface="Symbol" panose="05050102010706020507" pitchFamily="18" charset="2"/>
              </a:rPr>
              <a:t>扫描</a:t>
            </a:r>
            <a:r>
              <a:rPr kumimoji="0" lang="en-US" altLang="zh-CN">
                <a:sym typeface="Symbol" panose="05050102010706020507" pitchFamily="18" charset="2"/>
              </a:rPr>
              <a:t>e, </a:t>
            </a:r>
            <a:r>
              <a:rPr kumimoji="0" lang="zh-CN" altLang="en-US">
                <a:sym typeface="Symbol" panose="05050102010706020507" pitchFamily="18" charset="2"/>
              </a:rPr>
              <a:t>扫描</a:t>
            </a:r>
            <a:r>
              <a:rPr kumimoji="0" lang="en-US" altLang="zh-CN">
                <a:sym typeface="Symbol" panose="05050102010706020507" pitchFamily="18" charset="2"/>
              </a:rPr>
              <a:t>c – </a:t>
            </a:r>
            <a:r>
              <a:rPr kumimoji="0" lang="zh-CN" altLang="en-US">
                <a:sym typeface="Symbol" panose="05050102010706020507" pitchFamily="18" charset="2"/>
              </a:rPr>
              <a:t>接受</a:t>
            </a:r>
            <a:r>
              <a:rPr kumimoji="0" lang="en-US" altLang="zh-CN">
                <a:sym typeface="Symbol" panose="05050102010706020507" pitchFamily="18" charset="2"/>
              </a:rPr>
              <a:t>!)</a:t>
            </a:r>
            <a:endParaRPr kumimoji="0" lang="en-US" altLang="zh-CN">
              <a:sym typeface="Symbol" panose="05050102010706020507" pitchFamily="18" charset="2"/>
            </a:endParaRP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学习内容</a:t>
            </a:r>
            <a:endParaRPr lang="zh-CN" altLang="en-US"/>
          </a:p>
        </p:txBody>
      </p:sp>
      <p:sp>
        <p:nvSpPr>
          <p:cNvPr id="7168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182688" y="1371600"/>
            <a:ext cx="7772400" cy="5257800"/>
          </a:xfrm>
        </p:spPr>
        <p:txBody>
          <a:bodyPr/>
          <a:lstStyle/>
          <a:p>
            <a:pPr eaLnBrk="1" hangingPunct="1"/>
            <a:r>
              <a:rPr kumimoji="0" lang="zh-CN" altLang="en-US">
                <a:sym typeface="Symbol" panose="05050102010706020507" pitchFamily="18" charset="2"/>
              </a:rPr>
              <a:t>递归下降分析，</a:t>
            </a:r>
            <a:r>
              <a:rPr kumimoji="0" lang="en-US" altLang="zh-CN">
                <a:solidFill>
                  <a:srgbClr val="FF3300"/>
                </a:solidFill>
                <a:sym typeface="Symbol" panose="05050102010706020507" pitchFamily="18" charset="2"/>
              </a:rPr>
              <a:t>recursive-descent parsing</a:t>
            </a:r>
            <a:endParaRPr kumimoji="0" lang="en-US" altLang="zh-CN">
              <a:solidFill>
                <a:srgbClr val="FF3300"/>
              </a:solidFill>
              <a:sym typeface="Symbol" panose="05050102010706020507" pitchFamily="18" charset="2"/>
            </a:endParaRPr>
          </a:p>
          <a:p>
            <a:pPr eaLnBrk="1" hangingPunct="1"/>
            <a:r>
              <a:rPr kumimoji="0" lang="zh-CN" altLang="en-US">
                <a:sym typeface="Symbol" panose="05050102010706020507" pitchFamily="18" charset="2"/>
              </a:rPr>
              <a:t>预测分析，</a:t>
            </a:r>
            <a:r>
              <a:rPr kumimoji="0" lang="en-US" altLang="zh-CN">
                <a:solidFill>
                  <a:srgbClr val="FF3300"/>
                </a:solidFill>
                <a:sym typeface="Symbol" panose="05050102010706020507" pitchFamily="18" charset="2"/>
              </a:rPr>
              <a:t>predictive parsing</a:t>
            </a:r>
            <a:r>
              <a:rPr kumimoji="0" lang="zh-CN" altLang="en-US">
                <a:sym typeface="Symbol" panose="05050102010706020507" pitchFamily="18" charset="2"/>
              </a:rPr>
              <a:t>，无回溯</a:t>
            </a:r>
            <a:endParaRPr kumimoji="0" lang="zh-CN" altLang="en-US">
              <a:sym typeface="Symbol" panose="05050102010706020507" pitchFamily="18" charset="2"/>
            </a:endParaRPr>
          </a:p>
          <a:p>
            <a:pPr eaLnBrk="1" hangingPunct="1"/>
            <a:r>
              <a:rPr kumimoji="0" lang="zh-CN" altLang="en-US">
                <a:sym typeface="Symbol" panose="05050102010706020507" pitchFamily="18" charset="2"/>
              </a:rPr>
              <a:t>错误恢复</a:t>
            </a:r>
            <a:endParaRPr kumimoji="0" lang="zh-CN" altLang="en-US">
              <a:sym typeface="Symbol" panose="05050102010706020507" pitchFamily="18" charset="2"/>
            </a:endParaRPr>
          </a:p>
          <a:p>
            <a:pPr eaLnBrk="1" hangingPunct="1"/>
            <a:r>
              <a:rPr kumimoji="0" lang="zh-CN" altLang="en-US">
                <a:sym typeface="Symbol" panose="05050102010706020507" pitchFamily="18" charset="2"/>
              </a:rPr>
              <a:t>实现方法</a:t>
            </a:r>
            <a:endParaRPr kumimoji="0" lang="zh-CN" altLang="en-US">
              <a:sym typeface="Symbol" panose="05050102010706020507" pitchFamily="18" charset="2"/>
            </a:endParaRP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4.4.1  </a:t>
            </a:r>
            <a:r>
              <a:rPr lang="zh-CN" altLang="en-US"/>
              <a:t>递归下降分析方法</a:t>
            </a:r>
            <a:endParaRPr lang="zh-CN" altLang="en-US"/>
          </a:p>
        </p:txBody>
      </p:sp>
      <p:sp>
        <p:nvSpPr>
          <p:cNvPr id="7270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自顶向下分析方法的一般策略</a:t>
            </a:r>
            <a:endParaRPr lang="zh-CN" altLang="en-US"/>
          </a:p>
          <a:p>
            <a:pPr eaLnBrk="1" hangingPunct="1"/>
            <a:r>
              <a:rPr lang="zh-CN" altLang="en-US"/>
              <a:t>根据输入符号选择产生式</a:t>
            </a:r>
            <a:endParaRPr lang="zh-CN" altLang="en-US"/>
          </a:p>
          <a:p>
            <a:pPr eaLnBrk="1" hangingPunct="1"/>
            <a:r>
              <a:rPr lang="zh-CN" altLang="en-US"/>
              <a:t>选择错误，需要回溯</a:t>
            </a:r>
            <a:endParaRPr lang="zh-CN" altLang="en-US"/>
          </a:p>
          <a:p>
            <a:pPr eaLnBrk="1" hangingPunct="1"/>
            <a:r>
              <a:rPr lang="zh-CN" altLang="en-US"/>
              <a:t>分析程序语言结构，回溯很少发生</a:t>
            </a:r>
            <a:endParaRPr lang="zh-CN" altLang="en-US"/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例</a:t>
            </a:r>
            <a:r>
              <a:rPr lang="en-US" altLang="zh-CN"/>
              <a:t>4.14</a:t>
            </a:r>
            <a:endParaRPr lang="en-US" altLang="zh-CN"/>
          </a:p>
        </p:txBody>
      </p:sp>
      <p:sp>
        <p:nvSpPr>
          <p:cNvPr id="73731" name="AutoShape 4"/>
          <p:cNvSpPr/>
          <p:nvPr/>
        </p:nvSpPr>
        <p:spPr bwMode="auto">
          <a:xfrm>
            <a:off x="3657600" y="1524000"/>
            <a:ext cx="228600" cy="914400"/>
          </a:xfrm>
          <a:prstGeom prst="rightBrace">
            <a:avLst>
              <a:gd name="adj1" fmla="val 33333"/>
              <a:gd name="adj2" fmla="val 51565"/>
            </a:avLst>
          </a:prstGeom>
          <a:noFill/>
          <a:ln w="25400">
            <a:solidFill>
              <a:schemeClr val="tx1"/>
            </a:solidFill>
            <a:round/>
            <a:head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>
              <a:latin typeface="Symbol" panose="05050102010706020507" pitchFamily="18" charset="2"/>
            </a:endParaRPr>
          </a:p>
        </p:txBody>
      </p:sp>
      <p:sp>
        <p:nvSpPr>
          <p:cNvPr id="73732" name="Text Box 5"/>
          <p:cNvSpPr txBox="1">
            <a:spLocks noChangeArrowheads="1"/>
          </p:cNvSpPr>
          <p:nvPr/>
        </p:nvSpPr>
        <p:spPr bwMode="auto">
          <a:xfrm>
            <a:off x="4114800" y="1752600"/>
            <a:ext cx="18288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zh-CN" altLang="en-US" sz="2800"/>
              <a:t>输入</a:t>
            </a:r>
            <a:r>
              <a:rPr kumimoji="0" lang="en-US" altLang="zh-CN" sz="2800"/>
              <a:t>:  </a:t>
            </a:r>
            <a:r>
              <a:rPr kumimoji="0" lang="en-US" altLang="zh-CN" sz="2800">
                <a:solidFill>
                  <a:srgbClr val="3333CC"/>
                </a:solidFill>
              </a:rPr>
              <a:t>cad</a:t>
            </a:r>
            <a:endParaRPr kumimoji="0" lang="en-US" altLang="zh-CN" sz="2800">
              <a:solidFill>
                <a:srgbClr val="3333CC"/>
              </a:solidFill>
            </a:endParaRPr>
          </a:p>
        </p:txBody>
      </p:sp>
      <p:sp>
        <p:nvSpPr>
          <p:cNvPr id="73733" name="Text Box 7"/>
          <p:cNvSpPr txBox="1">
            <a:spLocks noChangeArrowheads="1"/>
          </p:cNvSpPr>
          <p:nvPr/>
        </p:nvSpPr>
        <p:spPr bwMode="auto">
          <a:xfrm>
            <a:off x="1219200" y="2727325"/>
            <a:ext cx="685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b="1">
                <a:solidFill>
                  <a:srgbClr val="3333CC"/>
                </a:solidFill>
              </a:rPr>
              <a:t>cad</a:t>
            </a:r>
            <a:endParaRPr kumimoji="0" lang="en-US" altLang="zh-CN" sz="2400" b="1">
              <a:solidFill>
                <a:srgbClr val="3333CC"/>
              </a:solidFill>
            </a:endParaRPr>
          </a:p>
        </p:txBody>
      </p:sp>
      <p:sp>
        <p:nvSpPr>
          <p:cNvPr id="73734" name="AutoShape 8"/>
          <p:cNvSpPr>
            <a:spLocks noChangeArrowheads="1"/>
          </p:cNvSpPr>
          <p:nvPr/>
        </p:nvSpPr>
        <p:spPr bwMode="auto">
          <a:xfrm>
            <a:off x="1295400" y="3103563"/>
            <a:ext cx="152400" cy="152400"/>
          </a:xfrm>
          <a:prstGeom prst="triangle">
            <a:avLst>
              <a:gd name="adj" fmla="val 50000"/>
            </a:avLst>
          </a:prstGeom>
          <a:solidFill>
            <a:srgbClr val="00CC00"/>
          </a:solidFill>
          <a:ln w="25400">
            <a:solidFill>
              <a:srgbClr val="00CC00"/>
            </a:solidFill>
            <a:miter lim="800000"/>
            <a:head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>
              <a:latin typeface="Symbol" panose="05050102010706020507" pitchFamily="18" charset="2"/>
            </a:endParaRPr>
          </a:p>
        </p:txBody>
      </p:sp>
      <p:sp>
        <p:nvSpPr>
          <p:cNvPr id="73735" name="Text Box 9"/>
          <p:cNvSpPr txBox="1">
            <a:spLocks noChangeArrowheads="1"/>
          </p:cNvSpPr>
          <p:nvPr/>
        </p:nvSpPr>
        <p:spPr bwMode="auto">
          <a:xfrm>
            <a:off x="2438400" y="2590800"/>
            <a:ext cx="304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b="1"/>
              <a:t>S</a:t>
            </a:r>
            <a:endParaRPr kumimoji="0" lang="en-US" altLang="zh-CN" sz="2400" b="1"/>
          </a:p>
        </p:txBody>
      </p:sp>
      <p:sp>
        <p:nvSpPr>
          <p:cNvPr id="73736" name="Text Box 10"/>
          <p:cNvSpPr txBox="1">
            <a:spLocks noChangeArrowheads="1"/>
          </p:cNvSpPr>
          <p:nvPr/>
        </p:nvSpPr>
        <p:spPr bwMode="auto">
          <a:xfrm>
            <a:off x="2057400" y="3108325"/>
            <a:ext cx="304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b="1">
                <a:solidFill>
                  <a:srgbClr val="3333CC"/>
                </a:solidFill>
              </a:rPr>
              <a:t>c</a:t>
            </a:r>
            <a:endParaRPr kumimoji="0" lang="en-US" altLang="zh-CN" sz="2400" b="1">
              <a:solidFill>
                <a:srgbClr val="3333CC"/>
              </a:solidFill>
            </a:endParaRPr>
          </a:p>
        </p:txBody>
      </p:sp>
      <p:sp>
        <p:nvSpPr>
          <p:cNvPr id="73737" name="Text Box 11"/>
          <p:cNvSpPr txBox="1">
            <a:spLocks noChangeArrowheads="1"/>
          </p:cNvSpPr>
          <p:nvPr/>
        </p:nvSpPr>
        <p:spPr bwMode="auto">
          <a:xfrm>
            <a:off x="2895600" y="3108325"/>
            <a:ext cx="304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b="1">
                <a:solidFill>
                  <a:srgbClr val="3333CC"/>
                </a:solidFill>
              </a:rPr>
              <a:t>d</a:t>
            </a:r>
            <a:endParaRPr kumimoji="0" lang="en-US" altLang="zh-CN" sz="2400" b="1">
              <a:solidFill>
                <a:srgbClr val="3333CC"/>
              </a:solidFill>
            </a:endParaRPr>
          </a:p>
        </p:txBody>
      </p:sp>
      <p:sp>
        <p:nvSpPr>
          <p:cNvPr id="73738" name="Text Box 12"/>
          <p:cNvSpPr txBox="1">
            <a:spLocks noChangeArrowheads="1"/>
          </p:cNvSpPr>
          <p:nvPr/>
        </p:nvSpPr>
        <p:spPr bwMode="auto">
          <a:xfrm>
            <a:off x="2376488" y="3157538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b="1"/>
              <a:t>A</a:t>
            </a:r>
            <a:endParaRPr kumimoji="0" lang="en-US" altLang="zh-CN" sz="2400" b="1"/>
          </a:p>
        </p:txBody>
      </p:sp>
      <p:sp>
        <p:nvSpPr>
          <p:cNvPr id="73739" name="Line 13"/>
          <p:cNvSpPr>
            <a:spLocks noChangeShapeType="1"/>
          </p:cNvSpPr>
          <p:nvPr/>
        </p:nvSpPr>
        <p:spPr bwMode="auto">
          <a:xfrm flipH="1">
            <a:off x="2286000" y="2955925"/>
            <a:ext cx="228600" cy="3048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3740" name="Line 14"/>
          <p:cNvSpPr>
            <a:spLocks noChangeShapeType="1"/>
          </p:cNvSpPr>
          <p:nvPr/>
        </p:nvSpPr>
        <p:spPr bwMode="auto">
          <a:xfrm flipH="1">
            <a:off x="2590800" y="2955925"/>
            <a:ext cx="0" cy="3048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3741" name="Line 15"/>
          <p:cNvSpPr>
            <a:spLocks noChangeShapeType="1"/>
          </p:cNvSpPr>
          <p:nvPr/>
        </p:nvSpPr>
        <p:spPr bwMode="auto">
          <a:xfrm flipH="1" flipV="1">
            <a:off x="2667000" y="2955925"/>
            <a:ext cx="304800" cy="3048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3742" name="Text Box 17"/>
          <p:cNvSpPr txBox="1">
            <a:spLocks noChangeArrowheads="1"/>
          </p:cNvSpPr>
          <p:nvPr/>
        </p:nvSpPr>
        <p:spPr bwMode="auto">
          <a:xfrm>
            <a:off x="1143000" y="4175125"/>
            <a:ext cx="685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b="1">
                <a:solidFill>
                  <a:srgbClr val="3333CC"/>
                </a:solidFill>
              </a:rPr>
              <a:t>cad</a:t>
            </a:r>
            <a:endParaRPr kumimoji="0" lang="en-US" altLang="zh-CN" sz="2400" b="1">
              <a:solidFill>
                <a:srgbClr val="3333CC"/>
              </a:solidFill>
            </a:endParaRPr>
          </a:p>
        </p:txBody>
      </p:sp>
      <p:sp>
        <p:nvSpPr>
          <p:cNvPr id="73743" name="AutoShape 18"/>
          <p:cNvSpPr>
            <a:spLocks noChangeArrowheads="1"/>
          </p:cNvSpPr>
          <p:nvPr/>
        </p:nvSpPr>
        <p:spPr bwMode="auto">
          <a:xfrm>
            <a:off x="1371600" y="4529138"/>
            <a:ext cx="152400" cy="152400"/>
          </a:xfrm>
          <a:prstGeom prst="triangle">
            <a:avLst>
              <a:gd name="adj" fmla="val 50000"/>
            </a:avLst>
          </a:prstGeom>
          <a:solidFill>
            <a:srgbClr val="00CC00"/>
          </a:solidFill>
          <a:ln w="25400">
            <a:solidFill>
              <a:srgbClr val="00CC00"/>
            </a:solidFill>
            <a:miter lim="800000"/>
            <a:head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>
              <a:latin typeface="Symbol" panose="05050102010706020507" pitchFamily="18" charset="2"/>
            </a:endParaRPr>
          </a:p>
        </p:txBody>
      </p:sp>
      <p:sp>
        <p:nvSpPr>
          <p:cNvPr id="73744" name="Text Box 19"/>
          <p:cNvSpPr txBox="1">
            <a:spLocks noChangeArrowheads="1"/>
          </p:cNvSpPr>
          <p:nvPr/>
        </p:nvSpPr>
        <p:spPr bwMode="auto">
          <a:xfrm>
            <a:off x="2362200" y="3857625"/>
            <a:ext cx="304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b="1"/>
              <a:t>S</a:t>
            </a:r>
            <a:endParaRPr kumimoji="0" lang="en-US" altLang="zh-CN" sz="2400" b="1"/>
          </a:p>
        </p:txBody>
      </p:sp>
      <p:sp>
        <p:nvSpPr>
          <p:cNvPr id="73745" name="Text Box 20"/>
          <p:cNvSpPr txBox="1">
            <a:spLocks noChangeArrowheads="1"/>
          </p:cNvSpPr>
          <p:nvPr/>
        </p:nvSpPr>
        <p:spPr bwMode="auto">
          <a:xfrm>
            <a:off x="1981200" y="4403725"/>
            <a:ext cx="304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b="1">
                <a:solidFill>
                  <a:srgbClr val="3333CC"/>
                </a:solidFill>
              </a:rPr>
              <a:t>c</a:t>
            </a:r>
            <a:endParaRPr kumimoji="0" lang="en-US" altLang="zh-CN" sz="2400" b="1">
              <a:solidFill>
                <a:srgbClr val="3333CC"/>
              </a:solidFill>
            </a:endParaRPr>
          </a:p>
        </p:txBody>
      </p:sp>
      <p:sp>
        <p:nvSpPr>
          <p:cNvPr id="73746" name="Text Box 21"/>
          <p:cNvSpPr txBox="1">
            <a:spLocks noChangeArrowheads="1"/>
          </p:cNvSpPr>
          <p:nvPr/>
        </p:nvSpPr>
        <p:spPr bwMode="auto">
          <a:xfrm>
            <a:off x="2819400" y="4403725"/>
            <a:ext cx="304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b="1">
                <a:solidFill>
                  <a:srgbClr val="3333CC"/>
                </a:solidFill>
              </a:rPr>
              <a:t>d</a:t>
            </a:r>
            <a:endParaRPr kumimoji="0" lang="en-US" altLang="zh-CN" sz="2400" b="1">
              <a:solidFill>
                <a:srgbClr val="3333CC"/>
              </a:solidFill>
            </a:endParaRPr>
          </a:p>
        </p:txBody>
      </p:sp>
      <p:sp>
        <p:nvSpPr>
          <p:cNvPr id="73747" name="Text Box 22"/>
          <p:cNvSpPr txBox="1">
            <a:spLocks noChangeArrowheads="1"/>
          </p:cNvSpPr>
          <p:nvPr/>
        </p:nvSpPr>
        <p:spPr bwMode="auto">
          <a:xfrm>
            <a:off x="2333625" y="4437063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b="1"/>
              <a:t>A</a:t>
            </a:r>
            <a:endParaRPr kumimoji="0" lang="en-US" altLang="zh-CN" sz="2400" b="1"/>
          </a:p>
        </p:txBody>
      </p:sp>
      <p:sp>
        <p:nvSpPr>
          <p:cNvPr id="73748" name="Line 23"/>
          <p:cNvSpPr>
            <a:spLocks noChangeShapeType="1"/>
          </p:cNvSpPr>
          <p:nvPr/>
        </p:nvSpPr>
        <p:spPr bwMode="auto">
          <a:xfrm flipH="1">
            <a:off x="2209800" y="4251325"/>
            <a:ext cx="228600" cy="3048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3749" name="Line 24"/>
          <p:cNvSpPr>
            <a:spLocks noChangeShapeType="1"/>
          </p:cNvSpPr>
          <p:nvPr/>
        </p:nvSpPr>
        <p:spPr bwMode="auto">
          <a:xfrm flipH="1">
            <a:off x="2514600" y="4251325"/>
            <a:ext cx="0" cy="3048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3750" name="Line 25"/>
          <p:cNvSpPr>
            <a:spLocks noChangeShapeType="1"/>
          </p:cNvSpPr>
          <p:nvPr/>
        </p:nvSpPr>
        <p:spPr bwMode="auto">
          <a:xfrm flipH="1" flipV="1">
            <a:off x="2590800" y="4251325"/>
            <a:ext cx="304800" cy="3048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3751" name="Text Box 26"/>
          <p:cNvSpPr txBox="1">
            <a:spLocks noChangeArrowheads="1"/>
          </p:cNvSpPr>
          <p:nvPr/>
        </p:nvSpPr>
        <p:spPr bwMode="auto">
          <a:xfrm>
            <a:off x="2057400" y="4860925"/>
            <a:ext cx="304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b="1">
                <a:solidFill>
                  <a:srgbClr val="3333CC"/>
                </a:solidFill>
              </a:rPr>
              <a:t>a</a:t>
            </a:r>
            <a:endParaRPr kumimoji="0" lang="en-US" altLang="zh-CN" sz="2400" b="1">
              <a:solidFill>
                <a:srgbClr val="3333CC"/>
              </a:solidFill>
            </a:endParaRPr>
          </a:p>
        </p:txBody>
      </p:sp>
      <p:sp>
        <p:nvSpPr>
          <p:cNvPr id="73752" name="Text Box 27"/>
          <p:cNvSpPr txBox="1">
            <a:spLocks noChangeArrowheads="1"/>
          </p:cNvSpPr>
          <p:nvPr/>
        </p:nvSpPr>
        <p:spPr bwMode="auto">
          <a:xfrm>
            <a:off x="2743200" y="4860925"/>
            <a:ext cx="304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b="1">
                <a:solidFill>
                  <a:srgbClr val="3333CC"/>
                </a:solidFill>
              </a:rPr>
              <a:t>b</a:t>
            </a:r>
            <a:endParaRPr kumimoji="0" lang="en-US" altLang="zh-CN" sz="2400" b="1">
              <a:solidFill>
                <a:srgbClr val="3333CC"/>
              </a:solidFill>
            </a:endParaRPr>
          </a:p>
        </p:txBody>
      </p:sp>
      <p:sp>
        <p:nvSpPr>
          <p:cNvPr id="73753" name="Line 28"/>
          <p:cNvSpPr>
            <a:spLocks noChangeShapeType="1"/>
          </p:cNvSpPr>
          <p:nvPr/>
        </p:nvSpPr>
        <p:spPr bwMode="auto">
          <a:xfrm>
            <a:off x="2667000" y="4784725"/>
            <a:ext cx="152400" cy="1524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3754" name="Line 29"/>
          <p:cNvSpPr>
            <a:spLocks noChangeShapeType="1"/>
          </p:cNvSpPr>
          <p:nvPr/>
        </p:nvSpPr>
        <p:spPr bwMode="auto">
          <a:xfrm flipH="1">
            <a:off x="2286000" y="4784725"/>
            <a:ext cx="152400" cy="1524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3755" name="Text Box 31"/>
          <p:cNvSpPr txBox="1">
            <a:spLocks noChangeArrowheads="1"/>
          </p:cNvSpPr>
          <p:nvPr/>
        </p:nvSpPr>
        <p:spPr bwMode="auto">
          <a:xfrm>
            <a:off x="3886200" y="2727325"/>
            <a:ext cx="685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b="1">
                <a:solidFill>
                  <a:srgbClr val="3333CC"/>
                </a:solidFill>
              </a:rPr>
              <a:t>cad</a:t>
            </a:r>
            <a:endParaRPr kumimoji="0" lang="en-US" altLang="zh-CN" sz="2400" b="1">
              <a:solidFill>
                <a:srgbClr val="3333CC"/>
              </a:solidFill>
            </a:endParaRPr>
          </a:p>
        </p:txBody>
      </p:sp>
      <p:sp>
        <p:nvSpPr>
          <p:cNvPr id="73756" name="AutoShape 32"/>
          <p:cNvSpPr>
            <a:spLocks noChangeArrowheads="1"/>
          </p:cNvSpPr>
          <p:nvPr/>
        </p:nvSpPr>
        <p:spPr bwMode="auto">
          <a:xfrm>
            <a:off x="4267200" y="3095625"/>
            <a:ext cx="152400" cy="152400"/>
          </a:xfrm>
          <a:prstGeom prst="triangle">
            <a:avLst>
              <a:gd name="adj" fmla="val 50000"/>
            </a:avLst>
          </a:prstGeom>
          <a:solidFill>
            <a:srgbClr val="00CC00"/>
          </a:solidFill>
          <a:ln w="25400">
            <a:solidFill>
              <a:srgbClr val="00CC00"/>
            </a:solidFill>
            <a:miter lim="800000"/>
            <a:head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>
              <a:latin typeface="Symbol" panose="05050102010706020507" pitchFamily="18" charset="2"/>
            </a:endParaRPr>
          </a:p>
        </p:txBody>
      </p:sp>
      <p:sp>
        <p:nvSpPr>
          <p:cNvPr id="73757" name="Text Box 33"/>
          <p:cNvSpPr txBox="1">
            <a:spLocks noChangeArrowheads="1"/>
          </p:cNvSpPr>
          <p:nvPr/>
        </p:nvSpPr>
        <p:spPr bwMode="auto">
          <a:xfrm>
            <a:off x="5105400" y="2438400"/>
            <a:ext cx="304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b="1"/>
              <a:t>S</a:t>
            </a:r>
            <a:endParaRPr kumimoji="0" lang="en-US" altLang="zh-CN" sz="2400" b="1"/>
          </a:p>
        </p:txBody>
      </p:sp>
      <p:sp>
        <p:nvSpPr>
          <p:cNvPr id="73758" name="Text Box 34"/>
          <p:cNvSpPr txBox="1">
            <a:spLocks noChangeArrowheads="1"/>
          </p:cNvSpPr>
          <p:nvPr/>
        </p:nvSpPr>
        <p:spPr bwMode="auto">
          <a:xfrm>
            <a:off x="4724400" y="2955925"/>
            <a:ext cx="304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b="1">
                <a:solidFill>
                  <a:srgbClr val="3333CC"/>
                </a:solidFill>
              </a:rPr>
              <a:t>c</a:t>
            </a:r>
            <a:endParaRPr kumimoji="0" lang="en-US" altLang="zh-CN" sz="2400" b="1">
              <a:solidFill>
                <a:srgbClr val="3333CC"/>
              </a:solidFill>
            </a:endParaRPr>
          </a:p>
        </p:txBody>
      </p:sp>
      <p:sp>
        <p:nvSpPr>
          <p:cNvPr id="73759" name="Text Box 35"/>
          <p:cNvSpPr txBox="1">
            <a:spLocks noChangeArrowheads="1"/>
          </p:cNvSpPr>
          <p:nvPr/>
        </p:nvSpPr>
        <p:spPr bwMode="auto">
          <a:xfrm>
            <a:off x="5562600" y="2955925"/>
            <a:ext cx="304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b="1">
                <a:solidFill>
                  <a:srgbClr val="3333CC"/>
                </a:solidFill>
              </a:rPr>
              <a:t>d</a:t>
            </a:r>
            <a:endParaRPr kumimoji="0" lang="en-US" altLang="zh-CN" sz="2400" b="1">
              <a:solidFill>
                <a:srgbClr val="3333CC"/>
              </a:solidFill>
            </a:endParaRPr>
          </a:p>
        </p:txBody>
      </p:sp>
      <p:sp>
        <p:nvSpPr>
          <p:cNvPr id="73760" name="Text Box 36"/>
          <p:cNvSpPr txBox="1">
            <a:spLocks noChangeArrowheads="1"/>
          </p:cNvSpPr>
          <p:nvPr/>
        </p:nvSpPr>
        <p:spPr bwMode="auto">
          <a:xfrm>
            <a:off x="5076825" y="2986088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b="1"/>
              <a:t>A</a:t>
            </a:r>
            <a:endParaRPr kumimoji="0" lang="en-US" altLang="zh-CN" sz="2400" b="1"/>
          </a:p>
        </p:txBody>
      </p:sp>
      <p:sp>
        <p:nvSpPr>
          <p:cNvPr id="73761" name="Line 37"/>
          <p:cNvSpPr>
            <a:spLocks noChangeShapeType="1"/>
          </p:cNvSpPr>
          <p:nvPr/>
        </p:nvSpPr>
        <p:spPr bwMode="auto">
          <a:xfrm flipH="1">
            <a:off x="4953000" y="2803525"/>
            <a:ext cx="228600" cy="3048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3762" name="Line 38"/>
          <p:cNvSpPr>
            <a:spLocks noChangeShapeType="1"/>
          </p:cNvSpPr>
          <p:nvPr/>
        </p:nvSpPr>
        <p:spPr bwMode="auto">
          <a:xfrm flipH="1">
            <a:off x="5257800" y="2803525"/>
            <a:ext cx="0" cy="3048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3763" name="Line 39"/>
          <p:cNvSpPr>
            <a:spLocks noChangeShapeType="1"/>
          </p:cNvSpPr>
          <p:nvPr/>
        </p:nvSpPr>
        <p:spPr bwMode="auto">
          <a:xfrm flipH="1" flipV="1">
            <a:off x="5334000" y="2803525"/>
            <a:ext cx="304800" cy="3048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3764" name="Text Box 40"/>
          <p:cNvSpPr txBox="1">
            <a:spLocks noChangeArrowheads="1"/>
          </p:cNvSpPr>
          <p:nvPr/>
        </p:nvSpPr>
        <p:spPr bwMode="auto">
          <a:xfrm>
            <a:off x="4800600" y="3413125"/>
            <a:ext cx="304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b="1">
                <a:solidFill>
                  <a:srgbClr val="3333CC"/>
                </a:solidFill>
              </a:rPr>
              <a:t>a</a:t>
            </a:r>
            <a:endParaRPr kumimoji="0" lang="en-US" altLang="zh-CN" sz="2400" b="1">
              <a:solidFill>
                <a:srgbClr val="3333CC"/>
              </a:solidFill>
            </a:endParaRPr>
          </a:p>
        </p:txBody>
      </p:sp>
      <p:sp>
        <p:nvSpPr>
          <p:cNvPr id="73765" name="Text Box 41"/>
          <p:cNvSpPr txBox="1">
            <a:spLocks noChangeArrowheads="1"/>
          </p:cNvSpPr>
          <p:nvPr/>
        </p:nvSpPr>
        <p:spPr bwMode="auto">
          <a:xfrm>
            <a:off x="5486400" y="3413125"/>
            <a:ext cx="304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b="1">
                <a:solidFill>
                  <a:srgbClr val="3333CC"/>
                </a:solidFill>
              </a:rPr>
              <a:t>b</a:t>
            </a:r>
            <a:endParaRPr kumimoji="0" lang="en-US" altLang="zh-CN" sz="2400" b="1">
              <a:solidFill>
                <a:srgbClr val="3333CC"/>
              </a:solidFill>
            </a:endParaRPr>
          </a:p>
        </p:txBody>
      </p:sp>
      <p:sp>
        <p:nvSpPr>
          <p:cNvPr id="73766" name="Line 42"/>
          <p:cNvSpPr>
            <a:spLocks noChangeShapeType="1"/>
          </p:cNvSpPr>
          <p:nvPr/>
        </p:nvSpPr>
        <p:spPr bwMode="auto">
          <a:xfrm>
            <a:off x="5410200" y="3336925"/>
            <a:ext cx="152400" cy="1524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3767" name="Line 43"/>
          <p:cNvSpPr>
            <a:spLocks noChangeShapeType="1"/>
          </p:cNvSpPr>
          <p:nvPr/>
        </p:nvSpPr>
        <p:spPr bwMode="auto">
          <a:xfrm flipH="1">
            <a:off x="5029200" y="3336925"/>
            <a:ext cx="152400" cy="1524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3768" name="Oval 44"/>
          <p:cNvSpPr>
            <a:spLocks noChangeArrowheads="1"/>
          </p:cNvSpPr>
          <p:nvPr/>
        </p:nvSpPr>
        <p:spPr bwMode="auto">
          <a:xfrm>
            <a:off x="5410200" y="3413125"/>
            <a:ext cx="457200" cy="533400"/>
          </a:xfrm>
          <a:prstGeom prst="ellipse">
            <a:avLst/>
          </a:prstGeom>
          <a:noFill/>
          <a:ln w="25400">
            <a:solidFill>
              <a:srgbClr val="FF0000"/>
            </a:solidFill>
            <a:round/>
            <a:head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>
              <a:latin typeface="Symbol" panose="05050102010706020507" pitchFamily="18" charset="2"/>
            </a:endParaRPr>
          </a:p>
        </p:txBody>
      </p:sp>
      <p:sp>
        <p:nvSpPr>
          <p:cNvPr id="73769" name="Text Box 45"/>
          <p:cNvSpPr txBox="1">
            <a:spLocks noChangeArrowheads="1"/>
          </p:cNvSpPr>
          <p:nvPr/>
        </p:nvSpPr>
        <p:spPr bwMode="auto">
          <a:xfrm>
            <a:off x="6019800" y="3489325"/>
            <a:ext cx="22860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zh-CN" altLang="en-US" sz="2000" b="1">
                <a:solidFill>
                  <a:srgbClr val="FF3300"/>
                </a:solidFill>
              </a:rPr>
              <a:t>回溯</a:t>
            </a:r>
            <a:endParaRPr kumimoji="0" lang="zh-CN" altLang="en-US" sz="2000" b="1">
              <a:solidFill>
                <a:srgbClr val="FF3300"/>
              </a:solidFill>
            </a:endParaRPr>
          </a:p>
        </p:txBody>
      </p:sp>
      <p:sp>
        <p:nvSpPr>
          <p:cNvPr id="73770" name="Text Box 47"/>
          <p:cNvSpPr txBox="1">
            <a:spLocks noChangeArrowheads="1"/>
          </p:cNvSpPr>
          <p:nvPr/>
        </p:nvSpPr>
        <p:spPr bwMode="auto">
          <a:xfrm>
            <a:off x="3886200" y="4251325"/>
            <a:ext cx="685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b="1">
                <a:solidFill>
                  <a:srgbClr val="3333CC"/>
                </a:solidFill>
              </a:rPr>
              <a:t>cad</a:t>
            </a:r>
            <a:endParaRPr kumimoji="0" lang="en-US" altLang="zh-CN" sz="2400" b="1">
              <a:solidFill>
                <a:srgbClr val="3333CC"/>
              </a:solidFill>
            </a:endParaRPr>
          </a:p>
        </p:txBody>
      </p:sp>
      <p:sp>
        <p:nvSpPr>
          <p:cNvPr id="73771" name="AutoShape 48"/>
          <p:cNvSpPr>
            <a:spLocks noChangeArrowheads="1"/>
          </p:cNvSpPr>
          <p:nvPr/>
        </p:nvSpPr>
        <p:spPr bwMode="auto">
          <a:xfrm>
            <a:off x="4114800" y="4619625"/>
            <a:ext cx="152400" cy="152400"/>
          </a:xfrm>
          <a:prstGeom prst="triangle">
            <a:avLst>
              <a:gd name="adj" fmla="val 50000"/>
            </a:avLst>
          </a:prstGeom>
          <a:solidFill>
            <a:srgbClr val="00CC00"/>
          </a:solidFill>
          <a:ln w="25400">
            <a:solidFill>
              <a:srgbClr val="00CC00"/>
            </a:solidFill>
            <a:miter lim="800000"/>
            <a:head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zh-CN" sz="2400">
              <a:latin typeface="Tahoma" panose="020B0604030504040204" pitchFamily="34" charset="0"/>
            </a:endParaRPr>
          </a:p>
        </p:txBody>
      </p:sp>
      <p:sp>
        <p:nvSpPr>
          <p:cNvPr id="73772" name="Text Box 49"/>
          <p:cNvSpPr txBox="1">
            <a:spLocks noChangeArrowheads="1"/>
          </p:cNvSpPr>
          <p:nvPr/>
        </p:nvSpPr>
        <p:spPr bwMode="auto">
          <a:xfrm>
            <a:off x="5091113" y="3962400"/>
            <a:ext cx="304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b="1"/>
              <a:t>S</a:t>
            </a:r>
            <a:endParaRPr kumimoji="0" lang="en-US" altLang="zh-CN" sz="2400" b="1"/>
          </a:p>
        </p:txBody>
      </p:sp>
      <p:sp>
        <p:nvSpPr>
          <p:cNvPr id="73773" name="Text Box 50"/>
          <p:cNvSpPr txBox="1">
            <a:spLocks noChangeArrowheads="1"/>
          </p:cNvSpPr>
          <p:nvPr/>
        </p:nvSpPr>
        <p:spPr bwMode="auto">
          <a:xfrm>
            <a:off x="4724400" y="4479925"/>
            <a:ext cx="304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b="1">
                <a:solidFill>
                  <a:srgbClr val="3333CC"/>
                </a:solidFill>
              </a:rPr>
              <a:t>c</a:t>
            </a:r>
            <a:endParaRPr kumimoji="0" lang="en-US" altLang="zh-CN" sz="2400" b="1">
              <a:solidFill>
                <a:srgbClr val="3333CC"/>
              </a:solidFill>
            </a:endParaRPr>
          </a:p>
        </p:txBody>
      </p:sp>
      <p:sp>
        <p:nvSpPr>
          <p:cNvPr id="73774" name="Text Box 51"/>
          <p:cNvSpPr txBox="1">
            <a:spLocks noChangeArrowheads="1"/>
          </p:cNvSpPr>
          <p:nvPr/>
        </p:nvSpPr>
        <p:spPr bwMode="auto">
          <a:xfrm>
            <a:off x="5562600" y="4479925"/>
            <a:ext cx="304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b="1">
                <a:solidFill>
                  <a:srgbClr val="3333CC"/>
                </a:solidFill>
              </a:rPr>
              <a:t>d</a:t>
            </a:r>
            <a:endParaRPr kumimoji="0" lang="en-US" altLang="zh-CN" sz="2400" b="1">
              <a:solidFill>
                <a:srgbClr val="3333CC"/>
              </a:solidFill>
            </a:endParaRPr>
          </a:p>
        </p:txBody>
      </p:sp>
      <p:sp>
        <p:nvSpPr>
          <p:cNvPr id="73775" name="Text Box 52"/>
          <p:cNvSpPr txBox="1">
            <a:spLocks noChangeArrowheads="1"/>
          </p:cNvSpPr>
          <p:nvPr/>
        </p:nvSpPr>
        <p:spPr bwMode="auto">
          <a:xfrm>
            <a:off x="5076825" y="4572000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b="1"/>
              <a:t>A</a:t>
            </a:r>
            <a:endParaRPr kumimoji="0" lang="en-US" altLang="zh-CN" sz="2400" b="1"/>
          </a:p>
        </p:txBody>
      </p:sp>
      <p:sp>
        <p:nvSpPr>
          <p:cNvPr id="73776" name="Line 53"/>
          <p:cNvSpPr>
            <a:spLocks noChangeShapeType="1"/>
          </p:cNvSpPr>
          <p:nvPr/>
        </p:nvSpPr>
        <p:spPr bwMode="auto">
          <a:xfrm flipH="1">
            <a:off x="4953000" y="4327525"/>
            <a:ext cx="228600" cy="3048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3777" name="Line 54"/>
          <p:cNvSpPr>
            <a:spLocks noChangeShapeType="1"/>
          </p:cNvSpPr>
          <p:nvPr/>
        </p:nvSpPr>
        <p:spPr bwMode="auto">
          <a:xfrm flipH="1">
            <a:off x="5257800" y="4327525"/>
            <a:ext cx="0" cy="3048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3778" name="Line 55"/>
          <p:cNvSpPr>
            <a:spLocks noChangeShapeType="1"/>
          </p:cNvSpPr>
          <p:nvPr/>
        </p:nvSpPr>
        <p:spPr bwMode="auto">
          <a:xfrm flipH="1" flipV="1">
            <a:off x="5334000" y="4327525"/>
            <a:ext cx="304800" cy="3048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3779" name="Text Box 56"/>
          <p:cNvSpPr txBox="1">
            <a:spLocks noChangeArrowheads="1"/>
          </p:cNvSpPr>
          <p:nvPr/>
        </p:nvSpPr>
        <p:spPr bwMode="auto">
          <a:xfrm>
            <a:off x="5105400" y="5013325"/>
            <a:ext cx="304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b="1">
                <a:solidFill>
                  <a:srgbClr val="3333CC"/>
                </a:solidFill>
              </a:rPr>
              <a:t>a</a:t>
            </a:r>
            <a:endParaRPr kumimoji="0" lang="en-US" altLang="zh-CN" sz="2400" b="1">
              <a:solidFill>
                <a:srgbClr val="3333CC"/>
              </a:solidFill>
            </a:endParaRPr>
          </a:p>
        </p:txBody>
      </p:sp>
      <p:sp>
        <p:nvSpPr>
          <p:cNvPr id="73780" name="Line 57"/>
          <p:cNvSpPr>
            <a:spLocks noChangeShapeType="1"/>
          </p:cNvSpPr>
          <p:nvPr/>
        </p:nvSpPr>
        <p:spPr bwMode="auto">
          <a:xfrm flipH="1">
            <a:off x="5257800" y="4937125"/>
            <a:ext cx="0" cy="1524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3781" name="Line 58"/>
          <p:cNvSpPr>
            <a:spLocks noChangeShapeType="1"/>
          </p:cNvSpPr>
          <p:nvPr/>
        </p:nvSpPr>
        <p:spPr bwMode="auto">
          <a:xfrm>
            <a:off x="1447800" y="3489325"/>
            <a:ext cx="1588" cy="533400"/>
          </a:xfrm>
          <a:prstGeom prst="line">
            <a:avLst/>
          </a:prstGeom>
          <a:noFill/>
          <a:ln w="25400">
            <a:solidFill>
              <a:srgbClr val="CC99FF"/>
            </a:solidFill>
            <a:prstDash val="sysDot"/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3782" name="Line 59"/>
          <p:cNvSpPr>
            <a:spLocks noChangeShapeType="1"/>
          </p:cNvSpPr>
          <p:nvPr/>
        </p:nvSpPr>
        <p:spPr bwMode="auto">
          <a:xfrm>
            <a:off x="4191000" y="3489325"/>
            <a:ext cx="1588" cy="533400"/>
          </a:xfrm>
          <a:prstGeom prst="line">
            <a:avLst/>
          </a:prstGeom>
          <a:noFill/>
          <a:ln w="25400">
            <a:solidFill>
              <a:srgbClr val="CC99FF"/>
            </a:solidFill>
            <a:prstDash val="sysDot"/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3783" name="Line 60"/>
          <p:cNvSpPr>
            <a:spLocks noChangeShapeType="1"/>
          </p:cNvSpPr>
          <p:nvPr/>
        </p:nvSpPr>
        <p:spPr bwMode="auto">
          <a:xfrm flipV="1">
            <a:off x="3124200" y="3260725"/>
            <a:ext cx="838200" cy="914400"/>
          </a:xfrm>
          <a:prstGeom prst="line">
            <a:avLst/>
          </a:prstGeom>
          <a:noFill/>
          <a:ln w="25400">
            <a:solidFill>
              <a:srgbClr val="CC99FF"/>
            </a:solidFill>
            <a:prstDash val="sysDot"/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3784" name="Text Box 61"/>
          <p:cNvSpPr txBox="1">
            <a:spLocks noChangeArrowheads="1"/>
          </p:cNvSpPr>
          <p:nvPr/>
        </p:nvSpPr>
        <p:spPr bwMode="auto">
          <a:xfrm>
            <a:off x="6629400" y="4098925"/>
            <a:ext cx="685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b="1">
                <a:solidFill>
                  <a:srgbClr val="3333CC"/>
                </a:solidFill>
              </a:rPr>
              <a:t>cad</a:t>
            </a:r>
            <a:endParaRPr kumimoji="0" lang="en-US" altLang="zh-CN" sz="2400" b="1">
              <a:solidFill>
                <a:srgbClr val="3333CC"/>
              </a:solidFill>
            </a:endParaRPr>
          </a:p>
        </p:txBody>
      </p:sp>
      <p:sp>
        <p:nvSpPr>
          <p:cNvPr id="73785" name="AutoShape 62"/>
          <p:cNvSpPr>
            <a:spLocks noChangeArrowheads="1"/>
          </p:cNvSpPr>
          <p:nvPr/>
        </p:nvSpPr>
        <p:spPr bwMode="auto">
          <a:xfrm>
            <a:off x="7010400" y="4467225"/>
            <a:ext cx="152400" cy="152400"/>
          </a:xfrm>
          <a:prstGeom prst="triangle">
            <a:avLst>
              <a:gd name="adj" fmla="val 50000"/>
            </a:avLst>
          </a:prstGeom>
          <a:solidFill>
            <a:srgbClr val="00CC00"/>
          </a:solidFill>
          <a:ln w="25400">
            <a:solidFill>
              <a:srgbClr val="00CC00"/>
            </a:solidFill>
            <a:miter lim="800000"/>
            <a:head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>
              <a:latin typeface="Symbol" panose="05050102010706020507" pitchFamily="18" charset="2"/>
            </a:endParaRPr>
          </a:p>
        </p:txBody>
      </p:sp>
      <p:sp>
        <p:nvSpPr>
          <p:cNvPr id="73786" name="Text Box 63"/>
          <p:cNvSpPr txBox="1">
            <a:spLocks noChangeArrowheads="1"/>
          </p:cNvSpPr>
          <p:nvPr/>
        </p:nvSpPr>
        <p:spPr bwMode="auto">
          <a:xfrm>
            <a:off x="7848600" y="3810000"/>
            <a:ext cx="304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b="1"/>
              <a:t>S</a:t>
            </a:r>
            <a:endParaRPr kumimoji="0" lang="en-US" altLang="zh-CN" sz="2400" b="1"/>
          </a:p>
        </p:txBody>
      </p:sp>
      <p:sp>
        <p:nvSpPr>
          <p:cNvPr id="73787" name="Text Box 64"/>
          <p:cNvSpPr txBox="1">
            <a:spLocks noChangeArrowheads="1"/>
          </p:cNvSpPr>
          <p:nvPr/>
        </p:nvSpPr>
        <p:spPr bwMode="auto">
          <a:xfrm>
            <a:off x="7467600" y="4327525"/>
            <a:ext cx="304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b="1">
                <a:solidFill>
                  <a:srgbClr val="3333CC"/>
                </a:solidFill>
              </a:rPr>
              <a:t>c</a:t>
            </a:r>
            <a:endParaRPr kumimoji="0" lang="en-US" altLang="zh-CN" sz="2400" b="1">
              <a:solidFill>
                <a:srgbClr val="3333CC"/>
              </a:solidFill>
            </a:endParaRPr>
          </a:p>
        </p:txBody>
      </p:sp>
      <p:sp>
        <p:nvSpPr>
          <p:cNvPr id="73788" name="Text Box 65"/>
          <p:cNvSpPr txBox="1">
            <a:spLocks noChangeArrowheads="1"/>
          </p:cNvSpPr>
          <p:nvPr/>
        </p:nvSpPr>
        <p:spPr bwMode="auto">
          <a:xfrm>
            <a:off x="8305800" y="4327525"/>
            <a:ext cx="304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b="1">
                <a:solidFill>
                  <a:srgbClr val="3333CC"/>
                </a:solidFill>
              </a:rPr>
              <a:t>d</a:t>
            </a:r>
            <a:endParaRPr kumimoji="0" lang="en-US" altLang="zh-CN" sz="2400" b="1">
              <a:solidFill>
                <a:srgbClr val="3333CC"/>
              </a:solidFill>
            </a:endParaRPr>
          </a:p>
        </p:txBody>
      </p:sp>
      <p:sp>
        <p:nvSpPr>
          <p:cNvPr id="73789" name="Text Box 66"/>
          <p:cNvSpPr txBox="1">
            <a:spLocks noChangeArrowheads="1"/>
          </p:cNvSpPr>
          <p:nvPr/>
        </p:nvSpPr>
        <p:spPr bwMode="auto">
          <a:xfrm>
            <a:off x="7815263" y="4405313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b="1"/>
              <a:t>A</a:t>
            </a:r>
            <a:endParaRPr kumimoji="0" lang="en-US" altLang="zh-CN" sz="2400" b="1"/>
          </a:p>
        </p:txBody>
      </p:sp>
      <p:sp>
        <p:nvSpPr>
          <p:cNvPr id="73790" name="Line 67"/>
          <p:cNvSpPr>
            <a:spLocks noChangeShapeType="1"/>
          </p:cNvSpPr>
          <p:nvPr/>
        </p:nvSpPr>
        <p:spPr bwMode="auto">
          <a:xfrm flipH="1">
            <a:off x="7696200" y="4175125"/>
            <a:ext cx="228600" cy="3048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3791" name="Line 68"/>
          <p:cNvSpPr>
            <a:spLocks noChangeShapeType="1"/>
          </p:cNvSpPr>
          <p:nvPr/>
        </p:nvSpPr>
        <p:spPr bwMode="auto">
          <a:xfrm flipH="1">
            <a:off x="8001000" y="4175125"/>
            <a:ext cx="1588" cy="3048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3792" name="Line 69"/>
          <p:cNvSpPr>
            <a:spLocks noChangeShapeType="1"/>
          </p:cNvSpPr>
          <p:nvPr/>
        </p:nvSpPr>
        <p:spPr bwMode="auto">
          <a:xfrm flipH="1" flipV="1">
            <a:off x="8077200" y="4175125"/>
            <a:ext cx="304800" cy="3048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3793" name="Text Box 70"/>
          <p:cNvSpPr txBox="1">
            <a:spLocks noChangeArrowheads="1"/>
          </p:cNvSpPr>
          <p:nvPr/>
        </p:nvSpPr>
        <p:spPr bwMode="auto">
          <a:xfrm>
            <a:off x="7848600" y="4860925"/>
            <a:ext cx="304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b="1">
                <a:solidFill>
                  <a:srgbClr val="3333CC"/>
                </a:solidFill>
              </a:rPr>
              <a:t>a</a:t>
            </a:r>
            <a:endParaRPr kumimoji="0" lang="en-US" altLang="zh-CN" sz="2400" b="1">
              <a:solidFill>
                <a:srgbClr val="3333CC"/>
              </a:solidFill>
            </a:endParaRPr>
          </a:p>
        </p:txBody>
      </p:sp>
      <p:sp>
        <p:nvSpPr>
          <p:cNvPr id="73794" name="Line 71"/>
          <p:cNvSpPr>
            <a:spLocks noChangeShapeType="1"/>
          </p:cNvSpPr>
          <p:nvPr/>
        </p:nvSpPr>
        <p:spPr bwMode="auto">
          <a:xfrm flipH="1">
            <a:off x="8001000" y="4784725"/>
            <a:ext cx="1588" cy="1524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3795" name="Line 72"/>
          <p:cNvSpPr>
            <a:spLocks noChangeShapeType="1"/>
          </p:cNvSpPr>
          <p:nvPr/>
        </p:nvSpPr>
        <p:spPr bwMode="auto">
          <a:xfrm flipV="1">
            <a:off x="6019800" y="4403725"/>
            <a:ext cx="457200" cy="76200"/>
          </a:xfrm>
          <a:prstGeom prst="line">
            <a:avLst/>
          </a:prstGeom>
          <a:noFill/>
          <a:ln w="25400">
            <a:solidFill>
              <a:srgbClr val="CC99FF"/>
            </a:solidFill>
            <a:prstDash val="sysDot"/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3796" name="Text Box 73"/>
          <p:cNvSpPr txBox="1">
            <a:spLocks noChangeArrowheads="1"/>
          </p:cNvSpPr>
          <p:nvPr/>
        </p:nvSpPr>
        <p:spPr bwMode="auto">
          <a:xfrm>
            <a:off x="1371600" y="1295400"/>
            <a:ext cx="2209800" cy="1311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/>
              <a:t>S </a:t>
            </a:r>
            <a:r>
              <a:rPr kumimoji="0" lang="en-US" altLang="zh-CN">
                <a:sym typeface="Symbol" panose="05050102010706020507" pitchFamily="18" charset="2"/>
              </a:rPr>
              <a:t> c A d</a:t>
            </a:r>
            <a:endParaRPr kumimoji="0" lang="en-US" altLang="zh-CN">
              <a:sym typeface="Symbol" panose="05050102010706020507" pitchFamily="18" charset="2"/>
            </a:endParaRPr>
          </a:p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/>
              <a:t>A </a:t>
            </a:r>
            <a:r>
              <a:rPr kumimoji="0" lang="en-US" altLang="zh-CN">
                <a:sym typeface="Symbol" panose="05050102010706020507" pitchFamily="18" charset="2"/>
              </a:rPr>
              <a:t> ab | a</a:t>
            </a:r>
            <a:r>
              <a:rPr kumimoji="0" lang="en-US" altLang="zh-CN"/>
              <a:t>     </a:t>
            </a:r>
            <a:endParaRPr kumimoji="0" lang="en-US" altLang="zh-CN"/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4.4.2  </a:t>
            </a:r>
            <a:r>
              <a:rPr lang="zh-CN" altLang="en-US"/>
              <a:t>预测分析方法</a:t>
            </a:r>
            <a:endParaRPr lang="zh-CN" altLang="en-US"/>
          </a:p>
        </p:txBody>
      </p:sp>
      <p:sp>
        <p:nvSpPr>
          <p:cNvPr id="747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无需回溯的递归下降法，需改写文法</a:t>
            </a:r>
            <a:endParaRPr lang="zh-CN" altLang="en-US"/>
          </a:p>
          <a:p>
            <a:pPr lvl="1" eaLnBrk="1" hangingPunct="1"/>
            <a:r>
              <a:rPr lang="zh-CN" altLang="en-US" b="1">
                <a:solidFill>
                  <a:srgbClr val="FF3300"/>
                </a:solidFill>
              </a:rPr>
              <a:t>消除左递归</a:t>
            </a:r>
            <a:endParaRPr lang="zh-CN" altLang="en-US" b="1">
              <a:solidFill>
                <a:srgbClr val="FF3300"/>
              </a:solidFill>
            </a:endParaRPr>
          </a:p>
          <a:p>
            <a:pPr lvl="1" eaLnBrk="1" hangingPunct="1"/>
            <a:r>
              <a:rPr lang="zh-CN" altLang="en-US" b="1">
                <a:solidFill>
                  <a:srgbClr val="FF3300"/>
                </a:solidFill>
              </a:rPr>
              <a:t>提取左公因子</a:t>
            </a:r>
            <a:endParaRPr kumimoji="0" lang="zh-CN" altLang="en-US" b="1">
              <a:solidFill>
                <a:srgbClr val="FF3300"/>
              </a:solidFill>
              <a:sym typeface="Symbol" panose="05050102010706020507" pitchFamily="18" charset="2"/>
            </a:endParaRPr>
          </a:p>
          <a:p>
            <a:pPr eaLnBrk="1" hangingPunct="1"/>
            <a:r>
              <a:rPr kumimoji="0" lang="zh-CN" altLang="en-US">
                <a:sym typeface="Symbol" panose="05050102010706020507" pitchFamily="18" charset="2"/>
              </a:rPr>
              <a:t>“当前输入符号”＋“待扩展非终结符”</a:t>
            </a:r>
            <a:r>
              <a:rPr kumimoji="0" lang="zh-CN" altLang="en-US">
                <a:sym typeface="Wingdings" panose="05000000000000000000" pitchFamily="2" charset="2"/>
              </a:rPr>
              <a:t></a:t>
            </a:r>
            <a:br>
              <a:rPr kumimoji="0" lang="zh-CN" altLang="en-US">
                <a:sym typeface="Wingdings" panose="05000000000000000000" pitchFamily="2" charset="2"/>
              </a:rPr>
            </a:br>
            <a:r>
              <a:rPr kumimoji="0" lang="zh-CN" altLang="en-US">
                <a:sym typeface="Wingdings" panose="05000000000000000000" pitchFamily="2" charset="2"/>
              </a:rPr>
              <a:t>唯一确定应用哪个产生式</a:t>
            </a:r>
            <a:endParaRPr kumimoji="0" lang="zh-CN" altLang="en-US">
              <a:sym typeface="Symbol" panose="05050102010706020507" pitchFamily="18" charset="2"/>
            </a:endParaRP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4.4.3  </a:t>
            </a:r>
            <a:r>
              <a:rPr lang="zh-CN" altLang="en-US"/>
              <a:t>利用状态转换图</a:t>
            </a:r>
            <a:endParaRPr lang="zh-CN" altLang="en-US"/>
          </a:p>
        </p:txBody>
      </p:sp>
      <p:sp>
        <p:nvSpPr>
          <p:cNvPr id="7577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182688" y="1371600"/>
            <a:ext cx="7772400" cy="4648200"/>
          </a:xfrm>
        </p:spPr>
        <p:txBody>
          <a:bodyPr/>
          <a:lstStyle/>
          <a:p>
            <a:pPr marL="590550" indent="-533400" eaLnBrk="1" hangingPunct="1"/>
            <a:r>
              <a:rPr lang="zh-CN" altLang="en-US" sz="2800" dirty="0"/>
              <a:t>非终结符</a:t>
            </a:r>
            <a:r>
              <a:rPr lang="zh-CN" altLang="en-US" sz="2800" dirty="0">
                <a:sym typeface="Wingdings" panose="05000000000000000000" pitchFamily="2" charset="2"/>
              </a:rPr>
              <a:t></a:t>
            </a:r>
            <a:r>
              <a:rPr lang="zh-CN" altLang="en-US" sz="2800" dirty="0"/>
              <a:t>状态转换图</a:t>
            </a:r>
            <a:endParaRPr lang="zh-CN" altLang="en-US" sz="2800" dirty="0"/>
          </a:p>
          <a:p>
            <a:pPr marL="990600" lvl="1" indent="-533400" eaLnBrk="1" hangingPunct="1"/>
            <a:r>
              <a:rPr lang="zh-CN" altLang="en-US" sz="2400" dirty="0"/>
              <a:t>边的标记</a:t>
            </a:r>
            <a:endParaRPr lang="zh-CN" altLang="en-US" sz="2400" dirty="0"/>
          </a:p>
          <a:p>
            <a:pPr marL="1371600" lvl="2" indent="-457200" eaLnBrk="1" hangingPunct="1"/>
            <a:r>
              <a:rPr lang="zh-CN" altLang="en-US" sz="2000" dirty="0"/>
              <a:t>单词：与下一个输入单词匹配</a:t>
            </a:r>
            <a:r>
              <a:rPr lang="zh-CN" altLang="en-US" sz="2000" dirty="0">
                <a:sym typeface="Wingdings" panose="05000000000000000000" pitchFamily="2" charset="2"/>
              </a:rPr>
              <a:t></a:t>
            </a:r>
            <a:r>
              <a:rPr lang="zh-CN" altLang="en-US" sz="2000" dirty="0"/>
              <a:t>状态转换</a:t>
            </a:r>
            <a:endParaRPr lang="zh-CN" altLang="en-US" sz="2000" dirty="0"/>
          </a:p>
          <a:p>
            <a:pPr marL="1371600" lvl="2" indent="-457200" eaLnBrk="1" hangingPunct="1"/>
            <a:r>
              <a:rPr lang="zh-CN" altLang="en-US" sz="2000" dirty="0"/>
              <a:t>非终结符：对其进行扩展（调用对应函数）</a:t>
            </a:r>
            <a:endParaRPr lang="zh-CN" altLang="en-US" sz="2000" dirty="0"/>
          </a:p>
          <a:p>
            <a:pPr marL="609600" indent="-609600" eaLnBrk="1" hangingPunct="1"/>
            <a:r>
              <a:rPr lang="zh-CN" altLang="en-US" sz="2800" dirty="0"/>
              <a:t>为</a:t>
            </a:r>
            <a:r>
              <a:rPr lang="en-US" altLang="zh-CN" sz="2800" dirty="0"/>
              <a:t>NT A</a:t>
            </a:r>
            <a:r>
              <a:rPr lang="zh-CN" altLang="en-US" sz="2800" dirty="0"/>
              <a:t>创建对应</a:t>
            </a:r>
            <a:r>
              <a:rPr lang="en-US" altLang="zh-CN" sz="2800" dirty="0"/>
              <a:t>TD</a:t>
            </a:r>
            <a:r>
              <a:rPr lang="zh-CN" altLang="en-US" sz="2800" dirty="0"/>
              <a:t>：</a:t>
            </a:r>
            <a:endParaRPr lang="zh-CN" altLang="en-US" sz="2800" dirty="0"/>
          </a:p>
          <a:p>
            <a:pPr marL="990600" lvl="1" indent="-533400" eaLnBrk="1" hangingPunct="1">
              <a:buFont typeface="Wingdings" panose="05000000000000000000" pitchFamily="2" charset="2"/>
              <a:buAutoNum type="arabicPeriod"/>
            </a:pPr>
            <a:r>
              <a:rPr lang="zh-CN" altLang="en-US" sz="2400" dirty="0"/>
              <a:t>创建一个初态和一个终态</a:t>
            </a:r>
            <a:endParaRPr lang="zh-CN" altLang="en-US" sz="2400" dirty="0"/>
          </a:p>
          <a:p>
            <a:pPr marL="990600" lvl="1" indent="-533400" eaLnBrk="1" hangingPunct="1">
              <a:buFont typeface="Wingdings" panose="05000000000000000000" pitchFamily="2" charset="2"/>
              <a:buAutoNum type="arabicPeriod"/>
            </a:pPr>
            <a:r>
              <a:rPr lang="zh-CN" altLang="en-US" sz="2400" dirty="0"/>
              <a:t>对每个产生式</a:t>
            </a:r>
            <a:r>
              <a:rPr kumimoji="0" lang="en-US" altLang="zh-CN" sz="2400" b="1" dirty="0"/>
              <a:t>A</a:t>
            </a:r>
            <a:r>
              <a:rPr kumimoji="0" lang="en-US" altLang="zh-CN" sz="2400" b="1" dirty="0">
                <a:sym typeface="Symbol" panose="05050102010706020507" pitchFamily="18" charset="2"/>
              </a:rPr>
              <a:t> X</a:t>
            </a:r>
            <a:r>
              <a:rPr kumimoji="0" lang="en-US" altLang="zh-CN" sz="2400" b="1" baseline="-25000" dirty="0">
                <a:sym typeface="Symbol" panose="05050102010706020507" pitchFamily="18" charset="2"/>
              </a:rPr>
              <a:t>1</a:t>
            </a:r>
            <a:r>
              <a:rPr kumimoji="0" lang="en-US" altLang="zh-CN" sz="2400" b="1" dirty="0">
                <a:sym typeface="Symbol" panose="05050102010706020507" pitchFamily="18" charset="2"/>
              </a:rPr>
              <a:t>X</a:t>
            </a:r>
            <a:r>
              <a:rPr kumimoji="0" lang="en-US" altLang="zh-CN" sz="2400" b="1" baseline="-25000" dirty="0">
                <a:sym typeface="Symbol" panose="05050102010706020507" pitchFamily="18" charset="2"/>
              </a:rPr>
              <a:t>2</a:t>
            </a:r>
            <a:r>
              <a:rPr kumimoji="0" lang="en-US" altLang="zh-CN" sz="2400" b="1" dirty="0">
                <a:sym typeface="Symbol" panose="05050102010706020507" pitchFamily="18" charset="2"/>
              </a:rPr>
              <a:t>…</a:t>
            </a:r>
            <a:r>
              <a:rPr kumimoji="0" lang="en-US" altLang="zh-CN" sz="2400" b="1" dirty="0" err="1">
                <a:sym typeface="Symbol" panose="05050102010706020507" pitchFamily="18" charset="2"/>
              </a:rPr>
              <a:t>X</a:t>
            </a:r>
            <a:r>
              <a:rPr kumimoji="0" lang="en-US" altLang="zh-CN" sz="2400" b="1" baseline="-25000" dirty="0" err="1">
                <a:sym typeface="Symbol" panose="05050102010706020507" pitchFamily="18" charset="2"/>
              </a:rPr>
              <a:t>n</a:t>
            </a:r>
            <a:r>
              <a:rPr kumimoji="0" lang="zh-CN" altLang="en-US" sz="2400" dirty="0">
                <a:sym typeface="Symbol" panose="05050102010706020507" pitchFamily="18" charset="2"/>
              </a:rPr>
              <a:t>，创建初态到终态的一条路径，边标记为</a:t>
            </a:r>
            <a:r>
              <a:rPr kumimoji="0" lang="en-US" altLang="zh-CN" sz="2400" b="1" dirty="0">
                <a:sym typeface="Symbol" panose="05050102010706020507" pitchFamily="18" charset="2"/>
              </a:rPr>
              <a:t>X</a:t>
            </a:r>
            <a:r>
              <a:rPr kumimoji="0" lang="en-US" altLang="zh-CN" sz="2400" b="1" baseline="-25000" dirty="0">
                <a:sym typeface="Symbol" panose="05050102010706020507" pitchFamily="18" charset="2"/>
              </a:rPr>
              <a:t>1</a:t>
            </a:r>
            <a:r>
              <a:rPr kumimoji="0" lang="zh-CN" altLang="en-US" sz="2400" dirty="0">
                <a:sym typeface="Symbol" panose="05050102010706020507" pitchFamily="18" charset="2"/>
              </a:rPr>
              <a:t>、</a:t>
            </a:r>
            <a:r>
              <a:rPr kumimoji="0" lang="en-US" altLang="zh-CN" sz="2400" b="1" dirty="0">
                <a:sym typeface="Symbol" panose="05050102010706020507" pitchFamily="18" charset="2"/>
              </a:rPr>
              <a:t>X</a:t>
            </a:r>
            <a:r>
              <a:rPr kumimoji="0" lang="en-US" altLang="zh-CN" sz="2400" b="1" baseline="-25000" dirty="0">
                <a:sym typeface="Symbol" panose="05050102010706020507" pitchFamily="18" charset="2"/>
              </a:rPr>
              <a:t>2</a:t>
            </a:r>
            <a:r>
              <a:rPr kumimoji="0" lang="zh-CN" altLang="en-US" sz="2400" dirty="0">
                <a:sym typeface="Symbol" panose="05050102010706020507" pitchFamily="18" charset="2"/>
              </a:rPr>
              <a:t>、</a:t>
            </a:r>
            <a:r>
              <a:rPr kumimoji="0" lang="en-US" altLang="zh-CN" sz="2400" b="1" dirty="0">
                <a:sym typeface="Symbol" panose="05050102010706020507" pitchFamily="18" charset="2"/>
              </a:rPr>
              <a:t>…</a:t>
            </a:r>
            <a:r>
              <a:rPr kumimoji="0" lang="zh-CN" altLang="en-US" sz="2400" b="1" dirty="0">
                <a:sym typeface="Symbol" panose="05050102010706020507" pitchFamily="18" charset="2"/>
              </a:rPr>
              <a:t>、</a:t>
            </a:r>
            <a:r>
              <a:rPr kumimoji="0" lang="en-US" altLang="zh-CN" sz="2400" b="1" dirty="0" err="1">
                <a:sym typeface="Symbol" panose="05050102010706020507" pitchFamily="18" charset="2"/>
              </a:rPr>
              <a:t>X</a:t>
            </a:r>
            <a:r>
              <a:rPr kumimoji="0" lang="en-US" altLang="zh-CN" sz="2400" b="1" baseline="-25000" dirty="0" err="1">
                <a:sym typeface="Symbol" panose="05050102010706020507" pitchFamily="18" charset="2"/>
              </a:rPr>
              <a:t>n</a:t>
            </a:r>
            <a:endParaRPr kumimoji="0" lang="en-US" altLang="zh-CN" sz="2400" b="1" baseline="-25000" dirty="0">
              <a:sym typeface="Symbol" panose="05050102010706020507" pitchFamily="18" charset="2"/>
            </a:endParaRP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例</a:t>
            </a:r>
            <a:r>
              <a:rPr lang="en-US" altLang="zh-CN"/>
              <a:t>4.15</a:t>
            </a:r>
            <a:endParaRPr lang="en-US" altLang="zh-CN"/>
          </a:p>
        </p:txBody>
      </p:sp>
      <p:grpSp>
        <p:nvGrpSpPr>
          <p:cNvPr id="76803" name="Group 4"/>
          <p:cNvGrpSpPr/>
          <p:nvPr/>
        </p:nvGrpSpPr>
        <p:grpSpPr bwMode="auto">
          <a:xfrm>
            <a:off x="914400" y="1447800"/>
            <a:ext cx="5715000" cy="657225"/>
            <a:chOff x="1056" y="1632"/>
            <a:chExt cx="3600" cy="414"/>
          </a:xfrm>
        </p:grpSpPr>
        <p:sp>
          <p:nvSpPr>
            <p:cNvPr id="76854" name="Text Box 5"/>
            <p:cNvSpPr txBox="1">
              <a:spLocks noChangeArrowheads="1"/>
            </p:cNvSpPr>
            <p:nvPr/>
          </p:nvSpPr>
          <p:spPr bwMode="auto">
            <a:xfrm>
              <a:off x="1056" y="1680"/>
              <a:ext cx="1296" cy="3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 type="none" w="sm" len="sm"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ct val="80000"/>
                </a:lnSpc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000" b="1">
                  <a:sym typeface="Symbol" panose="05050102010706020507" pitchFamily="18" charset="2"/>
                </a:rPr>
                <a:t>E  TE’                                                E’  + TE’ |  </a:t>
              </a:r>
              <a:r>
                <a:rPr kumimoji="0" lang="en-US" altLang="zh-CN" sz="2000" b="1">
                  <a:latin typeface="Symbol" panose="05050102010706020507" pitchFamily="18" charset="2"/>
                  <a:sym typeface="Symbol" panose="05050102010706020507" pitchFamily="18" charset="2"/>
                </a:rPr>
                <a:t>e</a:t>
              </a:r>
              <a:endParaRPr kumimoji="0" lang="en-US" altLang="zh-CN" sz="2000" b="1">
                <a:latin typeface="Symbol" panose="05050102010706020507" pitchFamily="18" charset="2"/>
                <a:sym typeface="Symbol" panose="05050102010706020507" pitchFamily="18" charset="2"/>
              </a:endParaRPr>
            </a:p>
          </p:txBody>
        </p:sp>
        <p:sp>
          <p:nvSpPr>
            <p:cNvPr id="76855" name="Text Box 6"/>
            <p:cNvSpPr txBox="1">
              <a:spLocks noChangeArrowheads="1"/>
            </p:cNvSpPr>
            <p:nvPr/>
          </p:nvSpPr>
          <p:spPr bwMode="auto">
            <a:xfrm>
              <a:off x="2352" y="1680"/>
              <a:ext cx="1296" cy="3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 type="none" w="sm" len="sm"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ct val="80000"/>
                </a:lnSpc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000" b="1">
                  <a:sym typeface="Symbol" panose="05050102010706020507" pitchFamily="18" charset="2"/>
                </a:rPr>
                <a:t>T  FT’                                                T’  * FT’ | </a:t>
              </a:r>
              <a:r>
                <a:rPr kumimoji="0" lang="en-US" altLang="zh-CN" sz="2000" b="1">
                  <a:latin typeface="Symbol" panose="05050102010706020507" pitchFamily="18" charset="2"/>
                  <a:sym typeface="Symbol" panose="05050102010706020507" pitchFamily="18" charset="2"/>
                </a:rPr>
                <a:t>e</a:t>
              </a:r>
              <a:endParaRPr kumimoji="0" lang="en-US" altLang="zh-CN" sz="2000" b="1">
                <a:latin typeface="Symbol" panose="05050102010706020507" pitchFamily="18" charset="2"/>
                <a:sym typeface="Symbol" panose="05050102010706020507" pitchFamily="18" charset="2"/>
              </a:endParaRPr>
            </a:p>
          </p:txBody>
        </p:sp>
        <p:sp>
          <p:nvSpPr>
            <p:cNvPr id="76856" name="Text Box 7"/>
            <p:cNvSpPr txBox="1">
              <a:spLocks noChangeArrowheads="1"/>
            </p:cNvSpPr>
            <p:nvPr/>
          </p:nvSpPr>
          <p:spPr bwMode="auto">
            <a:xfrm>
              <a:off x="3504" y="1632"/>
              <a:ext cx="1073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 type="none" w="sm" len="sm"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0" lang="en-US" altLang="zh-CN" sz="2000" b="1">
                  <a:sym typeface="Symbol" panose="05050102010706020507" pitchFamily="18" charset="2"/>
                </a:rPr>
                <a:t>F   ( E )  | id</a:t>
              </a:r>
              <a:endParaRPr kumimoji="0" lang="en-US" altLang="zh-CN" sz="2000" b="1">
                <a:sym typeface="Symbol" panose="05050102010706020507" pitchFamily="18" charset="2"/>
              </a:endParaRPr>
            </a:p>
          </p:txBody>
        </p:sp>
        <p:sp>
          <p:nvSpPr>
            <p:cNvPr id="76857" name="Rectangle 8"/>
            <p:cNvSpPr>
              <a:spLocks noChangeArrowheads="1"/>
            </p:cNvSpPr>
            <p:nvPr/>
          </p:nvSpPr>
          <p:spPr bwMode="auto">
            <a:xfrm>
              <a:off x="1104" y="1680"/>
              <a:ext cx="3552" cy="336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>
                <a:latin typeface="Symbol" panose="05050102010706020507" pitchFamily="18" charset="2"/>
              </a:endParaRPr>
            </a:p>
          </p:txBody>
        </p:sp>
      </p:grpSp>
      <p:grpSp>
        <p:nvGrpSpPr>
          <p:cNvPr id="76804" name="Group 105"/>
          <p:cNvGrpSpPr/>
          <p:nvPr/>
        </p:nvGrpSpPr>
        <p:grpSpPr bwMode="auto">
          <a:xfrm>
            <a:off x="838200" y="2057400"/>
            <a:ext cx="3200400" cy="638175"/>
            <a:chOff x="528" y="1326"/>
            <a:chExt cx="2016" cy="402"/>
          </a:xfrm>
        </p:grpSpPr>
        <p:grpSp>
          <p:nvGrpSpPr>
            <p:cNvPr id="76841" name="Group 10"/>
            <p:cNvGrpSpPr/>
            <p:nvPr/>
          </p:nvGrpSpPr>
          <p:grpSpPr bwMode="auto">
            <a:xfrm>
              <a:off x="2208" y="1392"/>
              <a:ext cx="336" cy="336"/>
              <a:chOff x="3552" y="2544"/>
              <a:chExt cx="336" cy="336"/>
            </a:xfrm>
          </p:grpSpPr>
          <p:sp>
            <p:nvSpPr>
              <p:cNvPr id="76852" name="Oval 11"/>
              <p:cNvSpPr>
                <a:spLocks noChangeArrowheads="1"/>
              </p:cNvSpPr>
              <p:nvPr/>
            </p:nvSpPr>
            <p:spPr bwMode="auto">
              <a:xfrm>
                <a:off x="3552" y="2544"/>
                <a:ext cx="336" cy="336"/>
              </a:xfrm>
              <a:prstGeom prst="ellipse">
                <a:avLst/>
              </a:prstGeom>
              <a:noFill/>
              <a:ln w="25400">
                <a:solidFill>
                  <a:schemeClr val="tx1"/>
                </a:solidFill>
                <a:round/>
                <a:headEnd type="none" w="sm" len="sm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3300"/>
                  </a:buClr>
                  <a:buSzPct val="75000"/>
                  <a:buFont typeface="Wingdings" panose="05000000000000000000" pitchFamily="2" charset="2"/>
                  <a:buChar char="m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69000"/>
                  <a:buFont typeface="Wingdings" panose="05000000000000000000" pitchFamily="2" charset="2"/>
                  <a:buChar char="q"/>
                  <a:defRPr kumimoji="1" sz="2800">
                    <a:solidFill>
                      <a:srgbClr val="3333CC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3300"/>
                  </a:buClr>
                  <a:buFont typeface="Wingdings" panose="05000000000000000000" pitchFamily="2" charset="2"/>
                  <a:buChar char="Ø"/>
                  <a:defRPr kumimoji="1" sz="2400">
                    <a:solidFill>
                      <a:srgbClr val="FF33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2400">
                  <a:latin typeface="Symbol" panose="05050102010706020507" pitchFamily="18" charset="2"/>
                </a:endParaRPr>
              </a:p>
            </p:txBody>
          </p:sp>
          <p:sp>
            <p:nvSpPr>
              <p:cNvPr id="76853" name="Oval 12"/>
              <p:cNvSpPr>
                <a:spLocks noChangeArrowheads="1"/>
              </p:cNvSpPr>
              <p:nvPr/>
            </p:nvSpPr>
            <p:spPr bwMode="auto">
              <a:xfrm>
                <a:off x="3600" y="2592"/>
                <a:ext cx="240" cy="240"/>
              </a:xfrm>
              <a:prstGeom prst="ellipse">
                <a:avLst/>
              </a:prstGeom>
              <a:noFill/>
              <a:ln w="25400">
                <a:solidFill>
                  <a:schemeClr val="tx1"/>
                </a:solidFill>
                <a:round/>
                <a:headEnd type="none" w="sm" len="sm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3300"/>
                  </a:buClr>
                  <a:buSzPct val="75000"/>
                  <a:buFont typeface="Wingdings" panose="05000000000000000000" pitchFamily="2" charset="2"/>
                  <a:buChar char="m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69000"/>
                  <a:buFont typeface="Wingdings" panose="05000000000000000000" pitchFamily="2" charset="2"/>
                  <a:buChar char="q"/>
                  <a:defRPr kumimoji="1" sz="2800">
                    <a:solidFill>
                      <a:srgbClr val="3333CC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3300"/>
                  </a:buClr>
                  <a:buFont typeface="Wingdings" panose="05000000000000000000" pitchFamily="2" charset="2"/>
                  <a:buChar char="Ø"/>
                  <a:defRPr kumimoji="1" sz="2400">
                    <a:solidFill>
                      <a:srgbClr val="FF33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2400">
                  <a:latin typeface="Symbol" panose="05050102010706020507" pitchFamily="18" charset="2"/>
                </a:endParaRPr>
              </a:p>
            </p:txBody>
          </p:sp>
        </p:grpSp>
        <p:sp>
          <p:nvSpPr>
            <p:cNvPr id="76842" name="Oval 13"/>
            <p:cNvSpPr>
              <a:spLocks noChangeArrowheads="1"/>
            </p:cNvSpPr>
            <p:nvPr/>
          </p:nvSpPr>
          <p:spPr bwMode="auto">
            <a:xfrm>
              <a:off x="1536" y="1392"/>
              <a:ext cx="336" cy="336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>
                <a:latin typeface="Symbol" panose="05050102010706020507" pitchFamily="18" charset="2"/>
              </a:endParaRPr>
            </a:p>
          </p:txBody>
        </p:sp>
        <p:sp>
          <p:nvSpPr>
            <p:cNvPr id="76843" name="Oval 14"/>
            <p:cNvSpPr>
              <a:spLocks noChangeArrowheads="1"/>
            </p:cNvSpPr>
            <p:nvPr/>
          </p:nvSpPr>
          <p:spPr bwMode="auto">
            <a:xfrm>
              <a:off x="864" y="1392"/>
              <a:ext cx="336" cy="336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>
                <a:latin typeface="Symbol" panose="05050102010706020507" pitchFamily="18" charset="2"/>
              </a:endParaRPr>
            </a:p>
          </p:txBody>
        </p:sp>
        <p:sp>
          <p:nvSpPr>
            <p:cNvPr id="76844" name="Line 15"/>
            <p:cNvSpPr>
              <a:spLocks noChangeShapeType="1"/>
            </p:cNvSpPr>
            <p:nvPr/>
          </p:nvSpPr>
          <p:spPr bwMode="auto">
            <a:xfrm>
              <a:off x="1200" y="1536"/>
              <a:ext cx="336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6845" name="Line 16"/>
            <p:cNvSpPr>
              <a:spLocks noChangeShapeType="1"/>
            </p:cNvSpPr>
            <p:nvPr/>
          </p:nvSpPr>
          <p:spPr bwMode="auto">
            <a:xfrm>
              <a:off x="1872" y="1536"/>
              <a:ext cx="336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6846" name="Text Box 17"/>
            <p:cNvSpPr txBox="1">
              <a:spLocks noChangeArrowheads="1"/>
            </p:cNvSpPr>
            <p:nvPr/>
          </p:nvSpPr>
          <p:spPr bwMode="auto">
            <a:xfrm>
              <a:off x="912" y="1440"/>
              <a:ext cx="240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 type="none" w="sm" len="sm"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000" b="1"/>
                <a:t>0</a:t>
              </a:r>
              <a:endParaRPr kumimoji="0" lang="en-US" altLang="zh-CN" sz="2000" b="1"/>
            </a:p>
          </p:txBody>
        </p:sp>
        <p:sp>
          <p:nvSpPr>
            <p:cNvPr id="76847" name="Text Box 18"/>
            <p:cNvSpPr txBox="1">
              <a:spLocks noChangeArrowheads="1"/>
            </p:cNvSpPr>
            <p:nvPr/>
          </p:nvSpPr>
          <p:spPr bwMode="auto">
            <a:xfrm>
              <a:off x="2256" y="1440"/>
              <a:ext cx="240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 type="none" w="sm" len="sm"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000" b="1"/>
                <a:t>2</a:t>
              </a:r>
              <a:endParaRPr kumimoji="0" lang="en-US" altLang="zh-CN" sz="2000" b="1"/>
            </a:p>
          </p:txBody>
        </p:sp>
        <p:sp>
          <p:nvSpPr>
            <p:cNvPr id="76848" name="Text Box 19"/>
            <p:cNvSpPr txBox="1">
              <a:spLocks noChangeArrowheads="1"/>
            </p:cNvSpPr>
            <p:nvPr/>
          </p:nvSpPr>
          <p:spPr bwMode="auto">
            <a:xfrm>
              <a:off x="1584" y="1440"/>
              <a:ext cx="240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 type="none" w="sm" len="sm"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000" b="1"/>
                <a:t>1</a:t>
              </a:r>
              <a:endParaRPr kumimoji="0" lang="en-US" altLang="zh-CN" sz="2000" b="1"/>
            </a:p>
          </p:txBody>
        </p:sp>
        <p:sp>
          <p:nvSpPr>
            <p:cNvPr id="76849" name="Text Box 20"/>
            <p:cNvSpPr txBox="1">
              <a:spLocks noChangeArrowheads="1"/>
            </p:cNvSpPr>
            <p:nvPr/>
          </p:nvSpPr>
          <p:spPr bwMode="auto">
            <a:xfrm>
              <a:off x="1200" y="1326"/>
              <a:ext cx="240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 type="none" w="sm" len="sm"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000" b="1"/>
                <a:t>T</a:t>
              </a:r>
              <a:endParaRPr kumimoji="0" lang="en-US" altLang="zh-CN" sz="2000" b="1"/>
            </a:p>
          </p:txBody>
        </p:sp>
        <p:sp>
          <p:nvSpPr>
            <p:cNvPr id="76850" name="Text Box 21"/>
            <p:cNvSpPr txBox="1">
              <a:spLocks noChangeArrowheads="1"/>
            </p:cNvSpPr>
            <p:nvPr/>
          </p:nvSpPr>
          <p:spPr bwMode="auto">
            <a:xfrm>
              <a:off x="1872" y="1326"/>
              <a:ext cx="288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 type="none" w="sm" len="sm"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000" b="1"/>
                <a:t>E’</a:t>
              </a:r>
              <a:endParaRPr kumimoji="0" lang="en-US" altLang="zh-CN" sz="2000" b="1"/>
            </a:p>
          </p:txBody>
        </p:sp>
        <p:sp>
          <p:nvSpPr>
            <p:cNvPr id="76851" name="Text Box 22"/>
            <p:cNvSpPr txBox="1">
              <a:spLocks noChangeArrowheads="1"/>
            </p:cNvSpPr>
            <p:nvPr/>
          </p:nvSpPr>
          <p:spPr bwMode="auto">
            <a:xfrm>
              <a:off x="528" y="1440"/>
              <a:ext cx="336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 type="none" w="sm" len="sm"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000" b="1"/>
                <a:t>E:</a:t>
              </a:r>
              <a:endParaRPr kumimoji="0" lang="en-US" altLang="zh-CN" sz="2000" b="1"/>
            </a:p>
          </p:txBody>
        </p:sp>
      </p:grpSp>
      <p:grpSp>
        <p:nvGrpSpPr>
          <p:cNvPr id="76805" name="Group 104"/>
          <p:cNvGrpSpPr/>
          <p:nvPr/>
        </p:nvGrpSpPr>
        <p:grpSpPr bwMode="auto">
          <a:xfrm>
            <a:off x="838200" y="2819400"/>
            <a:ext cx="4267200" cy="958850"/>
            <a:chOff x="528" y="1710"/>
            <a:chExt cx="2688" cy="604"/>
          </a:xfrm>
        </p:grpSpPr>
        <p:sp>
          <p:nvSpPr>
            <p:cNvPr id="76821" name="Oval 24"/>
            <p:cNvSpPr>
              <a:spLocks noChangeArrowheads="1"/>
            </p:cNvSpPr>
            <p:nvPr/>
          </p:nvSpPr>
          <p:spPr bwMode="auto">
            <a:xfrm>
              <a:off x="864" y="1776"/>
              <a:ext cx="336" cy="336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>
                <a:latin typeface="Symbol" panose="05050102010706020507" pitchFamily="18" charset="2"/>
              </a:endParaRPr>
            </a:p>
          </p:txBody>
        </p:sp>
        <p:sp>
          <p:nvSpPr>
            <p:cNvPr id="76822" name="Line 25"/>
            <p:cNvSpPr>
              <a:spLocks noChangeShapeType="1"/>
            </p:cNvSpPr>
            <p:nvPr/>
          </p:nvSpPr>
          <p:spPr bwMode="auto">
            <a:xfrm>
              <a:off x="1200" y="1920"/>
              <a:ext cx="336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6823" name="Text Box 26"/>
            <p:cNvSpPr txBox="1">
              <a:spLocks noChangeArrowheads="1"/>
            </p:cNvSpPr>
            <p:nvPr/>
          </p:nvSpPr>
          <p:spPr bwMode="auto">
            <a:xfrm>
              <a:off x="912" y="1824"/>
              <a:ext cx="240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 type="none" w="sm" len="sm"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000" b="1"/>
                <a:t>3</a:t>
              </a:r>
              <a:endParaRPr kumimoji="0" lang="en-US" altLang="zh-CN" sz="2000" b="1"/>
            </a:p>
          </p:txBody>
        </p:sp>
        <p:grpSp>
          <p:nvGrpSpPr>
            <p:cNvPr id="76824" name="Group 27"/>
            <p:cNvGrpSpPr/>
            <p:nvPr/>
          </p:nvGrpSpPr>
          <p:grpSpPr bwMode="auto">
            <a:xfrm>
              <a:off x="2880" y="1776"/>
              <a:ext cx="336" cy="336"/>
              <a:chOff x="2448" y="2736"/>
              <a:chExt cx="336" cy="336"/>
            </a:xfrm>
          </p:grpSpPr>
          <p:grpSp>
            <p:nvGrpSpPr>
              <p:cNvPr id="76837" name="Group 28"/>
              <p:cNvGrpSpPr/>
              <p:nvPr/>
            </p:nvGrpSpPr>
            <p:grpSpPr bwMode="auto">
              <a:xfrm>
                <a:off x="2448" y="2736"/>
                <a:ext cx="336" cy="336"/>
                <a:chOff x="3552" y="2544"/>
                <a:chExt cx="336" cy="336"/>
              </a:xfrm>
            </p:grpSpPr>
            <p:sp>
              <p:nvSpPr>
                <p:cNvPr id="76839" name="Oval 29"/>
                <p:cNvSpPr>
                  <a:spLocks noChangeArrowheads="1"/>
                </p:cNvSpPr>
                <p:nvPr/>
              </p:nvSpPr>
              <p:spPr bwMode="auto">
                <a:xfrm>
                  <a:off x="3552" y="2544"/>
                  <a:ext cx="336" cy="336"/>
                </a:xfrm>
                <a:prstGeom prst="ellipse">
                  <a:avLst/>
                </a:prstGeom>
                <a:noFill/>
                <a:ln w="25400">
                  <a:solidFill>
                    <a:schemeClr val="tx1"/>
                  </a:solidFill>
                  <a:round/>
                  <a:headEnd type="none" w="sm" len="sm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rgbClr val="FF3300"/>
                    </a:buClr>
                    <a:buSzPct val="75000"/>
                    <a:buFont typeface="Wingdings" panose="05000000000000000000" pitchFamily="2" charset="2"/>
                    <a:buChar char="m"/>
                    <a:defRPr kumimoji="1"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folHlink"/>
                    </a:buClr>
                    <a:buSzPct val="69000"/>
                    <a:buFont typeface="Wingdings" panose="05000000000000000000" pitchFamily="2" charset="2"/>
                    <a:buChar char="q"/>
                    <a:defRPr kumimoji="1" sz="2800">
                      <a:solidFill>
                        <a:srgbClr val="3333CC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3300"/>
                    </a:buClr>
                    <a:buFont typeface="Wingdings" panose="05000000000000000000" pitchFamily="2" charset="2"/>
                    <a:buChar char="Ø"/>
                    <a:defRPr kumimoji="1" sz="2400">
                      <a:solidFill>
                        <a:srgbClr val="FF3300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tx1"/>
                    </a:buClr>
                    <a:buChar char="–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tx1"/>
                    </a:buClr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en-US" sz="2400">
                    <a:latin typeface="Symbol" panose="05050102010706020507" pitchFamily="18" charset="2"/>
                  </a:endParaRPr>
                </a:p>
              </p:txBody>
            </p:sp>
            <p:sp>
              <p:nvSpPr>
                <p:cNvPr id="76840" name="Oval 30"/>
                <p:cNvSpPr>
                  <a:spLocks noChangeArrowheads="1"/>
                </p:cNvSpPr>
                <p:nvPr/>
              </p:nvSpPr>
              <p:spPr bwMode="auto">
                <a:xfrm>
                  <a:off x="3600" y="2592"/>
                  <a:ext cx="240" cy="240"/>
                </a:xfrm>
                <a:prstGeom prst="ellipse">
                  <a:avLst/>
                </a:prstGeom>
                <a:noFill/>
                <a:ln w="25400">
                  <a:solidFill>
                    <a:schemeClr val="tx1"/>
                  </a:solidFill>
                  <a:round/>
                  <a:headEnd type="none" w="sm" len="sm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rgbClr val="FF3300"/>
                    </a:buClr>
                    <a:buSzPct val="75000"/>
                    <a:buFont typeface="Wingdings" panose="05000000000000000000" pitchFamily="2" charset="2"/>
                    <a:buChar char="m"/>
                    <a:defRPr kumimoji="1"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folHlink"/>
                    </a:buClr>
                    <a:buSzPct val="69000"/>
                    <a:buFont typeface="Wingdings" panose="05000000000000000000" pitchFamily="2" charset="2"/>
                    <a:buChar char="q"/>
                    <a:defRPr kumimoji="1" sz="2800">
                      <a:solidFill>
                        <a:srgbClr val="3333CC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3300"/>
                    </a:buClr>
                    <a:buFont typeface="Wingdings" panose="05000000000000000000" pitchFamily="2" charset="2"/>
                    <a:buChar char="Ø"/>
                    <a:defRPr kumimoji="1" sz="2400">
                      <a:solidFill>
                        <a:srgbClr val="FF3300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tx1"/>
                    </a:buClr>
                    <a:buChar char="–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tx1"/>
                    </a:buClr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en-US" sz="2400">
                    <a:latin typeface="Symbol" panose="05050102010706020507" pitchFamily="18" charset="2"/>
                  </a:endParaRPr>
                </a:p>
              </p:txBody>
            </p:sp>
          </p:grpSp>
          <p:sp>
            <p:nvSpPr>
              <p:cNvPr id="76838" name="Text Box 31"/>
              <p:cNvSpPr txBox="1">
                <a:spLocks noChangeArrowheads="1"/>
              </p:cNvSpPr>
              <p:nvPr/>
            </p:nvSpPr>
            <p:spPr bwMode="auto">
              <a:xfrm>
                <a:off x="2496" y="2784"/>
                <a:ext cx="240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5400">
                    <a:solidFill>
                      <a:srgbClr val="000000"/>
                    </a:solidFill>
                    <a:miter lim="800000"/>
                    <a:headEnd type="none" w="sm" len="sm"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3300"/>
                  </a:buClr>
                  <a:buSzPct val="75000"/>
                  <a:buFont typeface="Wingdings" panose="05000000000000000000" pitchFamily="2" charset="2"/>
                  <a:buChar char="m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69000"/>
                  <a:buFont typeface="Wingdings" panose="05000000000000000000" pitchFamily="2" charset="2"/>
                  <a:buChar char="q"/>
                  <a:defRPr kumimoji="1" sz="2800">
                    <a:solidFill>
                      <a:srgbClr val="3333CC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3300"/>
                  </a:buClr>
                  <a:buFont typeface="Wingdings" panose="05000000000000000000" pitchFamily="2" charset="2"/>
                  <a:buChar char="Ø"/>
                  <a:defRPr kumimoji="1" sz="2400">
                    <a:solidFill>
                      <a:srgbClr val="FF33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kumimoji="0" lang="en-US" altLang="zh-CN" sz="2000" b="1"/>
                  <a:t>6</a:t>
                </a:r>
                <a:endParaRPr kumimoji="0" lang="en-US" altLang="zh-CN" sz="2000" b="1"/>
              </a:p>
            </p:txBody>
          </p:sp>
        </p:grpSp>
        <p:sp>
          <p:nvSpPr>
            <p:cNvPr id="76825" name="Text Box 32"/>
            <p:cNvSpPr txBox="1">
              <a:spLocks noChangeArrowheads="1"/>
            </p:cNvSpPr>
            <p:nvPr/>
          </p:nvSpPr>
          <p:spPr bwMode="auto">
            <a:xfrm>
              <a:off x="1200" y="1710"/>
              <a:ext cx="240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 type="none" w="sm" len="sm"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000" b="1"/>
                <a:t>+</a:t>
              </a:r>
              <a:endParaRPr kumimoji="0" lang="en-US" altLang="zh-CN" sz="2000" b="1"/>
            </a:p>
          </p:txBody>
        </p:sp>
        <p:sp>
          <p:nvSpPr>
            <p:cNvPr id="76826" name="Oval 34"/>
            <p:cNvSpPr>
              <a:spLocks noChangeArrowheads="1"/>
            </p:cNvSpPr>
            <p:nvPr/>
          </p:nvSpPr>
          <p:spPr bwMode="auto">
            <a:xfrm>
              <a:off x="1536" y="1776"/>
              <a:ext cx="336" cy="336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>
                <a:latin typeface="Symbol" panose="05050102010706020507" pitchFamily="18" charset="2"/>
              </a:endParaRPr>
            </a:p>
          </p:txBody>
        </p:sp>
        <p:sp>
          <p:nvSpPr>
            <p:cNvPr id="76827" name="Line 35"/>
            <p:cNvSpPr>
              <a:spLocks noChangeShapeType="1"/>
            </p:cNvSpPr>
            <p:nvPr/>
          </p:nvSpPr>
          <p:spPr bwMode="auto">
            <a:xfrm>
              <a:off x="1872" y="1920"/>
              <a:ext cx="336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6828" name="Text Box 36"/>
            <p:cNvSpPr txBox="1">
              <a:spLocks noChangeArrowheads="1"/>
            </p:cNvSpPr>
            <p:nvPr/>
          </p:nvSpPr>
          <p:spPr bwMode="auto">
            <a:xfrm>
              <a:off x="1584" y="1824"/>
              <a:ext cx="240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 type="none" w="sm" len="sm"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000" b="1"/>
                <a:t>4</a:t>
              </a:r>
              <a:endParaRPr kumimoji="0" lang="en-US" altLang="zh-CN" sz="2000" b="1"/>
            </a:p>
          </p:txBody>
        </p:sp>
        <p:sp>
          <p:nvSpPr>
            <p:cNvPr id="76829" name="Text Box 37"/>
            <p:cNvSpPr txBox="1">
              <a:spLocks noChangeArrowheads="1"/>
            </p:cNvSpPr>
            <p:nvPr/>
          </p:nvSpPr>
          <p:spPr bwMode="auto">
            <a:xfrm>
              <a:off x="1872" y="1710"/>
              <a:ext cx="288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 type="none" w="sm" len="sm"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000" b="1"/>
                <a:t>T</a:t>
              </a:r>
              <a:endParaRPr kumimoji="0" lang="en-US" altLang="zh-CN" sz="2000" b="1"/>
            </a:p>
          </p:txBody>
        </p:sp>
        <p:sp>
          <p:nvSpPr>
            <p:cNvPr id="76830" name="Text Box 38"/>
            <p:cNvSpPr txBox="1">
              <a:spLocks noChangeArrowheads="1"/>
            </p:cNvSpPr>
            <p:nvPr/>
          </p:nvSpPr>
          <p:spPr bwMode="auto">
            <a:xfrm>
              <a:off x="528" y="1824"/>
              <a:ext cx="336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 type="none" w="sm" len="sm"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000" b="1"/>
                <a:t>E’:</a:t>
              </a:r>
              <a:endParaRPr kumimoji="0" lang="en-US" altLang="zh-CN" sz="2000" b="1"/>
            </a:p>
          </p:txBody>
        </p:sp>
        <p:sp>
          <p:nvSpPr>
            <p:cNvPr id="76831" name="Oval 40"/>
            <p:cNvSpPr>
              <a:spLocks noChangeArrowheads="1"/>
            </p:cNvSpPr>
            <p:nvPr/>
          </p:nvSpPr>
          <p:spPr bwMode="auto">
            <a:xfrm>
              <a:off x="2208" y="1776"/>
              <a:ext cx="336" cy="336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>
                <a:latin typeface="Symbol" panose="05050102010706020507" pitchFamily="18" charset="2"/>
              </a:endParaRPr>
            </a:p>
          </p:txBody>
        </p:sp>
        <p:sp>
          <p:nvSpPr>
            <p:cNvPr id="76832" name="Line 41"/>
            <p:cNvSpPr>
              <a:spLocks noChangeShapeType="1"/>
            </p:cNvSpPr>
            <p:nvPr/>
          </p:nvSpPr>
          <p:spPr bwMode="auto">
            <a:xfrm>
              <a:off x="2544" y="1920"/>
              <a:ext cx="336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6833" name="Text Box 42"/>
            <p:cNvSpPr txBox="1">
              <a:spLocks noChangeArrowheads="1"/>
            </p:cNvSpPr>
            <p:nvPr/>
          </p:nvSpPr>
          <p:spPr bwMode="auto">
            <a:xfrm>
              <a:off x="2256" y="1824"/>
              <a:ext cx="240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 type="none" w="sm" len="sm"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000" b="1"/>
                <a:t>5</a:t>
              </a:r>
              <a:endParaRPr kumimoji="0" lang="en-US" altLang="zh-CN" sz="2000" b="1"/>
            </a:p>
          </p:txBody>
        </p:sp>
        <p:sp>
          <p:nvSpPr>
            <p:cNvPr id="76834" name="Text Box 43"/>
            <p:cNvSpPr txBox="1">
              <a:spLocks noChangeArrowheads="1"/>
            </p:cNvSpPr>
            <p:nvPr/>
          </p:nvSpPr>
          <p:spPr bwMode="auto">
            <a:xfrm>
              <a:off x="2544" y="1710"/>
              <a:ext cx="288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 type="none" w="sm" len="sm"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000" b="1"/>
                <a:t>E’</a:t>
              </a:r>
              <a:endParaRPr kumimoji="0" lang="en-US" altLang="zh-CN" sz="2000" b="1"/>
            </a:p>
          </p:txBody>
        </p:sp>
        <p:cxnSp>
          <p:nvCxnSpPr>
            <p:cNvPr id="76835" name="AutoShape 44"/>
            <p:cNvCxnSpPr>
              <a:cxnSpLocks noChangeShapeType="1"/>
              <a:stCxn id="76821" idx="4"/>
              <a:endCxn id="76839" idx="4"/>
            </p:cNvCxnSpPr>
            <p:nvPr/>
          </p:nvCxnSpPr>
          <p:spPr bwMode="auto">
            <a:xfrm rot="16200000" flipH="1">
              <a:off x="2039" y="1113"/>
              <a:ext cx="1" cy="2016"/>
            </a:xfrm>
            <a:prstGeom prst="curvedConnector3">
              <a:avLst>
                <a:gd name="adj1" fmla="val 13499995"/>
              </a:avLst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76836" name="Text Box 45"/>
            <p:cNvSpPr txBox="1">
              <a:spLocks noChangeArrowheads="1"/>
            </p:cNvSpPr>
            <p:nvPr/>
          </p:nvSpPr>
          <p:spPr bwMode="auto">
            <a:xfrm>
              <a:off x="1920" y="2064"/>
              <a:ext cx="240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 type="none" w="sm" len="sm"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000" b="1">
                  <a:latin typeface="Symbol" panose="05050102010706020507" pitchFamily="18" charset="2"/>
                  <a:sym typeface="Symbol" panose="05050102010706020507" pitchFamily="18" charset="2"/>
                </a:rPr>
                <a:t>e</a:t>
              </a:r>
              <a:endParaRPr kumimoji="0" lang="en-US" altLang="zh-CN" sz="2000" b="1">
                <a:latin typeface="Symbol" panose="05050102010706020507" pitchFamily="18" charset="2"/>
                <a:sym typeface="Symbol" panose="05050102010706020507" pitchFamily="18" charset="2"/>
              </a:endParaRPr>
            </a:p>
          </p:txBody>
        </p:sp>
      </p:grpSp>
      <p:grpSp>
        <p:nvGrpSpPr>
          <p:cNvPr id="76806" name="Group 103"/>
          <p:cNvGrpSpPr/>
          <p:nvPr/>
        </p:nvGrpSpPr>
        <p:grpSpPr bwMode="auto">
          <a:xfrm>
            <a:off x="838200" y="3762375"/>
            <a:ext cx="3200400" cy="657225"/>
            <a:chOff x="528" y="2274"/>
            <a:chExt cx="2016" cy="414"/>
          </a:xfrm>
        </p:grpSpPr>
        <p:grpSp>
          <p:nvGrpSpPr>
            <p:cNvPr id="76808" name="Group 47"/>
            <p:cNvGrpSpPr/>
            <p:nvPr/>
          </p:nvGrpSpPr>
          <p:grpSpPr bwMode="auto">
            <a:xfrm>
              <a:off x="2208" y="2352"/>
              <a:ext cx="336" cy="336"/>
              <a:chOff x="3552" y="2544"/>
              <a:chExt cx="336" cy="336"/>
            </a:xfrm>
          </p:grpSpPr>
          <p:sp>
            <p:nvSpPr>
              <p:cNvPr id="76819" name="Oval 48"/>
              <p:cNvSpPr>
                <a:spLocks noChangeArrowheads="1"/>
              </p:cNvSpPr>
              <p:nvPr/>
            </p:nvSpPr>
            <p:spPr bwMode="auto">
              <a:xfrm>
                <a:off x="3552" y="2544"/>
                <a:ext cx="336" cy="336"/>
              </a:xfrm>
              <a:prstGeom prst="ellipse">
                <a:avLst/>
              </a:prstGeom>
              <a:noFill/>
              <a:ln w="25400">
                <a:solidFill>
                  <a:schemeClr val="tx1"/>
                </a:solidFill>
                <a:round/>
                <a:headEnd type="none" w="sm" len="sm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3300"/>
                  </a:buClr>
                  <a:buSzPct val="75000"/>
                  <a:buFont typeface="Wingdings" panose="05000000000000000000" pitchFamily="2" charset="2"/>
                  <a:buChar char="m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69000"/>
                  <a:buFont typeface="Wingdings" panose="05000000000000000000" pitchFamily="2" charset="2"/>
                  <a:buChar char="q"/>
                  <a:defRPr kumimoji="1" sz="2800">
                    <a:solidFill>
                      <a:srgbClr val="3333CC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3300"/>
                  </a:buClr>
                  <a:buFont typeface="Wingdings" panose="05000000000000000000" pitchFamily="2" charset="2"/>
                  <a:buChar char="Ø"/>
                  <a:defRPr kumimoji="1" sz="2400">
                    <a:solidFill>
                      <a:srgbClr val="FF33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2400">
                  <a:latin typeface="Symbol" panose="05050102010706020507" pitchFamily="18" charset="2"/>
                </a:endParaRPr>
              </a:p>
            </p:txBody>
          </p:sp>
          <p:sp>
            <p:nvSpPr>
              <p:cNvPr id="76820" name="Oval 49"/>
              <p:cNvSpPr>
                <a:spLocks noChangeArrowheads="1"/>
              </p:cNvSpPr>
              <p:nvPr/>
            </p:nvSpPr>
            <p:spPr bwMode="auto">
              <a:xfrm>
                <a:off x="3600" y="2592"/>
                <a:ext cx="240" cy="240"/>
              </a:xfrm>
              <a:prstGeom prst="ellipse">
                <a:avLst/>
              </a:prstGeom>
              <a:noFill/>
              <a:ln w="25400">
                <a:solidFill>
                  <a:schemeClr val="tx1"/>
                </a:solidFill>
                <a:round/>
                <a:headEnd type="none" w="sm" len="sm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3300"/>
                  </a:buClr>
                  <a:buSzPct val="75000"/>
                  <a:buFont typeface="Wingdings" panose="05000000000000000000" pitchFamily="2" charset="2"/>
                  <a:buChar char="m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69000"/>
                  <a:buFont typeface="Wingdings" panose="05000000000000000000" pitchFamily="2" charset="2"/>
                  <a:buChar char="q"/>
                  <a:defRPr kumimoji="1" sz="2800">
                    <a:solidFill>
                      <a:srgbClr val="3333CC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3300"/>
                  </a:buClr>
                  <a:buFont typeface="Wingdings" panose="05000000000000000000" pitchFamily="2" charset="2"/>
                  <a:buChar char="Ø"/>
                  <a:defRPr kumimoji="1" sz="2400">
                    <a:solidFill>
                      <a:srgbClr val="FF33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2400">
                  <a:latin typeface="Symbol" panose="05050102010706020507" pitchFamily="18" charset="2"/>
                </a:endParaRPr>
              </a:p>
            </p:txBody>
          </p:sp>
        </p:grpSp>
        <p:sp>
          <p:nvSpPr>
            <p:cNvPr id="76809" name="Oval 50"/>
            <p:cNvSpPr>
              <a:spLocks noChangeArrowheads="1"/>
            </p:cNvSpPr>
            <p:nvPr/>
          </p:nvSpPr>
          <p:spPr bwMode="auto">
            <a:xfrm>
              <a:off x="1536" y="2352"/>
              <a:ext cx="336" cy="336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>
                <a:latin typeface="Symbol" panose="05050102010706020507" pitchFamily="18" charset="2"/>
              </a:endParaRPr>
            </a:p>
          </p:txBody>
        </p:sp>
        <p:sp>
          <p:nvSpPr>
            <p:cNvPr id="76810" name="Oval 51"/>
            <p:cNvSpPr>
              <a:spLocks noChangeArrowheads="1"/>
            </p:cNvSpPr>
            <p:nvPr/>
          </p:nvSpPr>
          <p:spPr bwMode="auto">
            <a:xfrm>
              <a:off x="864" y="2352"/>
              <a:ext cx="336" cy="336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>
                <a:latin typeface="Symbol" panose="05050102010706020507" pitchFamily="18" charset="2"/>
              </a:endParaRPr>
            </a:p>
          </p:txBody>
        </p:sp>
        <p:sp>
          <p:nvSpPr>
            <p:cNvPr id="76811" name="Line 52"/>
            <p:cNvSpPr>
              <a:spLocks noChangeShapeType="1"/>
            </p:cNvSpPr>
            <p:nvPr/>
          </p:nvSpPr>
          <p:spPr bwMode="auto">
            <a:xfrm>
              <a:off x="1200" y="2496"/>
              <a:ext cx="336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6812" name="Line 53"/>
            <p:cNvSpPr>
              <a:spLocks noChangeShapeType="1"/>
            </p:cNvSpPr>
            <p:nvPr/>
          </p:nvSpPr>
          <p:spPr bwMode="auto">
            <a:xfrm>
              <a:off x="1872" y="2496"/>
              <a:ext cx="336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6813" name="Text Box 54"/>
            <p:cNvSpPr txBox="1">
              <a:spLocks noChangeArrowheads="1"/>
            </p:cNvSpPr>
            <p:nvPr/>
          </p:nvSpPr>
          <p:spPr bwMode="auto">
            <a:xfrm>
              <a:off x="912" y="2400"/>
              <a:ext cx="240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 type="none" w="sm" len="sm"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000" b="1"/>
                <a:t>7</a:t>
              </a:r>
              <a:endParaRPr kumimoji="0" lang="en-US" altLang="zh-CN" sz="2000" b="1"/>
            </a:p>
          </p:txBody>
        </p:sp>
        <p:sp>
          <p:nvSpPr>
            <p:cNvPr id="76814" name="Text Box 55"/>
            <p:cNvSpPr txBox="1">
              <a:spLocks noChangeArrowheads="1"/>
            </p:cNvSpPr>
            <p:nvPr/>
          </p:nvSpPr>
          <p:spPr bwMode="auto">
            <a:xfrm>
              <a:off x="2256" y="2400"/>
              <a:ext cx="240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 type="none" w="sm" len="sm"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000" b="1"/>
                <a:t>9</a:t>
              </a:r>
              <a:endParaRPr kumimoji="0" lang="en-US" altLang="zh-CN" sz="2000" b="1"/>
            </a:p>
          </p:txBody>
        </p:sp>
        <p:sp>
          <p:nvSpPr>
            <p:cNvPr id="76815" name="Text Box 56"/>
            <p:cNvSpPr txBox="1">
              <a:spLocks noChangeArrowheads="1"/>
            </p:cNvSpPr>
            <p:nvPr/>
          </p:nvSpPr>
          <p:spPr bwMode="auto">
            <a:xfrm>
              <a:off x="1584" y="2400"/>
              <a:ext cx="240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 type="none" w="sm" len="sm"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000" b="1"/>
                <a:t>8</a:t>
              </a:r>
              <a:endParaRPr kumimoji="0" lang="en-US" altLang="zh-CN" sz="2000" b="1"/>
            </a:p>
          </p:txBody>
        </p:sp>
        <p:sp>
          <p:nvSpPr>
            <p:cNvPr id="76816" name="Text Box 57"/>
            <p:cNvSpPr txBox="1">
              <a:spLocks noChangeArrowheads="1"/>
            </p:cNvSpPr>
            <p:nvPr/>
          </p:nvSpPr>
          <p:spPr bwMode="auto">
            <a:xfrm>
              <a:off x="1200" y="2274"/>
              <a:ext cx="240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 type="none" w="sm" len="sm"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000" b="1"/>
                <a:t>F</a:t>
              </a:r>
              <a:endParaRPr kumimoji="0" lang="en-US" altLang="zh-CN" sz="2000" b="1"/>
            </a:p>
          </p:txBody>
        </p:sp>
        <p:sp>
          <p:nvSpPr>
            <p:cNvPr id="76817" name="Text Box 58"/>
            <p:cNvSpPr txBox="1">
              <a:spLocks noChangeArrowheads="1"/>
            </p:cNvSpPr>
            <p:nvPr/>
          </p:nvSpPr>
          <p:spPr bwMode="auto">
            <a:xfrm>
              <a:off x="1872" y="2274"/>
              <a:ext cx="288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 type="none" w="sm" len="sm"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000" b="1"/>
                <a:t>T’</a:t>
              </a:r>
              <a:endParaRPr kumimoji="0" lang="en-US" altLang="zh-CN" sz="2000" b="1"/>
            </a:p>
          </p:txBody>
        </p:sp>
        <p:sp>
          <p:nvSpPr>
            <p:cNvPr id="76818" name="Text Box 59"/>
            <p:cNvSpPr txBox="1">
              <a:spLocks noChangeArrowheads="1"/>
            </p:cNvSpPr>
            <p:nvPr/>
          </p:nvSpPr>
          <p:spPr bwMode="auto">
            <a:xfrm>
              <a:off x="528" y="2400"/>
              <a:ext cx="336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 type="none" w="sm" len="sm"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000" b="1"/>
                <a:t>T:</a:t>
              </a:r>
              <a:endParaRPr kumimoji="0" lang="en-US" altLang="zh-CN" sz="2000" b="1"/>
            </a:p>
          </p:txBody>
        </p:sp>
      </p:grpSp>
      <p:sp>
        <p:nvSpPr>
          <p:cNvPr id="76807" name="Text Box 106"/>
          <p:cNvSpPr txBox="1">
            <a:spLocks noChangeArrowheads="1"/>
          </p:cNvSpPr>
          <p:nvPr/>
        </p:nvSpPr>
        <p:spPr bwMode="auto">
          <a:xfrm>
            <a:off x="5410200" y="2452688"/>
            <a:ext cx="3581400" cy="2895600"/>
          </a:xfrm>
          <a:prstGeom prst="rect">
            <a:avLst/>
          </a:prstGeom>
          <a:noFill/>
          <a:ln w="25400">
            <a:solidFill>
              <a:srgbClr val="FF0000"/>
            </a:solidFill>
            <a:miter lim="800000"/>
            <a:head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zh-CN" altLang="en-US" sz="2800" b="1">
                <a:solidFill>
                  <a:srgbClr val="FF3300"/>
                </a:solidFill>
              </a:rPr>
              <a:t>如何使用</a:t>
            </a:r>
            <a:r>
              <a:rPr kumimoji="0" lang="en-US" altLang="zh-CN" sz="2800" b="1">
                <a:solidFill>
                  <a:srgbClr val="FF3300"/>
                </a:solidFill>
              </a:rPr>
              <a:t>TD</a:t>
            </a:r>
            <a:r>
              <a:rPr kumimoji="0" lang="zh-CN" altLang="en-US" sz="2800" b="1">
                <a:solidFill>
                  <a:srgbClr val="FF3300"/>
                </a:solidFill>
              </a:rPr>
              <a:t>进行语法分析 </a:t>
            </a:r>
            <a:r>
              <a:rPr kumimoji="0" lang="en-US" altLang="zh-CN" sz="2800" b="1">
                <a:solidFill>
                  <a:srgbClr val="FF3300"/>
                </a:solidFill>
              </a:rPr>
              <a:t>?</a:t>
            </a:r>
            <a:endParaRPr kumimoji="0" lang="en-US" altLang="zh-CN" sz="2800" b="1">
              <a:solidFill>
                <a:srgbClr val="FF3300"/>
              </a:solidFill>
            </a:endParaRPr>
          </a:p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800" b="1">
                <a:solidFill>
                  <a:srgbClr val="FF3300"/>
                </a:solidFill>
                <a:latin typeface="Symbol" panose="05050102010706020507" pitchFamily="18" charset="2"/>
                <a:sym typeface="Symbol" panose="05050102010706020507" pitchFamily="18" charset="2"/>
              </a:rPr>
              <a:t>e</a:t>
            </a:r>
            <a:r>
              <a:rPr kumimoji="0" lang="zh-CN" altLang="en-US" sz="2800" b="1">
                <a:solidFill>
                  <a:srgbClr val="FF3300"/>
                </a:solidFill>
                <a:sym typeface="Symbol" panose="05050102010706020507" pitchFamily="18" charset="2"/>
              </a:rPr>
              <a:t>边如何处理</a:t>
            </a:r>
            <a:r>
              <a:rPr kumimoji="0" lang="en-US" altLang="zh-CN" sz="2800" b="1">
                <a:solidFill>
                  <a:srgbClr val="FF3300"/>
                </a:solidFill>
                <a:sym typeface="Symbol" panose="05050102010706020507" pitchFamily="18" charset="2"/>
              </a:rPr>
              <a:t>?</a:t>
            </a:r>
            <a:endParaRPr kumimoji="0" lang="en-US" altLang="zh-CN" sz="2800" b="1">
              <a:solidFill>
                <a:srgbClr val="FF3300"/>
              </a:solidFill>
              <a:sym typeface="Symbol" panose="05050102010706020507" pitchFamily="18" charset="2"/>
            </a:endParaRPr>
          </a:p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800" b="1">
                <a:solidFill>
                  <a:srgbClr val="FF3300"/>
                </a:solidFill>
                <a:sym typeface="Symbol" panose="05050102010706020507" pitchFamily="18" charset="2"/>
              </a:rPr>
              <a:t>TD</a:t>
            </a:r>
            <a:r>
              <a:rPr kumimoji="0" lang="zh-CN" altLang="en-US" sz="2800" b="1">
                <a:solidFill>
                  <a:srgbClr val="FF3300"/>
                </a:solidFill>
                <a:sym typeface="Symbol" panose="05050102010706020507" pitchFamily="18" charset="2"/>
              </a:rPr>
              <a:t>是否可以化简</a:t>
            </a:r>
            <a:r>
              <a:rPr kumimoji="0" lang="en-US" altLang="zh-CN" sz="2800" b="1">
                <a:solidFill>
                  <a:srgbClr val="FF3300"/>
                </a:solidFill>
                <a:sym typeface="Symbol" panose="05050102010706020507" pitchFamily="18" charset="2"/>
              </a:rPr>
              <a:t>?</a:t>
            </a:r>
            <a:endParaRPr kumimoji="0" lang="en-US" altLang="zh-CN" sz="2800" b="1">
              <a:solidFill>
                <a:srgbClr val="FF3300"/>
              </a:solidFill>
              <a:sym typeface="Symbol" panose="05050102010706020507" pitchFamily="18" charset="2"/>
            </a:endParaRPr>
          </a:p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zh-CN" altLang="en-US" sz="2800" b="1">
                <a:solidFill>
                  <a:srgbClr val="FF3300"/>
                </a:solidFill>
                <a:sym typeface="Symbol" panose="05050102010706020507" pitchFamily="18" charset="2"/>
              </a:rPr>
              <a:t>化简的重要性</a:t>
            </a:r>
            <a:r>
              <a:rPr kumimoji="0" lang="en-US" altLang="zh-CN" sz="2800" b="1">
                <a:solidFill>
                  <a:srgbClr val="FF3300"/>
                </a:solidFill>
                <a:sym typeface="Symbol" panose="05050102010706020507" pitchFamily="18" charset="2"/>
              </a:rPr>
              <a:t>?</a:t>
            </a:r>
            <a:endParaRPr kumimoji="0" lang="en-US" altLang="zh-CN" sz="2800" b="1">
              <a:solidFill>
                <a:srgbClr val="FF3300"/>
              </a:solidFill>
            </a:endParaRP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例</a:t>
            </a:r>
            <a:r>
              <a:rPr lang="en-US" altLang="zh-CN"/>
              <a:t>4.15</a:t>
            </a:r>
            <a:endParaRPr lang="en-US" altLang="zh-CN"/>
          </a:p>
        </p:txBody>
      </p:sp>
      <p:grpSp>
        <p:nvGrpSpPr>
          <p:cNvPr id="77827" name="Group 3"/>
          <p:cNvGrpSpPr/>
          <p:nvPr/>
        </p:nvGrpSpPr>
        <p:grpSpPr bwMode="auto">
          <a:xfrm>
            <a:off x="914400" y="1447800"/>
            <a:ext cx="5715000" cy="657225"/>
            <a:chOff x="1056" y="1632"/>
            <a:chExt cx="3600" cy="414"/>
          </a:xfrm>
        </p:grpSpPr>
        <p:sp>
          <p:nvSpPr>
            <p:cNvPr id="77869" name="Text Box 4"/>
            <p:cNvSpPr txBox="1">
              <a:spLocks noChangeArrowheads="1"/>
            </p:cNvSpPr>
            <p:nvPr/>
          </p:nvSpPr>
          <p:spPr bwMode="auto">
            <a:xfrm>
              <a:off x="1056" y="1680"/>
              <a:ext cx="1296" cy="3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 type="none" w="sm" len="sm"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ct val="80000"/>
                </a:lnSpc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000" b="1">
                  <a:sym typeface="Symbol" panose="05050102010706020507" pitchFamily="18" charset="2"/>
                </a:rPr>
                <a:t>E  TE’                                                E’  + TE’ |  </a:t>
              </a:r>
              <a:r>
                <a:rPr kumimoji="0" lang="en-US" altLang="zh-CN" sz="2000" b="1">
                  <a:latin typeface="Symbol" panose="05050102010706020507" pitchFamily="18" charset="2"/>
                  <a:sym typeface="Symbol" panose="05050102010706020507" pitchFamily="18" charset="2"/>
                </a:rPr>
                <a:t>e</a:t>
              </a:r>
              <a:endParaRPr kumimoji="0" lang="en-US" altLang="zh-CN" sz="2000" b="1">
                <a:latin typeface="Symbol" panose="05050102010706020507" pitchFamily="18" charset="2"/>
                <a:sym typeface="Symbol" panose="05050102010706020507" pitchFamily="18" charset="2"/>
              </a:endParaRPr>
            </a:p>
          </p:txBody>
        </p:sp>
        <p:sp>
          <p:nvSpPr>
            <p:cNvPr id="77870" name="Text Box 5"/>
            <p:cNvSpPr txBox="1">
              <a:spLocks noChangeArrowheads="1"/>
            </p:cNvSpPr>
            <p:nvPr/>
          </p:nvSpPr>
          <p:spPr bwMode="auto">
            <a:xfrm>
              <a:off x="2352" y="1680"/>
              <a:ext cx="1296" cy="3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 type="none" w="sm" len="sm"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ct val="80000"/>
                </a:lnSpc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000" b="1">
                  <a:sym typeface="Symbol" panose="05050102010706020507" pitchFamily="18" charset="2"/>
                </a:rPr>
                <a:t>T  FT’                                                T’  * FT’ | </a:t>
              </a:r>
              <a:r>
                <a:rPr kumimoji="0" lang="en-US" altLang="zh-CN" sz="2000" b="1">
                  <a:latin typeface="Symbol" panose="05050102010706020507" pitchFamily="18" charset="2"/>
                  <a:sym typeface="Symbol" panose="05050102010706020507" pitchFamily="18" charset="2"/>
                </a:rPr>
                <a:t>e</a:t>
              </a:r>
              <a:endParaRPr kumimoji="0" lang="en-US" altLang="zh-CN" sz="2000" b="1">
                <a:latin typeface="Symbol" panose="05050102010706020507" pitchFamily="18" charset="2"/>
                <a:sym typeface="Symbol" panose="05050102010706020507" pitchFamily="18" charset="2"/>
              </a:endParaRPr>
            </a:p>
          </p:txBody>
        </p:sp>
        <p:sp>
          <p:nvSpPr>
            <p:cNvPr id="77871" name="Text Box 6"/>
            <p:cNvSpPr txBox="1">
              <a:spLocks noChangeArrowheads="1"/>
            </p:cNvSpPr>
            <p:nvPr/>
          </p:nvSpPr>
          <p:spPr bwMode="auto">
            <a:xfrm>
              <a:off x="3504" y="1632"/>
              <a:ext cx="1073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 type="none" w="sm" len="sm"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0" lang="en-US" altLang="zh-CN" sz="2000" b="1">
                  <a:sym typeface="Symbol" panose="05050102010706020507" pitchFamily="18" charset="2"/>
                </a:rPr>
                <a:t>F   ( E )  | id</a:t>
              </a:r>
              <a:endParaRPr kumimoji="0" lang="en-US" altLang="zh-CN" sz="2000" b="1">
                <a:sym typeface="Symbol" panose="05050102010706020507" pitchFamily="18" charset="2"/>
              </a:endParaRPr>
            </a:p>
          </p:txBody>
        </p:sp>
        <p:sp>
          <p:nvSpPr>
            <p:cNvPr id="77872" name="Rectangle 7"/>
            <p:cNvSpPr>
              <a:spLocks noChangeArrowheads="1"/>
            </p:cNvSpPr>
            <p:nvPr/>
          </p:nvSpPr>
          <p:spPr bwMode="auto">
            <a:xfrm>
              <a:off x="1104" y="1680"/>
              <a:ext cx="3552" cy="336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>
                <a:latin typeface="Symbol" panose="05050102010706020507" pitchFamily="18" charset="2"/>
              </a:endParaRPr>
            </a:p>
          </p:txBody>
        </p:sp>
      </p:grpSp>
      <p:grpSp>
        <p:nvGrpSpPr>
          <p:cNvPr id="77828" name="Group 57"/>
          <p:cNvGrpSpPr/>
          <p:nvPr/>
        </p:nvGrpSpPr>
        <p:grpSpPr bwMode="auto">
          <a:xfrm>
            <a:off x="838200" y="2590800"/>
            <a:ext cx="4267200" cy="930275"/>
            <a:chOff x="528" y="2880"/>
            <a:chExt cx="2688" cy="586"/>
          </a:xfrm>
        </p:grpSpPr>
        <p:sp>
          <p:nvSpPr>
            <p:cNvPr id="77850" name="Oval 58"/>
            <p:cNvSpPr>
              <a:spLocks noChangeArrowheads="1"/>
            </p:cNvSpPr>
            <p:nvPr/>
          </p:nvSpPr>
          <p:spPr bwMode="auto">
            <a:xfrm>
              <a:off x="864" y="2966"/>
              <a:ext cx="336" cy="336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>
                <a:latin typeface="Symbol" panose="05050102010706020507" pitchFamily="18" charset="2"/>
              </a:endParaRPr>
            </a:p>
          </p:txBody>
        </p:sp>
        <p:sp>
          <p:nvSpPr>
            <p:cNvPr id="77851" name="Line 59"/>
            <p:cNvSpPr>
              <a:spLocks noChangeShapeType="1"/>
            </p:cNvSpPr>
            <p:nvPr/>
          </p:nvSpPr>
          <p:spPr bwMode="auto">
            <a:xfrm>
              <a:off x="1200" y="3110"/>
              <a:ext cx="336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7852" name="Text Box 60"/>
            <p:cNvSpPr txBox="1">
              <a:spLocks noChangeArrowheads="1"/>
            </p:cNvSpPr>
            <p:nvPr/>
          </p:nvSpPr>
          <p:spPr bwMode="auto">
            <a:xfrm>
              <a:off x="912" y="3014"/>
              <a:ext cx="288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 type="none" w="sm" len="sm"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000" b="1"/>
                <a:t>10</a:t>
              </a:r>
              <a:endParaRPr kumimoji="0" lang="en-US" altLang="zh-CN" sz="2000" b="1"/>
            </a:p>
          </p:txBody>
        </p:sp>
        <p:grpSp>
          <p:nvGrpSpPr>
            <p:cNvPr id="77853" name="Group 61"/>
            <p:cNvGrpSpPr/>
            <p:nvPr/>
          </p:nvGrpSpPr>
          <p:grpSpPr bwMode="auto">
            <a:xfrm>
              <a:off x="2880" y="2966"/>
              <a:ext cx="336" cy="336"/>
              <a:chOff x="3552" y="2544"/>
              <a:chExt cx="336" cy="336"/>
            </a:xfrm>
          </p:grpSpPr>
          <p:sp>
            <p:nvSpPr>
              <p:cNvPr id="77867" name="Oval 62"/>
              <p:cNvSpPr>
                <a:spLocks noChangeArrowheads="1"/>
              </p:cNvSpPr>
              <p:nvPr/>
            </p:nvSpPr>
            <p:spPr bwMode="auto">
              <a:xfrm>
                <a:off x="3552" y="2544"/>
                <a:ext cx="336" cy="336"/>
              </a:xfrm>
              <a:prstGeom prst="ellipse">
                <a:avLst/>
              </a:prstGeom>
              <a:noFill/>
              <a:ln w="25400">
                <a:solidFill>
                  <a:schemeClr val="tx1"/>
                </a:solidFill>
                <a:round/>
                <a:headEnd type="none" w="sm" len="sm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3300"/>
                  </a:buClr>
                  <a:buSzPct val="75000"/>
                  <a:buFont typeface="Wingdings" panose="05000000000000000000" pitchFamily="2" charset="2"/>
                  <a:buChar char="m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69000"/>
                  <a:buFont typeface="Wingdings" panose="05000000000000000000" pitchFamily="2" charset="2"/>
                  <a:buChar char="q"/>
                  <a:defRPr kumimoji="1" sz="2800">
                    <a:solidFill>
                      <a:srgbClr val="3333CC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3300"/>
                  </a:buClr>
                  <a:buFont typeface="Wingdings" panose="05000000000000000000" pitchFamily="2" charset="2"/>
                  <a:buChar char="Ø"/>
                  <a:defRPr kumimoji="1" sz="2400">
                    <a:solidFill>
                      <a:srgbClr val="FF33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2400">
                  <a:latin typeface="Symbol" panose="05050102010706020507" pitchFamily="18" charset="2"/>
                </a:endParaRPr>
              </a:p>
            </p:txBody>
          </p:sp>
          <p:sp>
            <p:nvSpPr>
              <p:cNvPr id="77868" name="Oval 63"/>
              <p:cNvSpPr>
                <a:spLocks noChangeArrowheads="1"/>
              </p:cNvSpPr>
              <p:nvPr/>
            </p:nvSpPr>
            <p:spPr bwMode="auto">
              <a:xfrm>
                <a:off x="3600" y="2592"/>
                <a:ext cx="240" cy="240"/>
              </a:xfrm>
              <a:prstGeom prst="ellipse">
                <a:avLst/>
              </a:prstGeom>
              <a:noFill/>
              <a:ln w="25400">
                <a:solidFill>
                  <a:schemeClr val="tx1"/>
                </a:solidFill>
                <a:round/>
                <a:headEnd type="none" w="sm" len="sm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3300"/>
                  </a:buClr>
                  <a:buSzPct val="75000"/>
                  <a:buFont typeface="Wingdings" panose="05000000000000000000" pitchFamily="2" charset="2"/>
                  <a:buChar char="m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69000"/>
                  <a:buFont typeface="Wingdings" panose="05000000000000000000" pitchFamily="2" charset="2"/>
                  <a:buChar char="q"/>
                  <a:defRPr kumimoji="1" sz="2800">
                    <a:solidFill>
                      <a:srgbClr val="3333CC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3300"/>
                  </a:buClr>
                  <a:buFont typeface="Wingdings" panose="05000000000000000000" pitchFamily="2" charset="2"/>
                  <a:buChar char="Ø"/>
                  <a:defRPr kumimoji="1" sz="2400">
                    <a:solidFill>
                      <a:srgbClr val="FF33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2400">
                  <a:latin typeface="Symbol" panose="05050102010706020507" pitchFamily="18" charset="2"/>
                </a:endParaRPr>
              </a:p>
            </p:txBody>
          </p:sp>
        </p:grpSp>
        <p:sp>
          <p:nvSpPr>
            <p:cNvPr id="77854" name="Text Box 64"/>
            <p:cNvSpPr txBox="1">
              <a:spLocks noChangeArrowheads="1"/>
            </p:cNvSpPr>
            <p:nvPr/>
          </p:nvSpPr>
          <p:spPr bwMode="auto">
            <a:xfrm>
              <a:off x="2928" y="3014"/>
              <a:ext cx="288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 type="none" w="sm" len="sm"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000" b="1"/>
                <a:t>13</a:t>
              </a:r>
              <a:endParaRPr kumimoji="0" lang="en-US" altLang="zh-CN" sz="2000" b="1"/>
            </a:p>
          </p:txBody>
        </p:sp>
        <p:sp>
          <p:nvSpPr>
            <p:cNvPr id="77855" name="Text Box 65"/>
            <p:cNvSpPr txBox="1">
              <a:spLocks noChangeArrowheads="1"/>
            </p:cNvSpPr>
            <p:nvPr/>
          </p:nvSpPr>
          <p:spPr bwMode="auto">
            <a:xfrm>
              <a:off x="1200" y="2918"/>
              <a:ext cx="240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 type="none" w="sm" len="sm"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000" b="1"/>
                <a:t>*</a:t>
              </a:r>
              <a:endParaRPr kumimoji="0" lang="en-US" altLang="zh-CN" sz="2000" b="1"/>
            </a:p>
          </p:txBody>
        </p:sp>
        <p:sp>
          <p:nvSpPr>
            <p:cNvPr id="77856" name="Oval 66"/>
            <p:cNvSpPr>
              <a:spLocks noChangeArrowheads="1"/>
            </p:cNvSpPr>
            <p:nvPr/>
          </p:nvSpPr>
          <p:spPr bwMode="auto">
            <a:xfrm>
              <a:off x="1536" y="2966"/>
              <a:ext cx="336" cy="336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>
                <a:latin typeface="Symbol" panose="05050102010706020507" pitchFamily="18" charset="2"/>
              </a:endParaRPr>
            </a:p>
          </p:txBody>
        </p:sp>
        <p:sp>
          <p:nvSpPr>
            <p:cNvPr id="77857" name="Line 67"/>
            <p:cNvSpPr>
              <a:spLocks noChangeShapeType="1"/>
            </p:cNvSpPr>
            <p:nvPr/>
          </p:nvSpPr>
          <p:spPr bwMode="auto">
            <a:xfrm>
              <a:off x="1872" y="3110"/>
              <a:ext cx="336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7858" name="Text Box 68"/>
            <p:cNvSpPr txBox="1">
              <a:spLocks noChangeArrowheads="1"/>
            </p:cNvSpPr>
            <p:nvPr/>
          </p:nvSpPr>
          <p:spPr bwMode="auto">
            <a:xfrm>
              <a:off x="1584" y="3014"/>
              <a:ext cx="288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 type="none" w="sm" len="sm"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000" b="1"/>
                <a:t>11</a:t>
              </a:r>
              <a:endParaRPr kumimoji="0" lang="en-US" altLang="zh-CN" sz="2000" b="1"/>
            </a:p>
          </p:txBody>
        </p:sp>
        <p:sp>
          <p:nvSpPr>
            <p:cNvPr id="77859" name="Text Box 69"/>
            <p:cNvSpPr txBox="1">
              <a:spLocks noChangeArrowheads="1"/>
            </p:cNvSpPr>
            <p:nvPr/>
          </p:nvSpPr>
          <p:spPr bwMode="auto">
            <a:xfrm>
              <a:off x="1872" y="2880"/>
              <a:ext cx="288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 type="none" w="sm" len="sm"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000" b="1"/>
                <a:t>F</a:t>
              </a:r>
              <a:endParaRPr kumimoji="0" lang="en-US" altLang="zh-CN" sz="2000" b="1"/>
            </a:p>
          </p:txBody>
        </p:sp>
        <p:sp>
          <p:nvSpPr>
            <p:cNvPr id="77860" name="Text Box 70"/>
            <p:cNvSpPr txBox="1">
              <a:spLocks noChangeArrowheads="1"/>
            </p:cNvSpPr>
            <p:nvPr/>
          </p:nvSpPr>
          <p:spPr bwMode="auto">
            <a:xfrm>
              <a:off x="528" y="3014"/>
              <a:ext cx="336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 type="none" w="sm" len="sm"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000" b="1"/>
                <a:t>T’:</a:t>
              </a:r>
              <a:endParaRPr kumimoji="0" lang="en-US" altLang="zh-CN" sz="2000" b="1"/>
            </a:p>
          </p:txBody>
        </p:sp>
        <p:sp>
          <p:nvSpPr>
            <p:cNvPr id="77861" name="Oval 71"/>
            <p:cNvSpPr>
              <a:spLocks noChangeArrowheads="1"/>
            </p:cNvSpPr>
            <p:nvPr/>
          </p:nvSpPr>
          <p:spPr bwMode="auto">
            <a:xfrm>
              <a:off x="2208" y="2966"/>
              <a:ext cx="336" cy="336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>
                <a:latin typeface="Symbol" panose="05050102010706020507" pitchFamily="18" charset="2"/>
              </a:endParaRPr>
            </a:p>
          </p:txBody>
        </p:sp>
        <p:sp>
          <p:nvSpPr>
            <p:cNvPr id="77862" name="Line 72"/>
            <p:cNvSpPr>
              <a:spLocks noChangeShapeType="1"/>
            </p:cNvSpPr>
            <p:nvPr/>
          </p:nvSpPr>
          <p:spPr bwMode="auto">
            <a:xfrm>
              <a:off x="2544" y="3110"/>
              <a:ext cx="336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7863" name="Text Box 73"/>
            <p:cNvSpPr txBox="1">
              <a:spLocks noChangeArrowheads="1"/>
            </p:cNvSpPr>
            <p:nvPr/>
          </p:nvSpPr>
          <p:spPr bwMode="auto">
            <a:xfrm>
              <a:off x="2256" y="3014"/>
              <a:ext cx="288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 type="none" w="sm" len="sm"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000" b="1"/>
                <a:t>12</a:t>
              </a:r>
              <a:endParaRPr kumimoji="0" lang="en-US" altLang="zh-CN" sz="2000" b="1"/>
            </a:p>
          </p:txBody>
        </p:sp>
        <p:sp>
          <p:nvSpPr>
            <p:cNvPr id="77864" name="Text Box 74"/>
            <p:cNvSpPr txBox="1">
              <a:spLocks noChangeArrowheads="1"/>
            </p:cNvSpPr>
            <p:nvPr/>
          </p:nvSpPr>
          <p:spPr bwMode="auto">
            <a:xfrm>
              <a:off x="2544" y="2880"/>
              <a:ext cx="288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 type="none" w="sm" len="sm"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000" b="1"/>
                <a:t>T’</a:t>
              </a:r>
              <a:endParaRPr kumimoji="0" lang="en-US" altLang="zh-CN" sz="2000" b="1"/>
            </a:p>
          </p:txBody>
        </p:sp>
        <p:cxnSp>
          <p:nvCxnSpPr>
            <p:cNvPr id="77865" name="AutoShape 75"/>
            <p:cNvCxnSpPr>
              <a:cxnSpLocks noChangeShapeType="1"/>
              <a:stCxn id="77850" idx="4"/>
              <a:endCxn id="77867" idx="4"/>
            </p:cNvCxnSpPr>
            <p:nvPr/>
          </p:nvCxnSpPr>
          <p:spPr bwMode="auto">
            <a:xfrm rot="16200000" flipH="1">
              <a:off x="2039" y="2303"/>
              <a:ext cx="1" cy="2016"/>
            </a:xfrm>
            <a:prstGeom prst="curvedConnector3">
              <a:avLst>
                <a:gd name="adj1" fmla="val 13600005"/>
              </a:avLst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77866" name="Text Box 76"/>
            <p:cNvSpPr txBox="1">
              <a:spLocks noChangeArrowheads="1"/>
            </p:cNvSpPr>
            <p:nvPr/>
          </p:nvSpPr>
          <p:spPr bwMode="auto">
            <a:xfrm>
              <a:off x="1920" y="3216"/>
              <a:ext cx="240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 type="none" w="sm" len="sm"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000" b="1">
                  <a:latin typeface="Symbol" panose="05050102010706020507" pitchFamily="18" charset="2"/>
                  <a:sym typeface="Symbol" panose="05050102010706020507" pitchFamily="18" charset="2"/>
                </a:rPr>
                <a:t>e</a:t>
              </a:r>
              <a:endParaRPr kumimoji="0" lang="en-US" altLang="zh-CN" sz="2000" b="1">
                <a:latin typeface="Symbol" panose="05050102010706020507" pitchFamily="18" charset="2"/>
                <a:sym typeface="Symbol" panose="05050102010706020507" pitchFamily="18" charset="2"/>
              </a:endParaRPr>
            </a:p>
          </p:txBody>
        </p:sp>
      </p:grpSp>
      <p:grpSp>
        <p:nvGrpSpPr>
          <p:cNvPr id="77829" name="Group 77"/>
          <p:cNvGrpSpPr/>
          <p:nvPr/>
        </p:nvGrpSpPr>
        <p:grpSpPr bwMode="auto">
          <a:xfrm>
            <a:off x="838200" y="3657600"/>
            <a:ext cx="4267200" cy="930275"/>
            <a:chOff x="528" y="3552"/>
            <a:chExt cx="2688" cy="586"/>
          </a:xfrm>
        </p:grpSpPr>
        <p:sp>
          <p:nvSpPr>
            <p:cNvPr id="77831" name="Oval 78"/>
            <p:cNvSpPr>
              <a:spLocks noChangeArrowheads="1"/>
            </p:cNvSpPr>
            <p:nvPr/>
          </p:nvSpPr>
          <p:spPr bwMode="auto">
            <a:xfrm>
              <a:off x="864" y="3638"/>
              <a:ext cx="336" cy="336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>
                <a:latin typeface="Symbol" panose="05050102010706020507" pitchFamily="18" charset="2"/>
              </a:endParaRPr>
            </a:p>
          </p:txBody>
        </p:sp>
        <p:sp>
          <p:nvSpPr>
            <p:cNvPr id="77832" name="Line 79"/>
            <p:cNvSpPr>
              <a:spLocks noChangeShapeType="1"/>
            </p:cNvSpPr>
            <p:nvPr/>
          </p:nvSpPr>
          <p:spPr bwMode="auto">
            <a:xfrm>
              <a:off x="1200" y="3782"/>
              <a:ext cx="336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7833" name="Text Box 80"/>
            <p:cNvSpPr txBox="1">
              <a:spLocks noChangeArrowheads="1"/>
            </p:cNvSpPr>
            <p:nvPr/>
          </p:nvSpPr>
          <p:spPr bwMode="auto">
            <a:xfrm>
              <a:off x="912" y="3686"/>
              <a:ext cx="288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 type="none" w="sm" len="sm"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000" b="1"/>
                <a:t>14</a:t>
              </a:r>
              <a:endParaRPr kumimoji="0" lang="en-US" altLang="zh-CN" sz="2000" b="1"/>
            </a:p>
          </p:txBody>
        </p:sp>
        <p:grpSp>
          <p:nvGrpSpPr>
            <p:cNvPr id="77834" name="Group 81"/>
            <p:cNvGrpSpPr/>
            <p:nvPr/>
          </p:nvGrpSpPr>
          <p:grpSpPr bwMode="auto">
            <a:xfrm>
              <a:off x="2880" y="3638"/>
              <a:ext cx="336" cy="336"/>
              <a:chOff x="3552" y="2544"/>
              <a:chExt cx="336" cy="336"/>
            </a:xfrm>
          </p:grpSpPr>
          <p:sp>
            <p:nvSpPr>
              <p:cNvPr id="77848" name="Oval 82"/>
              <p:cNvSpPr>
                <a:spLocks noChangeArrowheads="1"/>
              </p:cNvSpPr>
              <p:nvPr/>
            </p:nvSpPr>
            <p:spPr bwMode="auto">
              <a:xfrm>
                <a:off x="3552" y="2544"/>
                <a:ext cx="336" cy="336"/>
              </a:xfrm>
              <a:prstGeom prst="ellipse">
                <a:avLst/>
              </a:prstGeom>
              <a:noFill/>
              <a:ln w="25400">
                <a:solidFill>
                  <a:schemeClr val="tx1"/>
                </a:solidFill>
                <a:round/>
                <a:headEnd type="none" w="sm" len="sm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3300"/>
                  </a:buClr>
                  <a:buSzPct val="75000"/>
                  <a:buFont typeface="Wingdings" panose="05000000000000000000" pitchFamily="2" charset="2"/>
                  <a:buChar char="m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69000"/>
                  <a:buFont typeface="Wingdings" panose="05000000000000000000" pitchFamily="2" charset="2"/>
                  <a:buChar char="q"/>
                  <a:defRPr kumimoji="1" sz="2800">
                    <a:solidFill>
                      <a:srgbClr val="3333CC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3300"/>
                  </a:buClr>
                  <a:buFont typeface="Wingdings" panose="05000000000000000000" pitchFamily="2" charset="2"/>
                  <a:buChar char="Ø"/>
                  <a:defRPr kumimoji="1" sz="2400">
                    <a:solidFill>
                      <a:srgbClr val="FF33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2400">
                  <a:latin typeface="Symbol" panose="05050102010706020507" pitchFamily="18" charset="2"/>
                </a:endParaRPr>
              </a:p>
            </p:txBody>
          </p:sp>
          <p:sp>
            <p:nvSpPr>
              <p:cNvPr id="77849" name="Oval 83"/>
              <p:cNvSpPr>
                <a:spLocks noChangeArrowheads="1"/>
              </p:cNvSpPr>
              <p:nvPr/>
            </p:nvSpPr>
            <p:spPr bwMode="auto">
              <a:xfrm>
                <a:off x="3600" y="2592"/>
                <a:ext cx="240" cy="240"/>
              </a:xfrm>
              <a:prstGeom prst="ellipse">
                <a:avLst/>
              </a:prstGeom>
              <a:noFill/>
              <a:ln w="25400">
                <a:solidFill>
                  <a:schemeClr val="tx1"/>
                </a:solidFill>
                <a:round/>
                <a:headEnd type="none" w="sm" len="sm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3300"/>
                  </a:buClr>
                  <a:buSzPct val="75000"/>
                  <a:buFont typeface="Wingdings" panose="05000000000000000000" pitchFamily="2" charset="2"/>
                  <a:buChar char="m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69000"/>
                  <a:buFont typeface="Wingdings" panose="05000000000000000000" pitchFamily="2" charset="2"/>
                  <a:buChar char="q"/>
                  <a:defRPr kumimoji="1" sz="2800">
                    <a:solidFill>
                      <a:srgbClr val="3333CC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3300"/>
                  </a:buClr>
                  <a:buFont typeface="Wingdings" panose="05000000000000000000" pitchFamily="2" charset="2"/>
                  <a:buChar char="Ø"/>
                  <a:defRPr kumimoji="1" sz="2400">
                    <a:solidFill>
                      <a:srgbClr val="FF33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2400">
                  <a:latin typeface="Symbol" panose="05050102010706020507" pitchFamily="18" charset="2"/>
                </a:endParaRPr>
              </a:p>
            </p:txBody>
          </p:sp>
        </p:grpSp>
        <p:sp>
          <p:nvSpPr>
            <p:cNvPr id="77835" name="Text Box 84"/>
            <p:cNvSpPr txBox="1">
              <a:spLocks noChangeArrowheads="1"/>
            </p:cNvSpPr>
            <p:nvPr/>
          </p:nvSpPr>
          <p:spPr bwMode="auto">
            <a:xfrm>
              <a:off x="2928" y="3686"/>
              <a:ext cx="288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 type="none" w="sm" len="sm"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000" b="1"/>
                <a:t>17</a:t>
              </a:r>
              <a:endParaRPr kumimoji="0" lang="en-US" altLang="zh-CN" sz="2000" b="1"/>
            </a:p>
          </p:txBody>
        </p:sp>
        <p:sp>
          <p:nvSpPr>
            <p:cNvPr id="77836" name="Text Box 85"/>
            <p:cNvSpPr txBox="1">
              <a:spLocks noChangeArrowheads="1"/>
            </p:cNvSpPr>
            <p:nvPr/>
          </p:nvSpPr>
          <p:spPr bwMode="auto">
            <a:xfrm>
              <a:off x="1200" y="3552"/>
              <a:ext cx="240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 type="none" w="sm" len="sm"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000" b="1"/>
                <a:t>(</a:t>
              </a:r>
              <a:endParaRPr kumimoji="0" lang="en-US" altLang="zh-CN" sz="2000" b="1"/>
            </a:p>
          </p:txBody>
        </p:sp>
        <p:sp>
          <p:nvSpPr>
            <p:cNvPr id="77837" name="Oval 86"/>
            <p:cNvSpPr>
              <a:spLocks noChangeArrowheads="1"/>
            </p:cNvSpPr>
            <p:nvPr/>
          </p:nvSpPr>
          <p:spPr bwMode="auto">
            <a:xfrm>
              <a:off x="1536" y="3638"/>
              <a:ext cx="336" cy="336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>
                <a:latin typeface="Symbol" panose="05050102010706020507" pitchFamily="18" charset="2"/>
              </a:endParaRPr>
            </a:p>
          </p:txBody>
        </p:sp>
        <p:sp>
          <p:nvSpPr>
            <p:cNvPr id="77838" name="Line 87"/>
            <p:cNvSpPr>
              <a:spLocks noChangeShapeType="1"/>
            </p:cNvSpPr>
            <p:nvPr/>
          </p:nvSpPr>
          <p:spPr bwMode="auto">
            <a:xfrm>
              <a:off x="1872" y="3782"/>
              <a:ext cx="336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7839" name="Text Box 88"/>
            <p:cNvSpPr txBox="1">
              <a:spLocks noChangeArrowheads="1"/>
            </p:cNvSpPr>
            <p:nvPr/>
          </p:nvSpPr>
          <p:spPr bwMode="auto">
            <a:xfrm>
              <a:off x="1584" y="3686"/>
              <a:ext cx="288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 type="none" w="sm" len="sm"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000" b="1"/>
                <a:t>15</a:t>
              </a:r>
              <a:endParaRPr kumimoji="0" lang="en-US" altLang="zh-CN" sz="2000" b="1"/>
            </a:p>
          </p:txBody>
        </p:sp>
        <p:sp>
          <p:nvSpPr>
            <p:cNvPr id="77840" name="Text Box 89"/>
            <p:cNvSpPr txBox="1">
              <a:spLocks noChangeArrowheads="1"/>
            </p:cNvSpPr>
            <p:nvPr/>
          </p:nvSpPr>
          <p:spPr bwMode="auto">
            <a:xfrm>
              <a:off x="1872" y="3552"/>
              <a:ext cx="288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 type="none" w="sm" len="sm"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000" b="1"/>
                <a:t>E</a:t>
              </a:r>
              <a:endParaRPr kumimoji="0" lang="en-US" altLang="zh-CN" sz="2000" b="1"/>
            </a:p>
          </p:txBody>
        </p:sp>
        <p:sp>
          <p:nvSpPr>
            <p:cNvPr id="77841" name="Text Box 90"/>
            <p:cNvSpPr txBox="1">
              <a:spLocks noChangeArrowheads="1"/>
            </p:cNvSpPr>
            <p:nvPr/>
          </p:nvSpPr>
          <p:spPr bwMode="auto">
            <a:xfrm>
              <a:off x="528" y="3686"/>
              <a:ext cx="336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 type="none" w="sm" len="sm"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000" b="1"/>
                <a:t>F:</a:t>
              </a:r>
              <a:endParaRPr kumimoji="0" lang="en-US" altLang="zh-CN" sz="2000" b="1"/>
            </a:p>
          </p:txBody>
        </p:sp>
        <p:sp>
          <p:nvSpPr>
            <p:cNvPr id="77842" name="Oval 91"/>
            <p:cNvSpPr>
              <a:spLocks noChangeArrowheads="1"/>
            </p:cNvSpPr>
            <p:nvPr/>
          </p:nvSpPr>
          <p:spPr bwMode="auto">
            <a:xfrm>
              <a:off x="2208" y="3638"/>
              <a:ext cx="336" cy="336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>
                <a:latin typeface="Symbol" panose="05050102010706020507" pitchFamily="18" charset="2"/>
              </a:endParaRPr>
            </a:p>
          </p:txBody>
        </p:sp>
        <p:sp>
          <p:nvSpPr>
            <p:cNvPr id="77843" name="Line 92"/>
            <p:cNvSpPr>
              <a:spLocks noChangeShapeType="1"/>
            </p:cNvSpPr>
            <p:nvPr/>
          </p:nvSpPr>
          <p:spPr bwMode="auto">
            <a:xfrm>
              <a:off x="2544" y="3782"/>
              <a:ext cx="336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7844" name="Text Box 93"/>
            <p:cNvSpPr txBox="1">
              <a:spLocks noChangeArrowheads="1"/>
            </p:cNvSpPr>
            <p:nvPr/>
          </p:nvSpPr>
          <p:spPr bwMode="auto">
            <a:xfrm>
              <a:off x="2256" y="3686"/>
              <a:ext cx="288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 type="none" w="sm" len="sm"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000" b="1"/>
                <a:t>16</a:t>
              </a:r>
              <a:endParaRPr kumimoji="0" lang="en-US" altLang="zh-CN" sz="2000" b="1"/>
            </a:p>
          </p:txBody>
        </p:sp>
        <p:sp>
          <p:nvSpPr>
            <p:cNvPr id="77845" name="Text Box 94"/>
            <p:cNvSpPr txBox="1">
              <a:spLocks noChangeArrowheads="1"/>
            </p:cNvSpPr>
            <p:nvPr/>
          </p:nvSpPr>
          <p:spPr bwMode="auto">
            <a:xfrm>
              <a:off x="2544" y="3552"/>
              <a:ext cx="288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 type="none" w="sm" len="sm"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000" b="1"/>
                <a:t>)</a:t>
              </a:r>
              <a:endParaRPr kumimoji="0" lang="en-US" altLang="zh-CN" sz="2000" b="1"/>
            </a:p>
          </p:txBody>
        </p:sp>
        <p:cxnSp>
          <p:nvCxnSpPr>
            <p:cNvPr id="77846" name="AutoShape 95"/>
            <p:cNvCxnSpPr>
              <a:cxnSpLocks noChangeShapeType="1"/>
              <a:stCxn id="77831" idx="4"/>
              <a:endCxn id="77848" idx="4"/>
            </p:cNvCxnSpPr>
            <p:nvPr/>
          </p:nvCxnSpPr>
          <p:spPr bwMode="auto">
            <a:xfrm rot="16200000" flipH="1">
              <a:off x="2039" y="2975"/>
              <a:ext cx="1" cy="2016"/>
            </a:xfrm>
            <a:prstGeom prst="curvedConnector3">
              <a:avLst>
                <a:gd name="adj1" fmla="val 13600005"/>
              </a:avLst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77847" name="Text Box 96"/>
            <p:cNvSpPr txBox="1">
              <a:spLocks noChangeArrowheads="1"/>
            </p:cNvSpPr>
            <p:nvPr/>
          </p:nvSpPr>
          <p:spPr bwMode="auto">
            <a:xfrm>
              <a:off x="1920" y="3888"/>
              <a:ext cx="384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 type="none" w="sm" len="sm"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000" b="1">
                  <a:sym typeface="Symbol" panose="05050102010706020507" pitchFamily="18" charset="2"/>
                </a:rPr>
                <a:t>id</a:t>
              </a:r>
              <a:endParaRPr kumimoji="0" lang="en-US" altLang="zh-CN" sz="2000" b="1"/>
            </a:p>
          </p:txBody>
        </p:sp>
      </p:grpSp>
      <p:sp>
        <p:nvSpPr>
          <p:cNvPr id="77830" name="Text Box 97"/>
          <p:cNvSpPr txBox="1">
            <a:spLocks noChangeArrowheads="1"/>
          </p:cNvSpPr>
          <p:nvPr/>
        </p:nvSpPr>
        <p:spPr bwMode="auto">
          <a:xfrm>
            <a:off x="5410200" y="2452688"/>
            <a:ext cx="3581400" cy="2895600"/>
          </a:xfrm>
          <a:prstGeom prst="rect">
            <a:avLst/>
          </a:prstGeom>
          <a:noFill/>
          <a:ln w="25400">
            <a:solidFill>
              <a:srgbClr val="FF0000"/>
            </a:solidFill>
            <a:miter lim="800000"/>
            <a:head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zh-CN" altLang="en-US" sz="2800" b="1">
                <a:solidFill>
                  <a:srgbClr val="FF3300"/>
                </a:solidFill>
              </a:rPr>
              <a:t>如何使用</a:t>
            </a:r>
            <a:r>
              <a:rPr kumimoji="0" lang="en-US" altLang="zh-CN" sz="2800" b="1">
                <a:solidFill>
                  <a:srgbClr val="FF3300"/>
                </a:solidFill>
              </a:rPr>
              <a:t>TD</a:t>
            </a:r>
            <a:r>
              <a:rPr kumimoji="0" lang="zh-CN" altLang="en-US" sz="2800" b="1">
                <a:solidFill>
                  <a:srgbClr val="FF3300"/>
                </a:solidFill>
              </a:rPr>
              <a:t>进行语法分析 </a:t>
            </a:r>
            <a:r>
              <a:rPr kumimoji="0" lang="en-US" altLang="zh-CN" sz="2800" b="1">
                <a:solidFill>
                  <a:srgbClr val="FF3300"/>
                </a:solidFill>
              </a:rPr>
              <a:t>?</a:t>
            </a:r>
            <a:endParaRPr kumimoji="0" lang="en-US" altLang="zh-CN" sz="2800" b="1">
              <a:solidFill>
                <a:srgbClr val="FF3300"/>
              </a:solidFill>
            </a:endParaRPr>
          </a:p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800" b="1">
                <a:solidFill>
                  <a:srgbClr val="FF3300"/>
                </a:solidFill>
                <a:latin typeface="Symbol" panose="05050102010706020507" pitchFamily="18" charset="2"/>
                <a:sym typeface="Symbol" panose="05050102010706020507" pitchFamily="18" charset="2"/>
              </a:rPr>
              <a:t>e</a:t>
            </a:r>
            <a:r>
              <a:rPr kumimoji="0" lang="zh-CN" altLang="en-US" sz="2800" b="1">
                <a:solidFill>
                  <a:srgbClr val="FF3300"/>
                </a:solidFill>
                <a:sym typeface="Symbol" panose="05050102010706020507" pitchFamily="18" charset="2"/>
              </a:rPr>
              <a:t>边如何处理</a:t>
            </a:r>
            <a:r>
              <a:rPr kumimoji="0" lang="en-US" altLang="zh-CN" sz="2800" b="1">
                <a:solidFill>
                  <a:srgbClr val="FF3300"/>
                </a:solidFill>
                <a:sym typeface="Symbol" panose="05050102010706020507" pitchFamily="18" charset="2"/>
              </a:rPr>
              <a:t>?</a:t>
            </a:r>
            <a:endParaRPr kumimoji="0" lang="en-US" altLang="zh-CN" sz="2800" b="1">
              <a:solidFill>
                <a:srgbClr val="FF3300"/>
              </a:solidFill>
              <a:sym typeface="Symbol" panose="05050102010706020507" pitchFamily="18" charset="2"/>
            </a:endParaRPr>
          </a:p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800" b="1">
                <a:solidFill>
                  <a:srgbClr val="FF3300"/>
                </a:solidFill>
                <a:sym typeface="Symbol" panose="05050102010706020507" pitchFamily="18" charset="2"/>
              </a:rPr>
              <a:t>TD</a:t>
            </a:r>
            <a:r>
              <a:rPr kumimoji="0" lang="zh-CN" altLang="en-US" sz="2800" b="1">
                <a:solidFill>
                  <a:srgbClr val="FF3300"/>
                </a:solidFill>
                <a:sym typeface="Symbol" panose="05050102010706020507" pitchFamily="18" charset="2"/>
              </a:rPr>
              <a:t>是否可以化简</a:t>
            </a:r>
            <a:r>
              <a:rPr kumimoji="0" lang="en-US" altLang="zh-CN" sz="2800" b="1">
                <a:solidFill>
                  <a:srgbClr val="FF3300"/>
                </a:solidFill>
                <a:sym typeface="Symbol" panose="05050102010706020507" pitchFamily="18" charset="2"/>
              </a:rPr>
              <a:t>?</a:t>
            </a:r>
            <a:endParaRPr kumimoji="0" lang="en-US" altLang="zh-CN" sz="2800" b="1">
              <a:solidFill>
                <a:srgbClr val="FF3300"/>
              </a:solidFill>
              <a:sym typeface="Symbol" panose="05050102010706020507" pitchFamily="18" charset="2"/>
            </a:endParaRPr>
          </a:p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zh-CN" altLang="en-US" sz="2800" b="1">
                <a:solidFill>
                  <a:srgbClr val="FF3300"/>
                </a:solidFill>
                <a:sym typeface="Symbol" panose="05050102010706020507" pitchFamily="18" charset="2"/>
              </a:rPr>
              <a:t>化简的重要性</a:t>
            </a:r>
            <a:r>
              <a:rPr kumimoji="0" lang="en-US" altLang="zh-CN" sz="2800" b="1">
                <a:solidFill>
                  <a:srgbClr val="FF3300"/>
                </a:solidFill>
                <a:sym typeface="Symbol" panose="05050102010706020507" pitchFamily="18" charset="2"/>
              </a:rPr>
              <a:t>?</a:t>
            </a:r>
            <a:endParaRPr kumimoji="0" lang="en-US" altLang="zh-CN" sz="2800" b="1">
              <a:solidFill>
                <a:srgbClr val="FF3300"/>
              </a:solidFill>
            </a:endParaRP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Rectangle 2"/>
          <p:cNvSpPr>
            <a:spLocks noChangeArrowheads="1"/>
          </p:cNvSpPr>
          <p:nvPr/>
        </p:nvSpPr>
        <p:spPr bwMode="auto">
          <a:xfrm>
            <a:off x="1150938" y="76200"/>
            <a:ext cx="7793037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4400">
                <a:solidFill>
                  <a:schemeClr val="tx2"/>
                </a:solidFill>
              </a:rPr>
              <a:t>使用</a:t>
            </a:r>
            <a:r>
              <a:rPr lang="en-US" altLang="zh-CN" sz="4400">
                <a:solidFill>
                  <a:schemeClr val="tx2"/>
                </a:solidFill>
              </a:rPr>
              <a:t>TD</a:t>
            </a:r>
            <a:r>
              <a:rPr lang="zh-CN" altLang="en-US" sz="4400">
                <a:solidFill>
                  <a:schemeClr val="tx2"/>
                </a:solidFill>
              </a:rPr>
              <a:t>进行语法分析</a:t>
            </a:r>
            <a:endParaRPr lang="zh-CN" altLang="en-US" sz="4400">
              <a:solidFill>
                <a:schemeClr val="tx2"/>
              </a:solidFill>
            </a:endParaRPr>
          </a:p>
        </p:txBody>
      </p:sp>
      <p:sp>
        <p:nvSpPr>
          <p:cNvPr id="78851" name="Rectangle 3"/>
          <p:cNvSpPr>
            <a:spLocks noChangeArrowheads="1"/>
          </p:cNvSpPr>
          <p:nvPr/>
        </p:nvSpPr>
        <p:spPr bwMode="auto">
          <a:xfrm>
            <a:off x="1182688" y="1371600"/>
            <a:ext cx="7772400" cy="472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609600" indent="-609600"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dirty="0"/>
              <a:t>算法：</a:t>
            </a:r>
            <a:endParaRPr lang="zh-CN" altLang="en-US" dirty="0"/>
          </a:p>
          <a:p>
            <a:pPr eaLnBrk="1" hangingPunct="1">
              <a:buFont typeface="Wingdings" panose="05000000000000000000" pitchFamily="2" charset="2"/>
              <a:buAutoNum type="arabicPeriod"/>
            </a:pPr>
            <a:r>
              <a:rPr lang="zh-CN" altLang="en-US" sz="2800" dirty="0">
                <a:solidFill>
                  <a:schemeClr val="folHlink"/>
                </a:solidFill>
              </a:rPr>
              <a:t>存在边</a:t>
            </a:r>
            <a:r>
              <a:rPr lang="en-US" altLang="zh-CN" sz="2800" dirty="0">
                <a:solidFill>
                  <a:schemeClr val="folHlink"/>
                </a:solidFill>
              </a:rPr>
              <a:t>s</a:t>
            </a:r>
            <a:r>
              <a:rPr lang="en-US" altLang="zh-CN" sz="2800" dirty="0">
                <a:solidFill>
                  <a:schemeClr val="folHlink"/>
                </a:solidFill>
                <a:latin typeface="Tahoma" panose="020B0604030504040204" pitchFamily="34" charset="0"/>
              </a:rPr>
              <a:t>—</a:t>
            </a:r>
            <a:r>
              <a:rPr lang="en-US" altLang="zh-CN" sz="2800" dirty="0">
                <a:solidFill>
                  <a:schemeClr val="folHlink"/>
                </a:solidFill>
                <a:sym typeface="Wingdings" panose="05000000000000000000" pitchFamily="2" charset="2"/>
              </a:rPr>
              <a:t></a:t>
            </a:r>
            <a:r>
              <a:rPr lang="en-US" altLang="zh-CN" sz="2800" dirty="0">
                <a:solidFill>
                  <a:schemeClr val="folHlink"/>
                </a:solidFill>
              </a:rPr>
              <a:t>t</a:t>
            </a:r>
            <a:endParaRPr lang="en-US" altLang="zh-CN" sz="2800" dirty="0">
              <a:solidFill>
                <a:schemeClr val="folHlink"/>
              </a:solidFill>
            </a:endParaRPr>
          </a:p>
          <a:p>
            <a:pPr lvl="1" eaLnBrk="1" hangingPunct="1"/>
            <a:r>
              <a:rPr lang="en-US" altLang="zh-CN" sz="2400" dirty="0">
                <a:solidFill>
                  <a:schemeClr val="folHlink"/>
                </a:solidFill>
              </a:rPr>
              <a:t>TD</a:t>
            </a:r>
            <a:r>
              <a:rPr lang="zh-CN" altLang="en-US" sz="2400" dirty="0">
                <a:solidFill>
                  <a:schemeClr val="folHlink"/>
                </a:solidFill>
              </a:rPr>
              <a:t>当前状态为</a:t>
            </a:r>
            <a:r>
              <a:rPr lang="en-US" altLang="zh-CN" sz="2400" dirty="0">
                <a:solidFill>
                  <a:schemeClr val="folHlink"/>
                </a:solidFill>
              </a:rPr>
              <a:t>s</a:t>
            </a:r>
            <a:r>
              <a:rPr lang="zh-CN" altLang="en-US" sz="2400" dirty="0">
                <a:solidFill>
                  <a:schemeClr val="folHlink"/>
                </a:solidFill>
              </a:rPr>
              <a:t>且下个输入符号为</a:t>
            </a:r>
            <a:r>
              <a:rPr lang="en-US" altLang="zh-CN" sz="2400" dirty="0">
                <a:solidFill>
                  <a:schemeClr val="folHlink"/>
                </a:solidFill>
              </a:rPr>
              <a:t>a</a:t>
            </a:r>
            <a:endParaRPr lang="en-US" altLang="zh-CN" sz="2400" dirty="0">
              <a:solidFill>
                <a:schemeClr val="folHlink"/>
              </a:solidFill>
            </a:endParaRPr>
          </a:p>
          <a:p>
            <a:pPr lvl="1" eaLnBrk="1" hangingPunct="1"/>
            <a:r>
              <a:rPr lang="zh-CN" altLang="en-US" sz="2400" dirty="0">
                <a:solidFill>
                  <a:schemeClr val="folHlink"/>
                </a:solidFill>
              </a:rPr>
              <a:t>应从当前状态</a:t>
            </a:r>
            <a:r>
              <a:rPr lang="en-US" altLang="zh-CN" sz="2400" dirty="0">
                <a:solidFill>
                  <a:schemeClr val="folHlink"/>
                </a:solidFill>
              </a:rPr>
              <a:t>s</a:t>
            </a:r>
            <a:r>
              <a:rPr lang="zh-CN" altLang="en-US" sz="2400" dirty="0">
                <a:solidFill>
                  <a:schemeClr val="folHlink"/>
                </a:solidFill>
              </a:rPr>
              <a:t>转换到状态</a:t>
            </a:r>
            <a:r>
              <a:rPr lang="en-US" altLang="zh-CN" sz="2400" dirty="0">
                <a:solidFill>
                  <a:schemeClr val="folHlink"/>
                </a:solidFill>
              </a:rPr>
              <a:t>t</a:t>
            </a:r>
            <a:r>
              <a:rPr lang="zh-CN" altLang="en-US" sz="2400" dirty="0">
                <a:solidFill>
                  <a:schemeClr val="folHlink"/>
                </a:solidFill>
              </a:rPr>
              <a:t>，输入缓冲指针前移</a:t>
            </a:r>
            <a:endParaRPr lang="en-US" altLang="zh-CN" sz="2400" dirty="0">
              <a:solidFill>
                <a:schemeClr val="folHlink"/>
              </a:solidFill>
            </a:endParaRPr>
          </a:p>
          <a:p>
            <a:pPr eaLnBrk="1" hangingPunct="1">
              <a:buFont typeface="Wingdings" panose="05000000000000000000" pitchFamily="2" charset="2"/>
              <a:buAutoNum type="arabicPeriod"/>
            </a:pPr>
            <a:r>
              <a:rPr lang="zh-CN" altLang="en-US" sz="2800" dirty="0">
                <a:solidFill>
                  <a:schemeClr val="folHlink"/>
                </a:solidFill>
              </a:rPr>
              <a:t>存在边</a:t>
            </a:r>
            <a:r>
              <a:rPr lang="en-US" altLang="zh-CN" sz="2800" dirty="0">
                <a:solidFill>
                  <a:schemeClr val="folHlink"/>
                </a:solidFill>
              </a:rPr>
              <a:t>s</a:t>
            </a:r>
            <a:r>
              <a:rPr lang="en-US" altLang="zh-CN" sz="2800" dirty="0">
                <a:solidFill>
                  <a:schemeClr val="folHlink"/>
                </a:solidFill>
                <a:latin typeface="Tahoma" panose="020B0604030504040204" pitchFamily="34" charset="0"/>
              </a:rPr>
              <a:t>——</a:t>
            </a:r>
            <a:r>
              <a:rPr lang="en-US" altLang="zh-CN" sz="2800" dirty="0">
                <a:solidFill>
                  <a:schemeClr val="folHlink"/>
                </a:solidFill>
                <a:sym typeface="Wingdings" panose="05000000000000000000" pitchFamily="2" charset="2"/>
              </a:rPr>
              <a:t></a:t>
            </a:r>
            <a:r>
              <a:rPr lang="en-US" altLang="zh-CN" sz="2800" dirty="0">
                <a:solidFill>
                  <a:schemeClr val="folHlink"/>
                </a:solidFill>
              </a:rPr>
              <a:t>t</a:t>
            </a:r>
            <a:endParaRPr lang="en-US" altLang="zh-CN" sz="2800" dirty="0">
              <a:solidFill>
                <a:schemeClr val="folHlink"/>
              </a:solidFill>
              <a:sym typeface="Wingdings" panose="05000000000000000000" pitchFamily="2" charset="2"/>
            </a:endParaRPr>
          </a:p>
          <a:p>
            <a:pPr lvl="1" eaLnBrk="1" hangingPunct="1"/>
            <a:r>
              <a:rPr lang="zh-CN" altLang="en-US" sz="2400" dirty="0">
                <a:solidFill>
                  <a:schemeClr val="folHlink"/>
                </a:solidFill>
              </a:rPr>
              <a:t>不可能直接从输入缓冲读入</a:t>
            </a:r>
            <a:r>
              <a:rPr lang="en-US" altLang="zh-CN" sz="2400" dirty="0">
                <a:solidFill>
                  <a:schemeClr val="folHlink"/>
                </a:solidFill>
              </a:rPr>
              <a:t>A</a:t>
            </a:r>
            <a:r>
              <a:rPr lang="zh-CN" altLang="en-US" sz="2400" dirty="0">
                <a:solidFill>
                  <a:schemeClr val="folHlink"/>
                </a:solidFill>
              </a:rPr>
              <a:t>，将状态转换到</a:t>
            </a:r>
            <a:r>
              <a:rPr lang="en-US" altLang="zh-CN" sz="2400" dirty="0">
                <a:solidFill>
                  <a:schemeClr val="folHlink"/>
                </a:solidFill>
              </a:rPr>
              <a:t>t</a:t>
            </a:r>
            <a:endParaRPr lang="en-US" altLang="zh-CN" sz="2400" dirty="0">
              <a:solidFill>
                <a:schemeClr val="folHlink"/>
              </a:solidFill>
            </a:endParaRPr>
          </a:p>
          <a:p>
            <a:pPr lvl="1" eaLnBrk="1" hangingPunct="1"/>
            <a:r>
              <a:rPr lang="zh-CN" altLang="en-US" sz="2400" dirty="0">
                <a:solidFill>
                  <a:schemeClr val="folHlink"/>
                </a:solidFill>
              </a:rPr>
              <a:t>转到</a:t>
            </a:r>
            <a:r>
              <a:rPr lang="en-US" altLang="zh-CN" sz="2400" dirty="0">
                <a:solidFill>
                  <a:schemeClr val="folHlink"/>
                </a:solidFill>
              </a:rPr>
              <a:t>A</a:t>
            </a:r>
            <a:r>
              <a:rPr lang="zh-CN" altLang="en-US" sz="2400" dirty="0">
                <a:solidFill>
                  <a:schemeClr val="folHlink"/>
                </a:solidFill>
              </a:rPr>
              <a:t>的</a:t>
            </a:r>
            <a:r>
              <a:rPr lang="en-US" altLang="zh-CN" sz="2400" dirty="0">
                <a:solidFill>
                  <a:schemeClr val="folHlink"/>
                </a:solidFill>
              </a:rPr>
              <a:t>TD</a:t>
            </a:r>
            <a:r>
              <a:rPr lang="zh-CN" altLang="en-US" sz="2400" dirty="0">
                <a:solidFill>
                  <a:schemeClr val="folHlink"/>
                </a:solidFill>
              </a:rPr>
              <a:t>的初态，输入缓冲指针保持不变，在</a:t>
            </a:r>
            <a:r>
              <a:rPr lang="en-US" altLang="zh-CN" sz="2400" dirty="0">
                <a:solidFill>
                  <a:schemeClr val="folHlink"/>
                </a:solidFill>
              </a:rPr>
              <a:t>A</a:t>
            </a:r>
            <a:r>
              <a:rPr lang="zh-CN" altLang="en-US" sz="2400" dirty="0">
                <a:solidFill>
                  <a:schemeClr val="folHlink"/>
                </a:solidFill>
              </a:rPr>
              <a:t>的</a:t>
            </a:r>
            <a:r>
              <a:rPr lang="en-US" altLang="zh-CN" sz="2400" dirty="0">
                <a:solidFill>
                  <a:schemeClr val="folHlink"/>
                </a:solidFill>
              </a:rPr>
              <a:t>TD</a:t>
            </a:r>
            <a:r>
              <a:rPr lang="zh-CN" altLang="en-US" sz="2400" dirty="0">
                <a:solidFill>
                  <a:schemeClr val="folHlink"/>
                </a:solidFill>
              </a:rPr>
              <a:t>中继续读入符号、转换状态</a:t>
            </a:r>
            <a:endParaRPr lang="en-US" altLang="zh-CN" sz="2400" dirty="0">
              <a:solidFill>
                <a:schemeClr val="folHlink"/>
              </a:solidFill>
            </a:endParaRPr>
          </a:p>
          <a:p>
            <a:pPr lvl="1" eaLnBrk="1" hangingPunct="1"/>
            <a:r>
              <a:rPr lang="zh-CN" altLang="en-US" sz="2400" dirty="0">
                <a:solidFill>
                  <a:schemeClr val="folHlink"/>
                </a:solidFill>
              </a:rPr>
              <a:t>当到达</a:t>
            </a:r>
            <a:r>
              <a:rPr lang="en-US" altLang="zh-CN" sz="2400" dirty="0">
                <a:solidFill>
                  <a:schemeClr val="folHlink"/>
                </a:solidFill>
              </a:rPr>
              <a:t>A</a:t>
            </a:r>
            <a:r>
              <a:rPr lang="zh-CN" altLang="en-US" sz="2400" dirty="0">
                <a:solidFill>
                  <a:schemeClr val="folHlink"/>
                </a:solidFill>
              </a:rPr>
              <a:t>的终态，则回到原</a:t>
            </a:r>
            <a:r>
              <a:rPr lang="en-US" altLang="zh-CN" sz="2400" dirty="0">
                <a:solidFill>
                  <a:schemeClr val="folHlink"/>
                </a:solidFill>
              </a:rPr>
              <a:t>TD</a:t>
            </a:r>
            <a:r>
              <a:rPr lang="zh-CN" altLang="en-US" sz="2400" dirty="0">
                <a:solidFill>
                  <a:schemeClr val="folHlink"/>
                </a:solidFill>
              </a:rPr>
              <a:t>、状态转换到</a:t>
            </a:r>
            <a:r>
              <a:rPr lang="en-US" altLang="zh-CN" sz="2400" dirty="0">
                <a:solidFill>
                  <a:schemeClr val="folHlink"/>
                </a:solidFill>
              </a:rPr>
              <a:t>t</a:t>
            </a:r>
            <a:r>
              <a:rPr lang="en-US" altLang="zh-CN" sz="2400" dirty="0">
                <a:solidFill>
                  <a:schemeClr val="folHlink"/>
                </a:solidFill>
                <a:sym typeface="Wingdings" panose="05000000000000000000" pitchFamily="2" charset="2"/>
              </a:rPr>
              <a:t>——</a:t>
            </a:r>
            <a:r>
              <a:rPr lang="zh-CN" altLang="en-US" sz="2400" dirty="0">
                <a:solidFill>
                  <a:schemeClr val="folHlink"/>
                </a:solidFill>
                <a:sym typeface="Wingdings" panose="05000000000000000000" pitchFamily="2" charset="2"/>
              </a:rPr>
              <a:t>识别出一个“</a:t>
            </a:r>
            <a:r>
              <a:rPr lang="en-US" altLang="zh-CN" sz="2400" dirty="0">
                <a:solidFill>
                  <a:schemeClr val="folHlink"/>
                </a:solidFill>
                <a:sym typeface="Wingdings" panose="05000000000000000000" pitchFamily="2" charset="2"/>
              </a:rPr>
              <a:t>A</a:t>
            </a:r>
            <a:r>
              <a:rPr lang="zh-CN" altLang="en-US" sz="2400" dirty="0">
                <a:solidFill>
                  <a:schemeClr val="folHlink"/>
                </a:solidFill>
                <a:sym typeface="Wingdings" panose="05000000000000000000" pitchFamily="2" charset="2"/>
              </a:rPr>
              <a:t>”使得从状态</a:t>
            </a:r>
            <a:r>
              <a:rPr lang="en-US" altLang="zh-CN" sz="2400" dirty="0">
                <a:solidFill>
                  <a:schemeClr val="folHlink"/>
                </a:solidFill>
                <a:sym typeface="Wingdings" panose="05000000000000000000" pitchFamily="2" charset="2"/>
              </a:rPr>
              <a:t>s</a:t>
            </a:r>
            <a:r>
              <a:rPr lang="zh-CN" altLang="en-US" sz="2400" dirty="0">
                <a:solidFill>
                  <a:schemeClr val="folHlink"/>
                </a:solidFill>
                <a:sym typeface="Wingdings" panose="05000000000000000000" pitchFamily="2" charset="2"/>
              </a:rPr>
              <a:t>转换到状态</a:t>
            </a:r>
            <a:r>
              <a:rPr lang="en-US" altLang="zh-CN" sz="2400" dirty="0">
                <a:solidFill>
                  <a:schemeClr val="folHlink"/>
                </a:solidFill>
                <a:sym typeface="Wingdings" panose="05000000000000000000" pitchFamily="2" charset="2"/>
              </a:rPr>
              <a:t>t</a:t>
            </a:r>
            <a:endParaRPr lang="en-US" altLang="zh-CN" sz="2400" dirty="0">
              <a:solidFill>
                <a:schemeClr val="folHlink"/>
              </a:solidFill>
              <a:sym typeface="Wingdings" panose="05000000000000000000" pitchFamily="2" charset="2"/>
            </a:endParaRPr>
          </a:p>
          <a:p>
            <a:pPr eaLnBrk="1" hangingPunct="1">
              <a:buFont typeface="Wingdings" panose="05000000000000000000" pitchFamily="2" charset="2"/>
              <a:buAutoNum type="arabicPeriod"/>
            </a:pPr>
            <a:r>
              <a:rPr lang="zh-CN" altLang="en-US" sz="2800" dirty="0">
                <a:solidFill>
                  <a:schemeClr val="folHlink"/>
                </a:solidFill>
              </a:rPr>
              <a:t>存在边</a:t>
            </a:r>
            <a:r>
              <a:rPr lang="en-US" altLang="zh-CN" sz="2800" dirty="0">
                <a:solidFill>
                  <a:schemeClr val="folHlink"/>
                </a:solidFill>
              </a:rPr>
              <a:t>s</a:t>
            </a:r>
            <a:r>
              <a:rPr lang="en-US" altLang="zh-CN" sz="2800" dirty="0">
                <a:solidFill>
                  <a:schemeClr val="folHlink"/>
                </a:solidFill>
                <a:latin typeface="Tahoma" panose="020B0604030504040204" pitchFamily="34" charset="0"/>
              </a:rPr>
              <a:t>—</a:t>
            </a:r>
            <a:r>
              <a:rPr lang="en-US" altLang="zh-CN" sz="2800" dirty="0">
                <a:solidFill>
                  <a:schemeClr val="folHlink"/>
                </a:solidFill>
                <a:sym typeface="Wingdings" panose="05000000000000000000" pitchFamily="2" charset="2"/>
              </a:rPr>
              <a:t></a:t>
            </a:r>
            <a:r>
              <a:rPr lang="en-US" altLang="zh-CN" sz="2800" dirty="0">
                <a:solidFill>
                  <a:schemeClr val="folHlink"/>
                </a:solidFill>
              </a:rPr>
              <a:t>t</a:t>
            </a:r>
            <a:endParaRPr lang="en-US" altLang="zh-CN" sz="2800" dirty="0">
              <a:solidFill>
                <a:schemeClr val="folHlink"/>
              </a:solidFill>
              <a:sym typeface="Wingdings" panose="05000000000000000000" pitchFamily="2" charset="2"/>
            </a:endParaRPr>
          </a:p>
          <a:p>
            <a:pPr lvl="1" eaLnBrk="1" hangingPunct="1"/>
            <a:r>
              <a:rPr lang="zh-CN" altLang="en-US" sz="2400" dirty="0">
                <a:solidFill>
                  <a:schemeClr val="folHlink"/>
                </a:solidFill>
                <a:sym typeface="Wingdings" panose="05000000000000000000" pitchFamily="2" charset="2"/>
              </a:rPr>
              <a:t>从当前状态</a:t>
            </a:r>
            <a:r>
              <a:rPr lang="en-US" altLang="zh-CN" sz="2400" dirty="0">
                <a:solidFill>
                  <a:schemeClr val="folHlink"/>
                </a:solidFill>
                <a:sym typeface="Wingdings" panose="05000000000000000000" pitchFamily="2" charset="2"/>
              </a:rPr>
              <a:t>s</a:t>
            </a:r>
            <a:r>
              <a:rPr lang="zh-CN" altLang="en-US" sz="2400" dirty="0">
                <a:solidFill>
                  <a:schemeClr val="folHlink"/>
                </a:solidFill>
                <a:sym typeface="Wingdings" panose="05000000000000000000" pitchFamily="2" charset="2"/>
              </a:rPr>
              <a:t>转换到状态</a:t>
            </a:r>
            <a:r>
              <a:rPr kumimoji="0" lang="en-US" altLang="zh-CN" sz="2400" dirty="0">
                <a:solidFill>
                  <a:schemeClr val="folHlink"/>
                </a:solidFill>
                <a:sym typeface="Symbol" panose="05050102010706020507" pitchFamily="18" charset="2"/>
              </a:rPr>
              <a:t>t</a:t>
            </a:r>
            <a:r>
              <a:rPr kumimoji="0" lang="zh-CN" altLang="en-US" sz="2400" dirty="0">
                <a:solidFill>
                  <a:schemeClr val="folHlink"/>
                </a:solidFill>
                <a:sym typeface="Symbol" panose="05050102010706020507" pitchFamily="18" charset="2"/>
              </a:rPr>
              <a:t>，输入缓冲指针不变</a:t>
            </a:r>
            <a:endParaRPr kumimoji="0" lang="zh-CN" altLang="en-US" sz="2400" dirty="0">
              <a:solidFill>
                <a:schemeClr val="folHlink"/>
              </a:solidFill>
              <a:sym typeface="Symbol" panose="05050102010706020507" pitchFamily="18" charset="2"/>
            </a:endParaRPr>
          </a:p>
        </p:txBody>
      </p:sp>
      <p:sp>
        <p:nvSpPr>
          <p:cNvPr id="78852" name="Text Box 4"/>
          <p:cNvSpPr txBox="1">
            <a:spLocks noChangeArrowheads="1"/>
          </p:cNvSpPr>
          <p:nvPr/>
        </p:nvSpPr>
        <p:spPr bwMode="ltGray">
          <a:xfrm>
            <a:off x="3043010" y="1787204"/>
            <a:ext cx="609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 dirty="0">
                <a:solidFill>
                  <a:srgbClr val="FF3300"/>
                </a:solidFill>
                <a:latin typeface="Tahoma" panose="020B0604030504040204" pitchFamily="34" charset="0"/>
              </a:rPr>
              <a:t>a</a:t>
            </a:r>
            <a:endParaRPr lang="en-US" altLang="zh-CN" sz="2400" dirty="0">
              <a:solidFill>
                <a:srgbClr val="FF3300"/>
              </a:solidFill>
              <a:latin typeface="Tahoma" panose="020B0604030504040204" pitchFamily="34" charset="0"/>
            </a:endParaRPr>
          </a:p>
        </p:txBody>
      </p:sp>
      <p:sp>
        <p:nvSpPr>
          <p:cNvPr id="78853" name="Text Box 5"/>
          <p:cNvSpPr txBox="1">
            <a:spLocks noChangeArrowheads="1"/>
          </p:cNvSpPr>
          <p:nvPr/>
        </p:nvSpPr>
        <p:spPr bwMode="ltGray">
          <a:xfrm>
            <a:off x="2987824" y="3200400"/>
            <a:ext cx="990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 dirty="0">
                <a:solidFill>
                  <a:srgbClr val="FF3300"/>
                </a:solidFill>
                <a:latin typeface="Tahoma" panose="020B0604030504040204" pitchFamily="34" charset="0"/>
              </a:rPr>
              <a:t>NT A</a:t>
            </a:r>
            <a:endParaRPr lang="en-US" altLang="zh-CN" sz="2400" dirty="0">
              <a:solidFill>
                <a:srgbClr val="FF3300"/>
              </a:solidFill>
              <a:latin typeface="Tahoma" panose="020B0604030504040204" pitchFamily="34" charset="0"/>
            </a:endParaRPr>
          </a:p>
        </p:txBody>
      </p:sp>
      <p:sp>
        <p:nvSpPr>
          <p:cNvPr id="78854" name="Text Box 6"/>
          <p:cNvSpPr txBox="1">
            <a:spLocks noChangeArrowheads="1"/>
          </p:cNvSpPr>
          <p:nvPr/>
        </p:nvSpPr>
        <p:spPr bwMode="ltGray">
          <a:xfrm>
            <a:off x="3043010" y="5791200"/>
            <a:ext cx="609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 dirty="0">
                <a:solidFill>
                  <a:srgbClr val="FF3300"/>
                </a:solidFill>
                <a:latin typeface="Symbol" panose="05050102010706020507" pitchFamily="18" charset="2"/>
              </a:rPr>
              <a:t>e</a:t>
            </a:r>
            <a:endParaRPr lang="en-US" altLang="zh-CN" sz="2400" dirty="0">
              <a:solidFill>
                <a:srgbClr val="FF3300"/>
              </a:solidFill>
              <a:latin typeface="Symbol" panose="05050102010706020507" pitchFamily="18" charset="2"/>
            </a:endParaRP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使用</a:t>
            </a:r>
            <a:r>
              <a:rPr lang="en-US" altLang="zh-CN"/>
              <a:t>TD</a:t>
            </a:r>
            <a:r>
              <a:rPr lang="zh-CN" altLang="en-US"/>
              <a:t>（代码示例）</a:t>
            </a:r>
            <a:endParaRPr lang="zh-CN" altLang="en-US"/>
          </a:p>
        </p:txBody>
      </p:sp>
      <p:sp>
        <p:nvSpPr>
          <p:cNvPr id="79875" name="Text Box 4"/>
          <p:cNvSpPr txBox="1">
            <a:spLocks noChangeArrowheads="1"/>
          </p:cNvSpPr>
          <p:nvPr/>
        </p:nvSpPr>
        <p:spPr bwMode="auto">
          <a:xfrm>
            <a:off x="1143000" y="1531938"/>
            <a:ext cx="1676400" cy="1301750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1800" b="1">
                <a:latin typeface="Courier New" panose="02070309020205020404" pitchFamily="49" charset="0"/>
              </a:rPr>
              <a:t>main()</a:t>
            </a:r>
            <a:endParaRPr kumimoji="0" lang="en-US" altLang="zh-CN" sz="1800" b="1">
              <a:latin typeface="Courier New" panose="02070309020205020404" pitchFamily="49" charset="0"/>
            </a:endParaRPr>
          </a:p>
          <a:p>
            <a:pPr eaLnBrk="1" hangingPunct="1">
              <a:lnSpc>
                <a:spcPct val="6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1800" b="1">
                <a:latin typeface="Courier New" panose="02070309020205020404" pitchFamily="49" charset="0"/>
              </a:rPr>
              <a:t>{</a:t>
            </a:r>
            <a:endParaRPr kumimoji="0" lang="en-US" altLang="zh-CN" sz="1800" b="1">
              <a:latin typeface="Courier New" panose="02070309020205020404" pitchFamily="49" charset="0"/>
            </a:endParaRPr>
          </a:p>
          <a:p>
            <a:pPr eaLnBrk="1" hangingPunct="1">
              <a:lnSpc>
                <a:spcPct val="6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1800" b="1">
                <a:latin typeface="Courier New" panose="02070309020205020404" pitchFamily="49" charset="0"/>
              </a:rPr>
              <a:t>  TD_E();</a:t>
            </a:r>
            <a:endParaRPr kumimoji="0" lang="en-US" altLang="zh-CN" sz="1800" b="1">
              <a:latin typeface="Courier New" panose="02070309020205020404" pitchFamily="49" charset="0"/>
            </a:endParaRPr>
          </a:p>
          <a:p>
            <a:pPr eaLnBrk="1" hangingPunct="1">
              <a:lnSpc>
                <a:spcPct val="6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1800" b="1">
                <a:latin typeface="Courier New" panose="02070309020205020404" pitchFamily="49" charset="0"/>
              </a:rPr>
              <a:t>}</a:t>
            </a:r>
            <a:endParaRPr kumimoji="0" lang="en-US" altLang="zh-CN" sz="1800" b="1">
              <a:latin typeface="Courier New" panose="02070309020205020404" pitchFamily="49" charset="0"/>
            </a:endParaRPr>
          </a:p>
        </p:txBody>
      </p:sp>
      <p:sp>
        <p:nvSpPr>
          <p:cNvPr id="79876" name="Text Box 6"/>
          <p:cNvSpPr txBox="1">
            <a:spLocks noChangeArrowheads="1"/>
          </p:cNvSpPr>
          <p:nvPr/>
        </p:nvSpPr>
        <p:spPr bwMode="auto">
          <a:xfrm>
            <a:off x="1143000" y="2979738"/>
            <a:ext cx="1676400" cy="1604962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1800" b="1">
                <a:latin typeface="Courier New" panose="02070309020205020404" pitchFamily="49" charset="0"/>
              </a:rPr>
              <a:t>TD_E()</a:t>
            </a:r>
            <a:endParaRPr kumimoji="0" lang="en-US" altLang="zh-CN" sz="1800" b="1">
              <a:latin typeface="Courier New" panose="02070309020205020404" pitchFamily="49" charset="0"/>
            </a:endParaRPr>
          </a:p>
          <a:p>
            <a:pPr eaLnBrk="1" hangingPunct="1">
              <a:lnSpc>
                <a:spcPct val="6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1800" b="1">
                <a:latin typeface="Courier New" panose="02070309020205020404" pitchFamily="49" charset="0"/>
              </a:rPr>
              <a:t>{</a:t>
            </a:r>
            <a:endParaRPr kumimoji="0" lang="en-US" altLang="zh-CN" sz="1800" b="1">
              <a:latin typeface="Courier New" panose="02070309020205020404" pitchFamily="49" charset="0"/>
            </a:endParaRPr>
          </a:p>
          <a:p>
            <a:pPr eaLnBrk="1" hangingPunct="1">
              <a:lnSpc>
                <a:spcPct val="6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1800" b="1">
                <a:latin typeface="Courier New" panose="02070309020205020404" pitchFamily="49" charset="0"/>
              </a:rPr>
              <a:t>  TD_T();</a:t>
            </a:r>
            <a:endParaRPr kumimoji="0" lang="en-US" altLang="zh-CN" sz="1800" b="1">
              <a:latin typeface="Courier New" panose="02070309020205020404" pitchFamily="49" charset="0"/>
            </a:endParaRPr>
          </a:p>
          <a:p>
            <a:pPr eaLnBrk="1" hangingPunct="1">
              <a:lnSpc>
                <a:spcPct val="6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1800" b="1">
                <a:latin typeface="Courier New" panose="02070309020205020404" pitchFamily="49" charset="0"/>
              </a:rPr>
              <a:t>  TD_E’();</a:t>
            </a:r>
            <a:endParaRPr kumimoji="0" lang="en-US" altLang="zh-CN" sz="1800" b="1">
              <a:latin typeface="Courier New" panose="02070309020205020404" pitchFamily="49" charset="0"/>
            </a:endParaRPr>
          </a:p>
          <a:p>
            <a:pPr eaLnBrk="1" hangingPunct="1">
              <a:lnSpc>
                <a:spcPct val="6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1800" b="1">
                <a:latin typeface="Courier New" panose="02070309020205020404" pitchFamily="49" charset="0"/>
              </a:rPr>
              <a:t>}</a:t>
            </a:r>
            <a:endParaRPr kumimoji="0" lang="en-US" altLang="zh-CN" sz="1800" b="1">
              <a:latin typeface="Courier New" panose="02070309020205020404" pitchFamily="49" charset="0"/>
            </a:endParaRPr>
          </a:p>
        </p:txBody>
      </p:sp>
      <p:sp>
        <p:nvSpPr>
          <p:cNvPr id="79877" name="Text Box 7"/>
          <p:cNvSpPr txBox="1">
            <a:spLocks noChangeArrowheads="1"/>
          </p:cNvSpPr>
          <p:nvPr/>
        </p:nvSpPr>
        <p:spPr bwMode="auto">
          <a:xfrm>
            <a:off x="3352800" y="1447800"/>
            <a:ext cx="4267200" cy="1084263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5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1800" b="1">
                <a:latin typeface="Courier New" panose="02070309020205020404" pitchFamily="49" charset="0"/>
              </a:rPr>
              <a:t>TD_E’()</a:t>
            </a:r>
            <a:endParaRPr kumimoji="0" lang="en-US" altLang="zh-CN" sz="1800" b="1">
              <a:latin typeface="Courier New" panose="02070309020205020404" pitchFamily="49" charset="0"/>
            </a:endParaRPr>
          </a:p>
          <a:p>
            <a:pPr eaLnBrk="1" hangingPunct="1">
              <a:lnSpc>
                <a:spcPct val="5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1800" b="1">
                <a:latin typeface="Courier New" panose="02070309020205020404" pitchFamily="49" charset="0"/>
              </a:rPr>
              <a:t>{ token = get_token();</a:t>
            </a:r>
            <a:endParaRPr kumimoji="0" lang="en-US" altLang="zh-CN" sz="1800" b="1">
              <a:latin typeface="Courier New" panose="02070309020205020404" pitchFamily="49" charset="0"/>
            </a:endParaRPr>
          </a:p>
          <a:p>
            <a:pPr eaLnBrk="1" hangingPunct="1">
              <a:lnSpc>
                <a:spcPct val="5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1800" b="1">
                <a:latin typeface="Courier New" panose="02070309020205020404" pitchFamily="49" charset="0"/>
              </a:rPr>
              <a:t>  if token = ‘+’ then</a:t>
            </a:r>
            <a:endParaRPr kumimoji="0" lang="en-US" altLang="zh-CN" sz="1800" b="1">
              <a:latin typeface="Courier New" panose="02070309020205020404" pitchFamily="49" charset="0"/>
            </a:endParaRPr>
          </a:p>
          <a:p>
            <a:pPr eaLnBrk="1" hangingPunct="1">
              <a:lnSpc>
                <a:spcPct val="5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1800" b="1">
                <a:latin typeface="Courier New" panose="02070309020205020404" pitchFamily="49" charset="0"/>
              </a:rPr>
              <a:t>    { TD_T(); TD_E’(); }}</a:t>
            </a:r>
            <a:endParaRPr kumimoji="0" lang="en-US" altLang="zh-CN" sz="1800" b="1">
              <a:latin typeface="Courier New" panose="02070309020205020404" pitchFamily="49" charset="0"/>
            </a:endParaRPr>
          </a:p>
        </p:txBody>
      </p:sp>
      <p:grpSp>
        <p:nvGrpSpPr>
          <p:cNvPr id="79878" name="Group 11"/>
          <p:cNvGrpSpPr/>
          <p:nvPr/>
        </p:nvGrpSpPr>
        <p:grpSpPr bwMode="auto">
          <a:xfrm>
            <a:off x="2971800" y="3886200"/>
            <a:ext cx="3200400" cy="638175"/>
            <a:chOff x="528" y="1326"/>
            <a:chExt cx="2016" cy="402"/>
          </a:xfrm>
        </p:grpSpPr>
        <p:grpSp>
          <p:nvGrpSpPr>
            <p:cNvPr id="79900" name="Group 12"/>
            <p:cNvGrpSpPr/>
            <p:nvPr/>
          </p:nvGrpSpPr>
          <p:grpSpPr bwMode="auto">
            <a:xfrm>
              <a:off x="2208" y="1392"/>
              <a:ext cx="336" cy="336"/>
              <a:chOff x="3552" y="2544"/>
              <a:chExt cx="336" cy="336"/>
            </a:xfrm>
          </p:grpSpPr>
          <p:sp>
            <p:nvSpPr>
              <p:cNvPr id="79911" name="Oval 13"/>
              <p:cNvSpPr>
                <a:spLocks noChangeArrowheads="1"/>
              </p:cNvSpPr>
              <p:nvPr/>
            </p:nvSpPr>
            <p:spPr bwMode="auto">
              <a:xfrm>
                <a:off x="3552" y="2544"/>
                <a:ext cx="336" cy="336"/>
              </a:xfrm>
              <a:prstGeom prst="ellipse">
                <a:avLst/>
              </a:prstGeom>
              <a:noFill/>
              <a:ln w="25400">
                <a:solidFill>
                  <a:schemeClr val="tx1"/>
                </a:solidFill>
                <a:round/>
                <a:headEnd type="none" w="sm" len="sm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3300"/>
                  </a:buClr>
                  <a:buSzPct val="75000"/>
                  <a:buFont typeface="Wingdings" panose="05000000000000000000" pitchFamily="2" charset="2"/>
                  <a:buChar char="m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69000"/>
                  <a:buFont typeface="Wingdings" panose="05000000000000000000" pitchFamily="2" charset="2"/>
                  <a:buChar char="q"/>
                  <a:defRPr kumimoji="1" sz="2800">
                    <a:solidFill>
                      <a:srgbClr val="3333CC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3300"/>
                  </a:buClr>
                  <a:buFont typeface="Wingdings" panose="05000000000000000000" pitchFamily="2" charset="2"/>
                  <a:buChar char="Ø"/>
                  <a:defRPr kumimoji="1" sz="2400">
                    <a:solidFill>
                      <a:srgbClr val="FF33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2400">
                  <a:latin typeface="Symbol" panose="05050102010706020507" pitchFamily="18" charset="2"/>
                </a:endParaRPr>
              </a:p>
            </p:txBody>
          </p:sp>
          <p:sp>
            <p:nvSpPr>
              <p:cNvPr id="79912" name="Oval 14"/>
              <p:cNvSpPr>
                <a:spLocks noChangeArrowheads="1"/>
              </p:cNvSpPr>
              <p:nvPr/>
            </p:nvSpPr>
            <p:spPr bwMode="auto">
              <a:xfrm>
                <a:off x="3600" y="2592"/>
                <a:ext cx="240" cy="240"/>
              </a:xfrm>
              <a:prstGeom prst="ellipse">
                <a:avLst/>
              </a:prstGeom>
              <a:noFill/>
              <a:ln w="25400">
                <a:solidFill>
                  <a:schemeClr val="tx1"/>
                </a:solidFill>
                <a:round/>
                <a:headEnd type="none" w="sm" len="sm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3300"/>
                  </a:buClr>
                  <a:buSzPct val="75000"/>
                  <a:buFont typeface="Wingdings" panose="05000000000000000000" pitchFamily="2" charset="2"/>
                  <a:buChar char="m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69000"/>
                  <a:buFont typeface="Wingdings" panose="05000000000000000000" pitchFamily="2" charset="2"/>
                  <a:buChar char="q"/>
                  <a:defRPr kumimoji="1" sz="2800">
                    <a:solidFill>
                      <a:srgbClr val="3333CC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3300"/>
                  </a:buClr>
                  <a:buFont typeface="Wingdings" panose="05000000000000000000" pitchFamily="2" charset="2"/>
                  <a:buChar char="Ø"/>
                  <a:defRPr kumimoji="1" sz="2400">
                    <a:solidFill>
                      <a:srgbClr val="FF33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2400">
                  <a:latin typeface="Symbol" panose="05050102010706020507" pitchFamily="18" charset="2"/>
                </a:endParaRPr>
              </a:p>
            </p:txBody>
          </p:sp>
        </p:grpSp>
        <p:sp>
          <p:nvSpPr>
            <p:cNvPr id="79901" name="Oval 15"/>
            <p:cNvSpPr>
              <a:spLocks noChangeArrowheads="1"/>
            </p:cNvSpPr>
            <p:nvPr/>
          </p:nvSpPr>
          <p:spPr bwMode="auto">
            <a:xfrm>
              <a:off x="1536" y="1392"/>
              <a:ext cx="336" cy="336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>
                <a:latin typeface="Symbol" panose="05050102010706020507" pitchFamily="18" charset="2"/>
              </a:endParaRPr>
            </a:p>
          </p:txBody>
        </p:sp>
        <p:sp>
          <p:nvSpPr>
            <p:cNvPr id="79902" name="Oval 16"/>
            <p:cNvSpPr>
              <a:spLocks noChangeArrowheads="1"/>
            </p:cNvSpPr>
            <p:nvPr/>
          </p:nvSpPr>
          <p:spPr bwMode="auto">
            <a:xfrm>
              <a:off x="864" y="1392"/>
              <a:ext cx="336" cy="336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>
                <a:latin typeface="Symbol" panose="05050102010706020507" pitchFamily="18" charset="2"/>
              </a:endParaRPr>
            </a:p>
          </p:txBody>
        </p:sp>
        <p:sp>
          <p:nvSpPr>
            <p:cNvPr id="79903" name="Line 17"/>
            <p:cNvSpPr>
              <a:spLocks noChangeShapeType="1"/>
            </p:cNvSpPr>
            <p:nvPr/>
          </p:nvSpPr>
          <p:spPr bwMode="auto">
            <a:xfrm>
              <a:off x="1200" y="1536"/>
              <a:ext cx="336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9904" name="Line 18"/>
            <p:cNvSpPr>
              <a:spLocks noChangeShapeType="1"/>
            </p:cNvSpPr>
            <p:nvPr/>
          </p:nvSpPr>
          <p:spPr bwMode="auto">
            <a:xfrm>
              <a:off x="1872" y="1536"/>
              <a:ext cx="336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9905" name="Text Box 19"/>
            <p:cNvSpPr txBox="1">
              <a:spLocks noChangeArrowheads="1"/>
            </p:cNvSpPr>
            <p:nvPr/>
          </p:nvSpPr>
          <p:spPr bwMode="auto">
            <a:xfrm>
              <a:off x="912" y="1440"/>
              <a:ext cx="240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 type="none" w="sm" len="sm"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000" b="1"/>
                <a:t>0</a:t>
              </a:r>
              <a:endParaRPr kumimoji="0" lang="en-US" altLang="zh-CN" sz="2000" b="1"/>
            </a:p>
          </p:txBody>
        </p:sp>
        <p:sp>
          <p:nvSpPr>
            <p:cNvPr id="79906" name="Text Box 20"/>
            <p:cNvSpPr txBox="1">
              <a:spLocks noChangeArrowheads="1"/>
            </p:cNvSpPr>
            <p:nvPr/>
          </p:nvSpPr>
          <p:spPr bwMode="auto">
            <a:xfrm>
              <a:off x="2256" y="1440"/>
              <a:ext cx="240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 type="none" w="sm" len="sm"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000" b="1"/>
                <a:t>2</a:t>
              </a:r>
              <a:endParaRPr kumimoji="0" lang="en-US" altLang="zh-CN" sz="2000" b="1"/>
            </a:p>
          </p:txBody>
        </p:sp>
        <p:sp>
          <p:nvSpPr>
            <p:cNvPr id="79907" name="Text Box 21"/>
            <p:cNvSpPr txBox="1">
              <a:spLocks noChangeArrowheads="1"/>
            </p:cNvSpPr>
            <p:nvPr/>
          </p:nvSpPr>
          <p:spPr bwMode="auto">
            <a:xfrm>
              <a:off x="1584" y="1440"/>
              <a:ext cx="240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 type="none" w="sm" len="sm"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000" b="1"/>
                <a:t>1</a:t>
              </a:r>
              <a:endParaRPr kumimoji="0" lang="en-US" altLang="zh-CN" sz="2000" b="1"/>
            </a:p>
          </p:txBody>
        </p:sp>
        <p:sp>
          <p:nvSpPr>
            <p:cNvPr id="79908" name="Text Box 22"/>
            <p:cNvSpPr txBox="1">
              <a:spLocks noChangeArrowheads="1"/>
            </p:cNvSpPr>
            <p:nvPr/>
          </p:nvSpPr>
          <p:spPr bwMode="auto">
            <a:xfrm>
              <a:off x="1200" y="1326"/>
              <a:ext cx="240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 type="none" w="sm" len="sm"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000" b="1"/>
                <a:t>T</a:t>
              </a:r>
              <a:endParaRPr kumimoji="0" lang="en-US" altLang="zh-CN" sz="2000" b="1"/>
            </a:p>
          </p:txBody>
        </p:sp>
        <p:sp>
          <p:nvSpPr>
            <p:cNvPr id="79909" name="Text Box 23"/>
            <p:cNvSpPr txBox="1">
              <a:spLocks noChangeArrowheads="1"/>
            </p:cNvSpPr>
            <p:nvPr/>
          </p:nvSpPr>
          <p:spPr bwMode="auto">
            <a:xfrm>
              <a:off x="1872" y="1326"/>
              <a:ext cx="288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 type="none" w="sm" len="sm"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000" b="1"/>
                <a:t>E’</a:t>
              </a:r>
              <a:endParaRPr kumimoji="0" lang="en-US" altLang="zh-CN" sz="2000" b="1"/>
            </a:p>
          </p:txBody>
        </p:sp>
        <p:sp>
          <p:nvSpPr>
            <p:cNvPr id="79910" name="Text Box 24"/>
            <p:cNvSpPr txBox="1">
              <a:spLocks noChangeArrowheads="1"/>
            </p:cNvSpPr>
            <p:nvPr/>
          </p:nvSpPr>
          <p:spPr bwMode="auto">
            <a:xfrm>
              <a:off x="528" y="1440"/>
              <a:ext cx="336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 type="none" w="sm" len="sm"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000" b="1"/>
                <a:t>E:</a:t>
              </a:r>
              <a:endParaRPr kumimoji="0" lang="en-US" altLang="zh-CN" sz="2000" b="1"/>
            </a:p>
          </p:txBody>
        </p:sp>
      </p:grpSp>
      <p:grpSp>
        <p:nvGrpSpPr>
          <p:cNvPr id="79879" name="Group 25"/>
          <p:cNvGrpSpPr/>
          <p:nvPr/>
        </p:nvGrpSpPr>
        <p:grpSpPr bwMode="auto">
          <a:xfrm>
            <a:off x="3429000" y="2819400"/>
            <a:ext cx="4267200" cy="958850"/>
            <a:chOff x="528" y="1710"/>
            <a:chExt cx="2688" cy="604"/>
          </a:xfrm>
        </p:grpSpPr>
        <p:sp>
          <p:nvSpPr>
            <p:cNvPr id="79880" name="Oval 26"/>
            <p:cNvSpPr>
              <a:spLocks noChangeArrowheads="1"/>
            </p:cNvSpPr>
            <p:nvPr/>
          </p:nvSpPr>
          <p:spPr bwMode="auto">
            <a:xfrm>
              <a:off x="864" y="1776"/>
              <a:ext cx="336" cy="336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>
                <a:latin typeface="Symbol" panose="05050102010706020507" pitchFamily="18" charset="2"/>
              </a:endParaRPr>
            </a:p>
          </p:txBody>
        </p:sp>
        <p:sp>
          <p:nvSpPr>
            <p:cNvPr id="79881" name="Line 27"/>
            <p:cNvSpPr>
              <a:spLocks noChangeShapeType="1"/>
            </p:cNvSpPr>
            <p:nvPr/>
          </p:nvSpPr>
          <p:spPr bwMode="auto">
            <a:xfrm>
              <a:off x="1200" y="1920"/>
              <a:ext cx="336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9882" name="Text Box 28"/>
            <p:cNvSpPr txBox="1">
              <a:spLocks noChangeArrowheads="1"/>
            </p:cNvSpPr>
            <p:nvPr/>
          </p:nvSpPr>
          <p:spPr bwMode="auto">
            <a:xfrm>
              <a:off x="912" y="1824"/>
              <a:ext cx="240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 type="none" w="sm" len="sm"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000" b="1"/>
                <a:t>3</a:t>
              </a:r>
              <a:endParaRPr kumimoji="0" lang="en-US" altLang="zh-CN" sz="2000" b="1"/>
            </a:p>
          </p:txBody>
        </p:sp>
        <p:grpSp>
          <p:nvGrpSpPr>
            <p:cNvPr id="79883" name="Group 29"/>
            <p:cNvGrpSpPr/>
            <p:nvPr/>
          </p:nvGrpSpPr>
          <p:grpSpPr bwMode="auto">
            <a:xfrm>
              <a:off x="2880" y="1776"/>
              <a:ext cx="336" cy="336"/>
              <a:chOff x="2448" y="2736"/>
              <a:chExt cx="336" cy="336"/>
            </a:xfrm>
          </p:grpSpPr>
          <p:grpSp>
            <p:nvGrpSpPr>
              <p:cNvPr id="79896" name="Group 30"/>
              <p:cNvGrpSpPr/>
              <p:nvPr/>
            </p:nvGrpSpPr>
            <p:grpSpPr bwMode="auto">
              <a:xfrm>
                <a:off x="2448" y="2736"/>
                <a:ext cx="336" cy="336"/>
                <a:chOff x="3552" y="2544"/>
                <a:chExt cx="336" cy="336"/>
              </a:xfrm>
            </p:grpSpPr>
            <p:sp>
              <p:nvSpPr>
                <p:cNvPr id="79898" name="Oval 31"/>
                <p:cNvSpPr>
                  <a:spLocks noChangeArrowheads="1"/>
                </p:cNvSpPr>
                <p:nvPr/>
              </p:nvSpPr>
              <p:spPr bwMode="auto">
                <a:xfrm>
                  <a:off x="3552" y="2544"/>
                  <a:ext cx="336" cy="336"/>
                </a:xfrm>
                <a:prstGeom prst="ellipse">
                  <a:avLst/>
                </a:prstGeom>
                <a:noFill/>
                <a:ln w="25400">
                  <a:solidFill>
                    <a:schemeClr val="tx1"/>
                  </a:solidFill>
                  <a:round/>
                  <a:headEnd type="none" w="sm" len="sm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rgbClr val="FF3300"/>
                    </a:buClr>
                    <a:buSzPct val="75000"/>
                    <a:buFont typeface="Wingdings" panose="05000000000000000000" pitchFamily="2" charset="2"/>
                    <a:buChar char="m"/>
                    <a:defRPr kumimoji="1"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folHlink"/>
                    </a:buClr>
                    <a:buSzPct val="69000"/>
                    <a:buFont typeface="Wingdings" panose="05000000000000000000" pitchFamily="2" charset="2"/>
                    <a:buChar char="q"/>
                    <a:defRPr kumimoji="1" sz="2800">
                      <a:solidFill>
                        <a:srgbClr val="3333CC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3300"/>
                    </a:buClr>
                    <a:buFont typeface="Wingdings" panose="05000000000000000000" pitchFamily="2" charset="2"/>
                    <a:buChar char="Ø"/>
                    <a:defRPr kumimoji="1" sz="2400">
                      <a:solidFill>
                        <a:srgbClr val="FF3300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tx1"/>
                    </a:buClr>
                    <a:buChar char="–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tx1"/>
                    </a:buClr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en-US" sz="2400">
                    <a:latin typeface="Symbol" panose="05050102010706020507" pitchFamily="18" charset="2"/>
                  </a:endParaRPr>
                </a:p>
              </p:txBody>
            </p:sp>
            <p:sp>
              <p:nvSpPr>
                <p:cNvPr id="79899" name="Oval 32"/>
                <p:cNvSpPr>
                  <a:spLocks noChangeArrowheads="1"/>
                </p:cNvSpPr>
                <p:nvPr/>
              </p:nvSpPr>
              <p:spPr bwMode="auto">
                <a:xfrm>
                  <a:off x="3600" y="2592"/>
                  <a:ext cx="240" cy="240"/>
                </a:xfrm>
                <a:prstGeom prst="ellipse">
                  <a:avLst/>
                </a:prstGeom>
                <a:noFill/>
                <a:ln w="25400">
                  <a:solidFill>
                    <a:schemeClr val="tx1"/>
                  </a:solidFill>
                  <a:round/>
                  <a:headEnd type="none" w="sm" len="sm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rgbClr val="FF3300"/>
                    </a:buClr>
                    <a:buSzPct val="75000"/>
                    <a:buFont typeface="Wingdings" panose="05000000000000000000" pitchFamily="2" charset="2"/>
                    <a:buChar char="m"/>
                    <a:defRPr kumimoji="1"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folHlink"/>
                    </a:buClr>
                    <a:buSzPct val="69000"/>
                    <a:buFont typeface="Wingdings" panose="05000000000000000000" pitchFamily="2" charset="2"/>
                    <a:buChar char="q"/>
                    <a:defRPr kumimoji="1" sz="2800">
                      <a:solidFill>
                        <a:srgbClr val="3333CC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3300"/>
                    </a:buClr>
                    <a:buFont typeface="Wingdings" panose="05000000000000000000" pitchFamily="2" charset="2"/>
                    <a:buChar char="Ø"/>
                    <a:defRPr kumimoji="1" sz="2400">
                      <a:solidFill>
                        <a:srgbClr val="FF3300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tx1"/>
                    </a:buClr>
                    <a:buChar char="–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tx1"/>
                    </a:buClr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en-US" sz="2400">
                    <a:latin typeface="Symbol" panose="05050102010706020507" pitchFamily="18" charset="2"/>
                  </a:endParaRPr>
                </a:p>
              </p:txBody>
            </p:sp>
          </p:grpSp>
          <p:sp>
            <p:nvSpPr>
              <p:cNvPr id="79897" name="Text Box 33"/>
              <p:cNvSpPr txBox="1">
                <a:spLocks noChangeArrowheads="1"/>
              </p:cNvSpPr>
              <p:nvPr/>
            </p:nvSpPr>
            <p:spPr bwMode="auto">
              <a:xfrm>
                <a:off x="2496" y="2784"/>
                <a:ext cx="240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5400">
                    <a:solidFill>
                      <a:srgbClr val="000000"/>
                    </a:solidFill>
                    <a:miter lim="800000"/>
                    <a:headEnd type="none" w="sm" len="sm"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3300"/>
                  </a:buClr>
                  <a:buSzPct val="75000"/>
                  <a:buFont typeface="Wingdings" panose="05000000000000000000" pitchFamily="2" charset="2"/>
                  <a:buChar char="m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69000"/>
                  <a:buFont typeface="Wingdings" panose="05000000000000000000" pitchFamily="2" charset="2"/>
                  <a:buChar char="q"/>
                  <a:defRPr kumimoji="1" sz="2800">
                    <a:solidFill>
                      <a:srgbClr val="3333CC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3300"/>
                  </a:buClr>
                  <a:buFont typeface="Wingdings" panose="05000000000000000000" pitchFamily="2" charset="2"/>
                  <a:buChar char="Ø"/>
                  <a:defRPr kumimoji="1" sz="2400">
                    <a:solidFill>
                      <a:srgbClr val="FF33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kumimoji="0" lang="en-US" altLang="zh-CN" sz="2000" b="1"/>
                  <a:t>6</a:t>
                </a:r>
                <a:endParaRPr kumimoji="0" lang="en-US" altLang="zh-CN" sz="2000" b="1"/>
              </a:p>
            </p:txBody>
          </p:sp>
        </p:grpSp>
        <p:sp>
          <p:nvSpPr>
            <p:cNvPr id="79884" name="Text Box 34"/>
            <p:cNvSpPr txBox="1">
              <a:spLocks noChangeArrowheads="1"/>
            </p:cNvSpPr>
            <p:nvPr/>
          </p:nvSpPr>
          <p:spPr bwMode="auto">
            <a:xfrm>
              <a:off x="1200" y="1710"/>
              <a:ext cx="240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 type="none" w="sm" len="sm"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000" b="1"/>
                <a:t>+</a:t>
              </a:r>
              <a:endParaRPr kumimoji="0" lang="en-US" altLang="zh-CN" sz="2000" b="1"/>
            </a:p>
          </p:txBody>
        </p:sp>
        <p:sp>
          <p:nvSpPr>
            <p:cNvPr id="79885" name="Oval 35"/>
            <p:cNvSpPr>
              <a:spLocks noChangeArrowheads="1"/>
            </p:cNvSpPr>
            <p:nvPr/>
          </p:nvSpPr>
          <p:spPr bwMode="auto">
            <a:xfrm>
              <a:off x="1536" y="1776"/>
              <a:ext cx="336" cy="336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>
                <a:latin typeface="Symbol" panose="05050102010706020507" pitchFamily="18" charset="2"/>
              </a:endParaRPr>
            </a:p>
          </p:txBody>
        </p:sp>
        <p:sp>
          <p:nvSpPr>
            <p:cNvPr id="79886" name="Line 36"/>
            <p:cNvSpPr>
              <a:spLocks noChangeShapeType="1"/>
            </p:cNvSpPr>
            <p:nvPr/>
          </p:nvSpPr>
          <p:spPr bwMode="auto">
            <a:xfrm>
              <a:off x="1872" y="1920"/>
              <a:ext cx="336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9887" name="Text Box 37"/>
            <p:cNvSpPr txBox="1">
              <a:spLocks noChangeArrowheads="1"/>
            </p:cNvSpPr>
            <p:nvPr/>
          </p:nvSpPr>
          <p:spPr bwMode="auto">
            <a:xfrm>
              <a:off x="1584" y="1824"/>
              <a:ext cx="240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 type="none" w="sm" len="sm"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000" b="1"/>
                <a:t>4</a:t>
              </a:r>
              <a:endParaRPr kumimoji="0" lang="en-US" altLang="zh-CN" sz="2000" b="1"/>
            </a:p>
          </p:txBody>
        </p:sp>
        <p:sp>
          <p:nvSpPr>
            <p:cNvPr id="79888" name="Text Box 38"/>
            <p:cNvSpPr txBox="1">
              <a:spLocks noChangeArrowheads="1"/>
            </p:cNvSpPr>
            <p:nvPr/>
          </p:nvSpPr>
          <p:spPr bwMode="auto">
            <a:xfrm>
              <a:off x="1872" y="1710"/>
              <a:ext cx="288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 type="none" w="sm" len="sm"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000" b="1"/>
                <a:t>T</a:t>
              </a:r>
              <a:endParaRPr kumimoji="0" lang="en-US" altLang="zh-CN" sz="2000" b="1"/>
            </a:p>
          </p:txBody>
        </p:sp>
        <p:sp>
          <p:nvSpPr>
            <p:cNvPr id="79889" name="Text Box 39"/>
            <p:cNvSpPr txBox="1">
              <a:spLocks noChangeArrowheads="1"/>
            </p:cNvSpPr>
            <p:nvPr/>
          </p:nvSpPr>
          <p:spPr bwMode="auto">
            <a:xfrm>
              <a:off x="528" y="1824"/>
              <a:ext cx="336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 type="none" w="sm" len="sm"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000" b="1"/>
                <a:t>E’:</a:t>
              </a:r>
              <a:endParaRPr kumimoji="0" lang="en-US" altLang="zh-CN" sz="2000" b="1"/>
            </a:p>
          </p:txBody>
        </p:sp>
        <p:sp>
          <p:nvSpPr>
            <p:cNvPr id="79890" name="Oval 40"/>
            <p:cNvSpPr>
              <a:spLocks noChangeArrowheads="1"/>
            </p:cNvSpPr>
            <p:nvPr/>
          </p:nvSpPr>
          <p:spPr bwMode="auto">
            <a:xfrm>
              <a:off x="2208" y="1776"/>
              <a:ext cx="336" cy="336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>
                <a:latin typeface="Symbol" panose="05050102010706020507" pitchFamily="18" charset="2"/>
              </a:endParaRPr>
            </a:p>
          </p:txBody>
        </p:sp>
        <p:sp>
          <p:nvSpPr>
            <p:cNvPr id="79891" name="Line 41"/>
            <p:cNvSpPr>
              <a:spLocks noChangeShapeType="1"/>
            </p:cNvSpPr>
            <p:nvPr/>
          </p:nvSpPr>
          <p:spPr bwMode="auto">
            <a:xfrm>
              <a:off x="2544" y="1920"/>
              <a:ext cx="336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9892" name="Text Box 42"/>
            <p:cNvSpPr txBox="1">
              <a:spLocks noChangeArrowheads="1"/>
            </p:cNvSpPr>
            <p:nvPr/>
          </p:nvSpPr>
          <p:spPr bwMode="auto">
            <a:xfrm>
              <a:off x="2256" y="1824"/>
              <a:ext cx="240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 type="none" w="sm" len="sm"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000" b="1"/>
                <a:t>5</a:t>
              </a:r>
              <a:endParaRPr kumimoji="0" lang="en-US" altLang="zh-CN" sz="2000" b="1"/>
            </a:p>
          </p:txBody>
        </p:sp>
        <p:sp>
          <p:nvSpPr>
            <p:cNvPr id="79893" name="Text Box 43"/>
            <p:cNvSpPr txBox="1">
              <a:spLocks noChangeArrowheads="1"/>
            </p:cNvSpPr>
            <p:nvPr/>
          </p:nvSpPr>
          <p:spPr bwMode="auto">
            <a:xfrm>
              <a:off x="2544" y="1710"/>
              <a:ext cx="288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 type="none" w="sm" len="sm"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000" b="1"/>
                <a:t>E’</a:t>
              </a:r>
              <a:endParaRPr kumimoji="0" lang="en-US" altLang="zh-CN" sz="2000" b="1"/>
            </a:p>
          </p:txBody>
        </p:sp>
        <p:cxnSp>
          <p:nvCxnSpPr>
            <p:cNvPr id="79894" name="AutoShape 44"/>
            <p:cNvCxnSpPr>
              <a:cxnSpLocks noChangeShapeType="1"/>
              <a:stCxn id="79880" idx="4"/>
              <a:endCxn id="79898" idx="4"/>
            </p:cNvCxnSpPr>
            <p:nvPr/>
          </p:nvCxnSpPr>
          <p:spPr bwMode="auto">
            <a:xfrm rot="16200000" flipH="1">
              <a:off x="2039" y="1113"/>
              <a:ext cx="1" cy="2016"/>
            </a:xfrm>
            <a:prstGeom prst="curvedConnector3">
              <a:avLst>
                <a:gd name="adj1" fmla="val 13499995"/>
              </a:avLst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79895" name="Text Box 45"/>
            <p:cNvSpPr txBox="1">
              <a:spLocks noChangeArrowheads="1"/>
            </p:cNvSpPr>
            <p:nvPr/>
          </p:nvSpPr>
          <p:spPr bwMode="auto">
            <a:xfrm>
              <a:off x="1920" y="2064"/>
              <a:ext cx="240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 type="none" w="sm" len="sm"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000" b="1">
                  <a:latin typeface="Symbol" panose="05050102010706020507" pitchFamily="18" charset="2"/>
                  <a:sym typeface="Symbol" panose="05050102010706020507" pitchFamily="18" charset="2"/>
                </a:rPr>
                <a:t>e</a:t>
              </a:r>
              <a:endParaRPr kumimoji="0" lang="en-US" altLang="zh-CN" sz="2000" b="1">
                <a:latin typeface="Symbol" panose="05050102010706020507" pitchFamily="18" charset="2"/>
                <a:sym typeface="Symbol" panose="05050102010706020507" pitchFamily="18" charset="2"/>
              </a:endParaRPr>
            </a:p>
          </p:txBody>
        </p:sp>
      </p:grp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使用</a:t>
            </a:r>
            <a:r>
              <a:rPr lang="en-US" altLang="zh-CN"/>
              <a:t>TD</a:t>
            </a:r>
            <a:r>
              <a:rPr lang="zh-CN" altLang="en-US"/>
              <a:t>（代码示例）</a:t>
            </a:r>
            <a:endParaRPr lang="zh-CN" altLang="en-US"/>
          </a:p>
        </p:txBody>
      </p:sp>
      <p:sp>
        <p:nvSpPr>
          <p:cNvPr id="80899" name="Text Box 4"/>
          <p:cNvSpPr txBox="1">
            <a:spLocks noChangeArrowheads="1"/>
          </p:cNvSpPr>
          <p:nvPr/>
        </p:nvSpPr>
        <p:spPr bwMode="auto">
          <a:xfrm>
            <a:off x="685800" y="1600200"/>
            <a:ext cx="1676400" cy="1604963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1800" b="1">
                <a:latin typeface="Courier New" panose="02070309020205020404" pitchFamily="49" charset="0"/>
              </a:rPr>
              <a:t>TD_T()</a:t>
            </a:r>
            <a:endParaRPr kumimoji="0" lang="en-US" altLang="zh-CN" sz="1800" b="1">
              <a:latin typeface="Courier New" panose="02070309020205020404" pitchFamily="49" charset="0"/>
            </a:endParaRPr>
          </a:p>
          <a:p>
            <a:pPr eaLnBrk="1" hangingPunct="1">
              <a:lnSpc>
                <a:spcPct val="6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1800" b="1">
                <a:latin typeface="Courier New" panose="02070309020205020404" pitchFamily="49" charset="0"/>
              </a:rPr>
              <a:t>{</a:t>
            </a:r>
            <a:endParaRPr kumimoji="0" lang="en-US" altLang="zh-CN" sz="1800" b="1">
              <a:latin typeface="Courier New" panose="02070309020205020404" pitchFamily="49" charset="0"/>
            </a:endParaRPr>
          </a:p>
          <a:p>
            <a:pPr eaLnBrk="1" hangingPunct="1">
              <a:lnSpc>
                <a:spcPct val="6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1800" b="1">
                <a:latin typeface="Courier New" panose="02070309020205020404" pitchFamily="49" charset="0"/>
              </a:rPr>
              <a:t>  TD_F();</a:t>
            </a:r>
            <a:endParaRPr kumimoji="0" lang="en-US" altLang="zh-CN" sz="1800" b="1">
              <a:latin typeface="Courier New" panose="02070309020205020404" pitchFamily="49" charset="0"/>
            </a:endParaRPr>
          </a:p>
          <a:p>
            <a:pPr eaLnBrk="1" hangingPunct="1">
              <a:lnSpc>
                <a:spcPct val="6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1800" b="1">
                <a:latin typeface="Courier New" panose="02070309020205020404" pitchFamily="49" charset="0"/>
              </a:rPr>
              <a:t>  TD_T’();</a:t>
            </a:r>
            <a:endParaRPr kumimoji="0" lang="en-US" altLang="zh-CN" sz="1800" b="1">
              <a:latin typeface="Courier New" panose="02070309020205020404" pitchFamily="49" charset="0"/>
            </a:endParaRPr>
          </a:p>
          <a:p>
            <a:pPr eaLnBrk="1" hangingPunct="1">
              <a:lnSpc>
                <a:spcPct val="6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1800" b="1">
                <a:latin typeface="Courier New" panose="02070309020205020404" pitchFamily="49" charset="0"/>
              </a:rPr>
              <a:t>}</a:t>
            </a:r>
            <a:endParaRPr kumimoji="0" lang="en-US" altLang="zh-CN" sz="1800" b="1">
              <a:latin typeface="Courier New" panose="02070309020205020404" pitchFamily="49" charset="0"/>
            </a:endParaRPr>
          </a:p>
        </p:txBody>
      </p:sp>
      <p:sp>
        <p:nvSpPr>
          <p:cNvPr id="80900" name="Text Box 8"/>
          <p:cNvSpPr txBox="1">
            <a:spLocks noChangeArrowheads="1"/>
          </p:cNvSpPr>
          <p:nvPr/>
        </p:nvSpPr>
        <p:spPr bwMode="auto">
          <a:xfrm>
            <a:off x="685800" y="4021138"/>
            <a:ext cx="4267200" cy="1084262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5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1800" b="1">
                <a:latin typeface="Courier New" panose="02070309020205020404" pitchFamily="49" charset="0"/>
              </a:rPr>
              <a:t>TD_T’()</a:t>
            </a:r>
            <a:endParaRPr kumimoji="0" lang="en-US" altLang="zh-CN" sz="1800" b="1">
              <a:latin typeface="Courier New" panose="02070309020205020404" pitchFamily="49" charset="0"/>
            </a:endParaRPr>
          </a:p>
          <a:p>
            <a:pPr eaLnBrk="1" hangingPunct="1">
              <a:lnSpc>
                <a:spcPct val="5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1800" b="1">
                <a:latin typeface="Courier New" panose="02070309020205020404" pitchFamily="49" charset="0"/>
              </a:rPr>
              <a:t>{ token = get_token();</a:t>
            </a:r>
            <a:endParaRPr kumimoji="0" lang="en-US" altLang="zh-CN" sz="1800" b="1">
              <a:latin typeface="Courier New" panose="02070309020205020404" pitchFamily="49" charset="0"/>
            </a:endParaRPr>
          </a:p>
          <a:p>
            <a:pPr eaLnBrk="1" hangingPunct="1">
              <a:lnSpc>
                <a:spcPct val="5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1800" b="1">
                <a:latin typeface="Courier New" panose="02070309020205020404" pitchFamily="49" charset="0"/>
              </a:rPr>
              <a:t>  if token = ‘*’ then</a:t>
            </a:r>
            <a:endParaRPr kumimoji="0" lang="en-US" altLang="zh-CN" sz="1800" b="1">
              <a:latin typeface="Courier New" panose="02070309020205020404" pitchFamily="49" charset="0"/>
            </a:endParaRPr>
          </a:p>
          <a:p>
            <a:pPr eaLnBrk="1" hangingPunct="1">
              <a:lnSpc>
                <a:spcPct val="5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1800" b="1">
                <a:latin typeface="Courier New" panose="02070309020205020404" pitchFamily="49" charset="0"/>
              </a:rPr>
              <a:t>    { TD_F(); TD_T’(); }}</a:t>
            </a:r>
            <a:endParaRPr kumimoji="0" lang="en-US" altLang="zh-CN" sz="1800" b="1">
              <a:latin typeface="Courier New" panose="02070309020205020404" pitchFamily="49" charset="0"/>
            </a:endParaRPr>
          </a:p>
        </p:txBody>
      </p:sp>
      <p:grpSp>
        <p:nvGrpSpPr>
          <p:cNvPr id="80901" name="Group 10"/>
          <p:cNvGrpSpPr/>
          <p:nvPr/>
        </p:nvGrpSpPr>
        <p:grpSpPr bwMode="auto">
          <a:xfrm>
            <a:off x="2971800" y="1600200"/>
            <a:ext cx="3200400" cy="657225"/>
            <a:chOff x="528" y="2274"/>
            <a:chExt cx="2016" cy="414"/>
          </a:xfrm>
        </p:grpSpPr>
        <p:grpSp>
          <p:nvGrpSpPr>
            <p:cNvPr id="80922" name="Group 11"/>
            <p:cNvGrpSpPr/>
            <p:nvPr/>
          </p:nvGrpSpPr>
          <p:grpSpPr bwMode="auto">
            <a:xfrm>
              <a:off x="2208" y="2352"/>
              <a:ext cx="336" cy="336"/>
              <a:chOff x="3552" y="2544"/>
              <a:chExt cx="336" cy="336"/>
            </a:xfrm>
          </p:grpSpPr>
          <p:sp>
            <p:nvSpPr>
              <p:cNvPr id="80933" name="Oval 12"/>
              <p:cNvSpPr>
                <a:spLocks noChangeArrowheads="1"/>
              </p:cNvSpPr>
              <p:nvPr/>
            </p:nvSpPr>
            <p:spPr bwMode="auto">
              <a:xfrm>
                <a:off x="3552" y="2544"/>
                <a:ext cx="336" cy="336"/>
              </a:xfrm>
              <a:prstGeom prst="ellipse">
                <a:avLst/>
              </a:prstGeom>
              <a:noFill/>
              <a:ln w="25400">
                <a:solidFill>
                  <a:schemeClr val="tx1"/>
                </a:solidFill>
                <a:round/>
                <a:headEnd type="none" w="sm" len="sm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3300"/>
                  </a:buClr>
                  <a:buSzPct val="75000"/>
                  <a:buFont typeface="Wingdings" panose="05000000000000000000" pitchFamily="2" charset="2"/>
                  <a:buChar char="m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69000"/>
                  <a:buFont typeface="Wingdings" panose="05000000000000000000" pitchFamily="2" charset="2"/>
                  <a:buChar char="q"/>
                  <a:defRPr kumimoji="1" sz="2800">
                    <a:solidFill>
                      <a:srgbClr val="3333CC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3300"/>
                  </a:buClr>
                  <a:buFont typeface="Wingdings" panose="05000000000000000000" pitchFamily="2" charset="2"/>
                  <a:buChar char="Ø"/>
                  <a:defRPr kumimoji="1" sz="2400">
                    <a:solidFill>
                      <a:srgbClr val="FF33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2400">
                  <a:latin typeface="Symbol" panose="05050102010706020507" pitchFamily="18" charset="2"/>
                </a:endParaRPr>
              </a:p>
            </p:txBody>
          </p:sp>
          <p:sp>
            <p:nvSpPr>
              <p:cNvPr id="80934" name="Oval 13"/>
              <p:cNvSpPr>
                <a:spLocks noChangeArrowheads="1"/>
              </p:cNvSpPr>
              <p:nvPr/>
            </p:nvSpPr>
            <p:spPr bwMode="auto">
              <a:xfrm>
                <a:off x="3600" y="2592"/>
                <a:ext cx="240" cy="240"/>
              </a:xfrm>
              <a:prstGeom prst="ellipse">
                <a:avLst/>
              </a:prstGeom>
              <a:noFill/>
              <a:ln w="25400">
                <a:solidFill>
                  <a:schemeClr val="tx1"/>
                </a:solidFill>
                <a:round/>
                <a:headEnd type="none" w="sm" len="sm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3300"/>
                  </a:buClr>
                  <a:buSzPct val="75000"/>
                  <a:buFont typeface="Wingdings" panose="05000000000000000000" pitchFamily="2" charset="2"/>
                  <a:buChar char="m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69000"/>
                  <a:buFont typeface="Wingdings" panose="05000000000000000000" pitchFamily="2" charset="2"/>
                  <a:buChar char="q"/>
                  <a:defRPr kumimoji="1" sz="2800">
                    <a:solidFill>
                      <a:srgbClr val="3333CC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3300"/>
                  </a:buClr>
                  <a:buFont typeface="Wingdings" panose="05000000000000000000" pitchFamily="2" charset="2"/>
                  <a:buChar char="Ø"/>
                  <a:defRPr kumimoji="1" sz="2400">
                    <a:solidFill>
                      <a:srgbClr val="FF33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2400">
                  <a:latin typeface="Symbol" panose="05050102010706020507" pitchFamily="18" charset="2"/>
                </a:endParaRPr>
              </a:p>
            </p:txBody>
          </p:sp>
        </p:grpSp>
        <p:sp>
          <p:nvSpPr>
            <p:cNvPr id="80923" name="Oval 14"/>
            <p:cNvSpPr>
              <a:spLocks noChangeArrowheads="1"/>
            </p:cNvSpPr>
            <p:nvPr/>
          </p:nvSpPr>
          <p:spPr bwMode="auto">
            <a:xfrm>
              <a:off x="1536" y="2352"/>
              <a:ext cx="336" cy="336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>
                <a:latin typeface="Symbol" panose="05050102010706020507" pitchFamily="18" charset="2"/>
              </a:endParaRPr>
            </a:p>
          </p:txBody>
        </p:sp>
        <p:sp>
          <p:nvSpPr>
            <p:cNvPr id="80924" name="Oval 15"/>
            <p:cNvSpPr>
              <a:spLocks noChangeArrowheads="1"/>
            </p:cNvSpPr>
            <p:nvPr/>
          </p:nvSpPr>
          <p:spPr bwMode="auto">
            <a:xfrm>
              <a:off x="864" y="2352"/>
              <a:ext cx="336" cy="336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>
                <a:latin typeface="Symbol" panose="05050102010706020507" pitchFamily="18" charset="2"/>
              </a:endParaRPr>
            </a:p>
          </p:txBody>
        </p:sp>
        <p:sp>
          <p:nvSpPr>
            <p:cNvPr id="80925" name="Line 16"/>
            <p:cNvSpPr>
              <a:spLocks noChangeShapeType="1"/>
            </p:cNvSpPr>
            <p:nvPr/>
          </p:nvSpPr>
          <p:spPr bwMode="auto">
            <a:xfrm>
              <a:off x="1200" y="2496"/>
              <a:ext cx="336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0926" name="Line 17"/>
            <p:cNvSpPr>
              <a:spLocks noChangeShapeType="1"/>
            </p:cNvSpPr>
            <p:nvPr/>
          </p:nvSpPr>
          <p:spPr bwMode="auto">
            <a:xfrm>
              <a:off x="1872" y="2496"/>
              <a:ext cx="336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0927" name="Text Box 18"/>
            <p:cNvSpPr txBox="1">
              <a:spLocks noChangeArrowheads="1"/>
            </p:cNvSpPr>
            <p:nvPr/>
          </p:nvSpPr>
          <p:spPr bwMode="auto">
            <a:xfrm>
              <a:off x="912" y="2400"/>
              <a:ext cx="240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 type="none" w="sm" len="sm"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000" b="1"/>
                <a:t>7</a:t>
              </a:r>
              <a:endParaRPr kumimoji="0" lang="en-US" altLang="zh-CN" sz="2000" b="1"/>
            </a:p>
          </p:txBody>
        </p:sp>
        <p:sp>
          <p:nvSpPr>
            <p:cNvPr id="80928" name="Text Box 19"/>
            <p:cNvSpPr txBox="1">
              <a:spLocks noChangeArrowheads="1"/>
            </p:cNvSpPr>
            <p:nvPr/>
          </p:nvSpPr>
          <p:spPr bwMode="auto">
            <a:xfrm>
              <a:off x="2256" y="2400"/>
              <a:ext cx="240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 type="none" w="sm" len="sm"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000" b="1"/>
                <a:t>9</a:t>
              </a:r>
              <a:endParaRPr kumimoji="0" lang="en-US" altLang="zh-CN" sz="2000" b="1"/>
            </a:p>
          </p:txBody>
        </p:sp>
        <p:sp>
          <p:nvSpPr>
            <p:cNvPr id="80929" name="Text Box 20"/>
            <p:cNvSpPr txBox="1">
              <a:spLocks noChangeArrowheads="1"/>
            </p:cNvSpPr>
            <p:nvPr/>
          </p:nvSpPr>
          <p:spPr bwMode="auto">
            <a:xfrm>
              <a:off x="1584" y="2400"/>
              <a:ext cx="240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 type="none" w="sm" len="sm"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000" b="1"/>
                <a:t>8</a:t>
              </a:r>
              <a:endParaRPr kumimoji="0" lang="en-US" altLang="zh-CN" sz="2000" b="1"/>
            </a:p>
          </p:txBody>
        </p:sp>
        <p:sp>
          <p:nvSpPr>
            <p:cNvPr id="80930" name="Text Box 21"/>
            <p:cNvSpPr txBox="1">
              <a:spLocks noChangeArrowheads="1"/>
            </p:cNvSpPr>
            <p:nvPr/>
          </p:nvSpPr>
          <p:spPr bwMode="auto">
            <a:xfrm>
              <a:off x="1200" y="2274"/>
              <a:ext cx="240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 type="none" w="sm" len="sm"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000" b="1"/>
                <a:t>F</a:t>
              </a:r>
              <a:endParaRPr kumimoji="0" lang="en-US" altLang="zh-CN" sz="2000" b="1"/>
            </a:p>
          </p:txBody>
        </p:sp>
        <p:sp>
          <p:nvSpPr>
            <p:cNvPr id="80931" name="Text Box 22"/>
            <p:cNvSpPr txBox="1">
              <a:spLocks noChangeArrowheads="1"/>
            </p:cNvSpPr>
            <p:nvPr/>
          </p:nvSpPr>
          <p:spPr bwMode="auto">
            <a:xfrm>
              <a:off x="1872" y="2274"/>
              <a:ext cx="288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 type="none" w="sm" len="sm"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000" b="1"/>
                <a:t>T’</a:t>
              </a:r>
              <a:endParaRPr kumimoji="0" lang="en-US" altLang="zh-CN" sz="2000" b="1"/>
            </a:p>
          </p:txBody>
        </p:sp>
        <p:sp>
          <p:nvSpPr>
            <p:cNvPr id="80932" name="Text Box 23"/>
            <p:cNvSpPr txBox="1">
              <a:spLocks noChangeArrowheads="1"/>
            </p:cNvSpPr>
            <p:nvPr/>
          </p:nvSpPr>
          <p:spPr bwMode="auto">
            <a:xfrm>
              <a:off x="528" y="2400"/>
              <a:ext cx="336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 type="none" w="sm" len="sm"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000" b="1"/>
                <a:t>T:</a:t>
              </a:r>
              <a:endParaRPr kumimoji="0" lang="en-US" altLang="zh-CN" sz="2000" b="1"/>
            </a:p>
          </p:txBody>
        </p:sp>
      </p:grpSp>
      <p:grpSp>
        <p:nvGrpSpPr>
          <p:cNvPr id="80902" name="Group 24"/>
          <p:cNvGrpSpPr/>
          <p:nvPr/>
        </p:nvGrpSpPr>
        <p:grpSpPr bwMode="auto">
          <a:xfrm>
            <a:off x="3276600" y="2803525"/>
            <a:ext cx="4267200" cy="930275"/>
            <a:chOff x="528" y="2880"/>
            <a:chExt cx="2688" cy="586"/>
          </a:xfrm>
        </p:grpSpPr>
        <p:sp>
          <p:nvSpPr>
            <p:cNvPr id="80903" name="Oval 25"/>
            <p:cNvSpPr>
              <a:spLocks noChangeArrowheads="1"/>
            </p:cNvSpPr>
            <p:nvPr/>
          </p:nvSpPr>
          <p:spPr bwMode="auto">
            <a:xfrm>
              <a:off x="864" y="2966"/>
              <a:ext cx="336" cy="336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>
                <a:latin typeface="Symbol" panose="05050102010706020507" pitchFamily="18" charset="2"/>
              </a:endParaRPr>
            </a:p>
          </p:txBody>
        </p:sp>
        <p:sp>
          <p:nvSpPr>
            <p:cNvPr id="80904" name="Line 26"/>
            <p:cNvSpPr>
              <a:spLocks noChangeShapeType="1"/>
            </p:cNvSpPr>
            <p:nvPr/>
          </p:nvSpPr>
          <p:spPr bwMode="auto">
            <a:xfrm>
              <a:off x="1200" y="3110"/>
              <a:ext cx="336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0905" name="Text Box 27"/>
            <p:cNvSpPr txBox="1">
              <a:spLocks noChangeArrowheads="1"/>
            </p:cNvSpPr>
            <p:nvPr/>
          </p:nvSpPr>
          <p:spPr bwMode="auto">
            <a:xfrm>
              <a:off x="912" y="3014"/>
              <a:ext cx="288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 type="none" w="sm" len="sm"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000" b="1"/>
                <a:t>10</a:t>
              </a:r>
              <a:endParaRPr kumimoji="0" lang="en-US" altLang="zh-CN" sz="2000" b="1"/>
            </a:p>
          </p:txBody>
        </p:sp>
        <p:grpSp>
          <p:nvGrpSpPr>
            <p:cNvPr id="80906" name="Group 28"/>
            <p:cNvGrpSpPr/>
            <p:nvPr/>
          </p:nvGrpSpPr>
          <p:grpSpPr bwMode="auto">
            <a:xfrm>
              <a:off x="2880" y="2966"/>
              <a:ext cx="336" cy="336"/>
              <a:chOff x="3552" y="2544"/>
              <a:chExt cx="336" cy="336"/>
            </a:xfrm>
          </p:grpSpPr>
          <p:sp>
            <p:nvSpPr>
              <p:cNvPr id="80920" name="Oval 29"/>
              <p:cNvSpPr>
                <a:spLocks noChangeArrowheads="1"/>
              </p:cNvSpPr>
              <p:nvPr/>
            </p:nvSpPr>
            <p:spPr bwMode="auto">
              <a:xfrm>
                <a:off x="3552" y="2544"/>
                <a:ext cx="336" cy="336"/>
              </a:xfrm>
              <a:prstGeom prst="ellipse">
                <a:avLst/>
              </a:prstGeom>
              <a:noFill/>
              <a:ln w="25400">
                <a:solidFill>
                  <a:schemeClr val="tx1"/>
                </a:solidFill>
                <a:round/>
                <a:headEnd type="none" w="sm" len="sm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3300"/>
                  </a:buClr>
                  <a:buSzPct val="75000"/>
                  <a:buFont typeface="Wingdings" panose="05000000000000000000" pitchFamily="2" charset="2"/>
                  <a:buChar char="m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69000"/>
                  <a:buFont typeface="Wingdings" panose="05000000000000000000" pitchFamily="2" charset="2"/>
                  <a:buChar char="q"/>
                  <a:defRPr kumimoji="1" sz="2800">
                    <a:solidFill>
                      <a:srgbClr val="3333CC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3300"/>
                  </a:buClr>
                  <a:buFont typeface="Wingdings" panose="05000000000000000000" pitchFamily="2" charset="2"/>
                  <a:buChar char="Ø"/>
                  <a:defRPr kumimoji="1" sz="2400">
                    <a:solidFill>
                      <a:srgbClr val="FF33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2400">
                  <a:latin typeface="Symbol" panose="05050102010706020507" pitchFamily="18" charset="2"/>
                </a:endParaRPr>
              </a:p>
            </p:txBody>
          </p:sp>
          <p:sp>
            <p:nvSpPr>
              <p:cNvPr id="80921" name="Oval 30"/>
              <p:cNvSpPr>
                <a:spLocks noChangeArrowheads="1"/>
              </p:cNvSpPr>
              <p:nvPr/>
            </p:nvSpPr>
            <p:spPr bwMode="auto">
              <a:xfrm>
                <a:off x="3600" y="2592"/>
                <a:ext cx="240" cy="240"/>
              </a:xfrm>
              <a:prstGeom prst="ellipse">
                <a:avLst/>
              </a:prstGeom>
              <a:noFill/>
              <a:ln w="25400">
                <a:solidFill>
                  <a:schemeClr val="tx1"/>
                </a:solidFill>
                <a:round/>
                <a:headEnd type="none" w="sm" len="sm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3300"/>
                  </a:buClr>
                  <a:buSzPct val="75000"/>
                  <a:buFont typeface="Wingdings" panose="05000000000000000000" pitchFamily="2" charset="2"/>
                  <a:buChar char="m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69000"/>
                  <a:buFont typeface="Wingdings" panose="05000000000000000000" pitchFamily="2" charset="2"/>
                  <a:buChar char="q"/>
                  <a:defRPr kumimoji="1" sz="2800">
                    <a:solidFill>
                      <a:srgbClr val="3333CC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3300"/>
                  </a:buClr>
                  <a:buFont typeface="Wingdings" panose="05000000000000000000" pitchFamily="2" charset="2"/>
                  <a:buChar char="Ø"/>
                  <a:defRPr kumimoji="1" sz="2400">
                    <a:solidFill>
                      <a:srgbClr val="FF33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2400">
                  <a:latin typeface="Symbol" panose="05050102010706020507" pitchFamily="18" charset="2"/>
                </a:endParaRPr>
              </a:p>
            </p:txBody>
          </p:sp>
        </p:grpSp>
        <p:sp>
          <p:nvSpPr>
            <p:cNvPr id="80907" name="Text Box 31"/>
            <p:cNvSpPr txBox="1">
              <a:spLocks noChangeArrowheads="1"/>
            </p:cNvSpPr>
            <p:nvPr/>
          </p:nvSpPr>
          <p:spPr bwMode="auto">
            <a:xfrm>
              <a:off x="2928" y="3014"/>
              <a:ext cx="288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 type="none" w="sm" len="sm"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000" b="1"/>
                <a:t>13</a:t>
              </a:r>
              <a:endParaRPr kumimoji="0" lang="en-US" altLang="zh-CN" sz="2000" b="1"/>
            </a:p>
          </p:txBody>
        </p:sp>
        <p:sp>
          <p:nvSpPr>
            <p:cNvPr id="80908" name="Text Box 32"/>
            <p:cNvSpPr txBox="1">
              <a:spLocks noChangeArrowheads="1"/>
            </p:cNvSpPr>
            <p:nvPr/>
          </p:nvSpPr>
          <p:spPr bwMode="auto">
            <a:xfrm>
              <a:off x="1200" y="2918"/>
              <a:ext cx="240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 type="none" w="sm" len="sm"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000" b="1"/>
                <a:t>*</a:t>
              </a:r>
              <a:endParaRPr kumimoji="0" lang="en-US" altLang="zh-CN" sz="2000" b="1"/>
            </a:p>
          </p:txBody>
        </p:sp>
        <p:sp>
          <p:nvSpPr>
            <p:cNvPr id="80909" name="Oval 33"/>
            <p:cNvSpPr>
              <a:spLocks noChangeArrowheads="1"/>
            </p:cNvSpPr>
            <p:nvPr/>
          </p:nvSpPr>
          <p:spPr bwMode="auto">
            <a:xfrm>
              <a:off x="1536" y="2966"/>
              <a:ext cx="336" cy="336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>
                <a:latin typeface="Symbol" panose="05050102010706020507" pitchFamily="18" charset="2"/>
              </a:endParaRPr>
            </a:p>
          </p:txBody>
        </p:sp>
        <p:sp>
          <p:nvSpPr>
            <p:cNvPr id="80910" name="Line 34"/>
            <p:cNvSpPr>
              <a:spLocks noChangeShapeType="1"/>
            </p:cNvSpPr>
            <p:nvPr/>
          </p:nvSpPr>
          <p:spPr bwMode="auto">
            <a:xfrm>
              <a:off x="1872" y="3110"/>
              <a:ext cx="336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0911" name="Text Box 35"/>
            <p:cNvSpPr txBox="1">
              <a:spLocks noChangeArrowheads="1"/>
            </p:cNvSpPr>
            <p:nvPr/>
          </p:nvSpPr>
          <p:spPr bwMode="auto">
            <a:xfrm>
              <a:off x="1584" y="3014"/>
              <a:ext cx="288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 type="none" w="sm" len="sm"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000" b="1"/>
                <a:t>11</a:t>
              </a:r>
              <a:endParaRPr kumimoji="0" lang="en-US" altLang="zh-CN" sz="2000" b="1"/>
            </a:p>
          </p:txBody>
        </p:sp>
        <p:sp>
          <p:nvSpPr>
            <p:cNvPr id="80912" name="Text Box 36"/>
            <p:cNvSpPr txBox="1">
              <a:spLocks noChangeArrowheads="1"/>
            </p:cNvSpPr>
            <p:nvPr/>
          </p:nvSpPr>
          <p:spPr bwMode="auto">
            <a:xfrm>
              <a:off x="1872" y="2880"/>
              <a:ext cx="288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 type="none" w="sm" len="sm"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000" b="1"/>
                <a:t>F</a:t>
              </a:r>
              <a:endParaRPr kumimoji="0" lang="en-US" altLang="zh-CN" sz="2000" b="1"/>
            </a:p>
          </p:txBody>
        </p:sp>
        <p:sp>
          <p:nvSpPr>
            <p:cNvPr id="80913" name="Text Box 37"/>
            <p:cNvSpPr txBox="1">
              <a:spLocks noChangeArrowheads="1"/>
            </p:cNvSpPr>
            <p:nvPr/>
          </p:nvSpPr>
          <p:spPr bwMode="auto">
            <a:xfrm>
              <a:off x="528" y="3014"/>
              <a:ext cx="336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 type="none" w="sm" len="sm"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000" b="1"/>
                <a:t>T’:</a:t>
              </a:r>
              <a:endParaRPr kumimoji="0" lang="en-US" altLang="zh-CN" sz="2000" b="1"/>
            </a:p>
          </p:txBody>
        </p:sp>
        <p:sp>
          <p:nvSpPr>
            <p:cNvPr id="80914" name="Oval 38"/>
            <p:cNvSpPr>
              <a:spLocks noChangeArrowheads="1"/>
            </p:cNvSpPr>
            <p:nvPr/>
          </p:nvSpPr>
          <p:spPr bwMode="auto">
            <a:xfrm>
              <a:off x="2208" y="2966"/>
              <a:ext cx="336" cy="336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>
                <a:latin typeface="Symbol" panose="05050102010706020507" pitchFamily="18" charset="2"/>
              </a:endParaRPr>
            </a:p>
          </p:txBody>
        </p:sp>
        <p:sp>
          <p:nvSpPr>
            <p:cNvPr id="80915" name="Line 39"/>
            <p:cNvSpPr>
              <a:spLocks noChangeShapeType="1"/>
            </p:cNvSpPr>
            <p:nvPr/>
          </p:nvSpPr>
          <p:spPr bwMode="auto">
            <a:xfrm>
              <a:off x="2544" y="3110"/>
              <a:ext cx="336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0916" name="Text Box 40"/>
            <p:cNvSpPr txBox="1">
              <a:spLocks noChangeArrowheads="1"/>
            </p:cNvSpPr>
            <p:nvPr/>
          </p:nvSpPr>
          <p:spPr bwMode="auto">
            <a:xfrm>
              <a:off x="2256" y="3014"/>
              <a:ext cx="288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 type="none" w="sm" len="sm"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000" b="1"/>
                <a:t>12</a:t>
              </a:r>
              <a:endParaRPr kumimoji="0" lang="en-US" altLang="zh-CN" sz="2000" b="1"/>
            </a:p>
          </p:txBody>
        </p:sp>
        <p:sp>
          <p:nvSpPr>
            <p:cNvPr id="80917" name="Text Box 41"/>
            <p:cNvSpPr txBox="1">
              <a:spLocks noChangeArrowheads="1"/>
            </p:cNvSpPr>
            <p:nvPr/>
          </p:nvSpPr>
          <p:spPr bwMode="auto">
            <a:xfrm>
              <a:off x="2544" y="2880"/>
              <a:ext cx="288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 type="none" w="sm" len="sm"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000" b="1"/>
                <a:t>T’</a:t>
              </a:r>
              <a:endParaRPr kumimoji="0" lang="en-US" altLang="zh-CN" sz="2000" b="1"/>
            </a:p>
          </p:txBody>
        </p:sp>
        <p:cxnSp>
          <p:nvCxnSpPr>
            <p:cNvPr id="80918" name="AutoShape 42"/>
            <p:cNvCxnSpPr>
              <a:cxnSpLocks noChangeShapeType="1"/>
              <a:stCxn id="80903" idx="4"/>
              <a:endCxn id="80920" idx="4"/>
            </p:cNvCxnSpPr>
            <p:nvPr/>
          </p:nvCxnSpPr>
          <p:spPr bwMode="auto">
            <a:xfrm rot="16200000" flipH="1">
              <a:off x="2039" y="2303"/>
              <a:ext cx="1" cy="2016"/>
            </a:xfrm>
            <a:prstGeom prst="curvedConnector3">
              <a:avLst>
                <a:gd name="adj1" fmla="val 13600005"/>
              </a:avLst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80919" name="Text Box 43"/>
            <p:cNvSpPr txBox="1">
              <a:spLocks noChangeArrowheads="1"/>
            </p:cNvSpPr>
            <p:nvPr/>
          </p:nvSpPr>
          <p:spPr bwMode="auto">
            <a:xfrm>
              <a:off x="1920" y="3216"/>
              <a:ext cx="240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 type="none" w="sm" len="sm"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000" b="1">
                  <a:latin typeface="Symbol" panose="05050102010706020507" pitchFamily="18" charset="2"/>
                  <a:sym typeface="Symbol" panose="05050102010706020507" pitchFamily="18" charset="2"/>
                </a:rPr>
                <a:t>e</a:t>
              </a:r>
              <a:endParaRPr kumimoji="0" lang="en-US" altLang="zh-CN" sz="2000" b="1">
                <a:latin typeface="Symbol" panose="05050102010706020507" pitchFamily="18" charset="2"/>
                <a:sym typeface="Symbol" panose="05050102010706020507" pitchFamily="18" charset="2"/>
              </a:endParaRPr>
            </a:p>
          </p:txBody>
        </p:sp>
      </p:grp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使用</a:t>
            </a:r>
            <a:r>
              <a:rPr lang="en-US" altLang="zh-CN"/>
              <a:t>TD</a:t>
            </a:r>
            <a:r>
              <a:rPr lang="zh-CN" altLang="en-US"/>
              <a:t>（代码示例）</a:t>
            </a:r>
            <a:endParaRPr lang="zh-CN" altLang="en-US"/>
          </a:p>
        </p:txBody>
      </p:sp>
      <p:sp>
        <p:nvSpPr>
          <p:cNvPr id="81923" name="Text Box 4"/>
          <p:cNvSpPr txBox="1">
            <a:spLocks noChangeArrowheads="1"/>
          </p:cNvSpPr>
          <p:nvPr/>
        </p:nvSpPr>
        <p:spPr bwMode="auto">
          <a:xfrm>
            <a:off x="1676400" y="1447800"/>
            <a:ext cx="4267200" cy="2465388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5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1800" b="1">
                <a:latin typeface="Courier New" panose="02070309020205020404" pitchFamily="49" charset="0"/>
              </a:rPr>
              <a:t>TD_F()</a:t>
            </a:r>
            <a:endParaRPr kumimoji="0" lang="en-US" altLang="zh-CN" sz="1800" b="1">
              <a:latin typeface="Courier New" panose="02070309020205020404" pitchFamily="49" charset="0"/>
            </a:endParaRPr>
          </a:p>
          <a:p>
            <a:pPr eaLnBrk="1" hangingPunct="1">
              <a:lnSpc>
                <a:spcPct val="5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1800" b="1">
                <a:latin typeface="Courier New" panose="02070309020205020404" pitchFamily="49" charset="0"/>
              </a:rPr>
              <a:t>{ token = get_token();</a:t>
            </a:r>
            <a:endParaRPr kumimoji="0" lang="en-US" altLang="zh-CN" sz="1800" b="1">
              <a:latin typeface="Courier New" panose="02070309020205020404" pitchFamily="49" charset="0"/>
            </a:endParaRPr>
          </a:p>
          <a:p>
            <a:pPr eaLnBrk="1" hangingPunct="1">
              <a:lnSpc>
                <a:spcPct val="5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1800" b="1">
                <a:latin typeface="Courier New" panose="02070309020205020404" pitchFamily="49" charset="0"/>
              </a:rPr>
              <a:t>  if token = ‘(’ then</a:t>
            </a:r>
            <a:endParaRPr kumimoji="0" lang="en-US" altLang="zh-CN" sz="1800" b="1">
              <a:latin typeface="Courier New" panose="02070309020205020404" pitchFamily="49" charset="0"/>
            </a:endParaRPr>
          </a:p>
          <a:p>
            <a:pPr eaLnBrk="1" hangingPunct="1">
              <a:lnSpc>
                <a:spcPct val="5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1800" b="1">
                <a:latin typeface="Courier New" panose="02070309020205020404" pitchFamily="49" charset="0"/>
              </a:rPr>
              <a:t>    { TD_E(); match(‘)’); }</a:t>
            </a:r>
            <a:endParaRPr kumimoji="0" lang="en-US" altLang="zh-CN" sz="1800" b="1">
              <a:latin typeface="Courier New" panose="02070309020205020404" pitchFamily="49" charset="0"/>
            </a:endParaRPr>
          </a:p>
          <a:p>
            <a:pPr eaLnBrk="1" hangingPunct="1">
              <a:lnSpc>
                <a:spcPct val="5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1800" b="1">
                <a:latin typeface="Courier New" panose="02070309020205020404" pitchFamily="49" charset="0"/>
              </a:rPr>
              <a:t>  else</a:t>
            </a:r>
            <a:endParaRPr kumimoji="0" lang="en-US" altLang="zh-CN" sz="1800" b="1">
              <a:latin typeface="Courier New" panose="02070309020205020404" pitchFamily="49" charset="0"/>
            </a:endParaRPr>
          </a:p>
          <a:p>
            <a:pPr eaLnBrk="1" hangingPunct="1">
              <a:lnSpc>
                <a:spcPct val="5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1800" b="1">
                <a:latin typeface="Courier New" panose="02070309020205020404" pitchFamily="49" charset="0"/>
              </a:rPr>
              <a:t>    if token.value &lt;&gt; id then</a:t>
            </a:r>
            <a:endParaRPr kumimoji="0" lang="en-US" altLang="zh-CN" sz="1800" b="1">
              <a:latin typeface="Courier New" panose="02070309020205020404" pitchFamily="49" charset="0"/>
            </a:endParaRPr>
          </a:p>
          <a:p>
            <a:pPr eaLnBrk="1" hangingPunct="1">
              <a:lnSpc>
                <a:spcPct val="5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1800" b="1">
                <a:latin typeface="Courier New" panose="02070309020205020404" pitchFamily="49" charset="0"/>
              </a:rPr>
              <a:t>        {error + EXIT}</a:t>
            </a:r>
            <a:endParaRPr kumimoji="0" lang="en-US" altLang="zh-CN" sz="1800" b="1">
              <a:latin typeface="Courier New" panose="02070309020205020404" pitchFamily="49" charset="0"/>
            </a:endParaRPr>
          </a:p>
          <a:p>
            <a:pPr eaLnBrk="1" hangingPunct="1">
              <a:lnSpc>
                <a:spcPct val="5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1800" b="1">
                <a:latin typeface="Courier New" panose="02070309020205020404" pitchFamily="49" charset="0"/>
              </a:rPr>
              <a:t>    else</a:t>
            </a:r>
            <a:endParaRPr kumimoji="0" lang="en-US" altLang="zh-CN" sz="1800" b="1">
              <a:latin typeface="Courier New" panose="02070309020205020404" pitchFamily="49" charset="0"/>
            </a:endParaRPr>
          </a:p>
          <a:p>
            <a:pPr eaLnBrk="1" hangingPunct="1">
              <a:lnSpc>
                <a:spcPct val="5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1800" b="1">
                <a:latin typeface="Courier New" panose="02070309020205020404" pitchFamily="49" charset="0"/>
              </a:rPr>
              <a:t>      ... }</a:t>
            </a:r>
            <a:endParaRPr kumimoji="0" lang="en-US" altLang="zh-CN" sz="1800" b="1">
              <a:latin typeface="Courier New" panose="02070309020205020404" pitchFamily="49" charset="0"/>
            </a:endParaRPr>
          </a:p>
        </p:txBody>
      </p:sp>
      <p:sp>
        <p:nvSpPr>
          <p:cNvPr id="81924" name="Text Box 6"/>
          <p:cNvSpPr txBox="1">
            <a:spLocks noChangeArrowheads="1"/>
          </p:cNvSpPr>
          <p:nvPr/>
        </p:nvSpPr>
        <p:spPr bwMode="auto">
          <a:xfrm>
            <a:off x="6324600" y="1600200"/>
            <a:ext cx="2362200" cy="3221038"/>
          </a:xfrm>
          <a:prstGeom prst="rect">
            <a:avLst/>
          </a:prstGeom>
          <a:noFill/>
          <a:ln w="25400">
            <a:solidFill>
              <a:srgbClr val="FF0000"/>
            </a:solidFill>
            <a:miter lim="800000"/>
            <a:head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b="1">
                <a:solidFill>
                  <a:srgbClr val="FF3300"/>
                </a:solidFill>
                <a:latin typeface="Symbol" panose="05050102010706020507" pitchFamily="18" charset="2"/>
                <a:sym typeface="Symbol" panose="05050102010706020507" pitchFamily="18" charset="2"/>
              </a:rPr>
              <a:t>e</a:t>
            </a:r>
            <a:r>
              <a:rPr kumimoji="0" lang="zh-CN" altLang="en-US" sz="2400" b="1">
                <a:solidFill>
                  <a:srgbClr val="FF3300"/>
                </a:solidFill>
                <a:sym typeface="Symbol" panose="05050102010706020507" pitchFamily="18" charset="2"/>
              </a:rPr>
              <a:t>边如何处理</a:t>
            </a:r>
            <a:r>
              <a:rPr kumimoji="0" lang="en-US" altLang="zh-CN" sz="2400" b="1">
                <a:solidFill>
                  <a:srgbClr val="FF3300"/>
                </a:solidFill>
                <a:sym typeface="Symbol" panose="05050102010706020507" pitchFamily="18" charset="2"/>
              </a:rPr>
              <a:t>?</a:t>
            </a:r>
            <a:endParaRPr kumimoji="0" lang="en-US" altLang="zh-CN" sz="2400" b="1">
              <a:solidFill>
                <a:srgbClr val="FF3300"/>
              </a:solidFill>
              <a:sym typeface="Symbol" panose="05050102010706020507" pitchFamily="18" charset="2"/>
            </a:endParaRPr>
          </a:p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b="1">
                <a:solidFill>
                  <a:srgbClr val="FF3300"/>
                </a:solidFill>
                <a:sym typeface="Symbol" panose="05050102010706020507" pitchFamily="18" charset="2"/>
              </a:rPr>
              <a:t>… “else unget()</a:t>
            </a:r>
            <a:br>
              <a:rPr kumimoji="0" lang="en-US" altLang="zh-CN" sz="2400" b="1">
                <a:solidFill>
                  <a:srgbClr val="FF3300"/>
                </a:solidFill>
                <a:sym typeface="Symbol" panose="05050102010706020507" pitchFamily="18" charset="2"/>
              </a:rPr>
            </a:br>
            <a:r>
              <a:rPr kumimoji="0" lang="en-US" altLang="zh-CN" sz="2400" b="1">
                <a:solidFill>
                  <a:srgbClr val="FF3300"/>
                </a:solidFill>
                <a:sym typeface="Symbol" panose="05050102010706020507" pitchFamily="18" charset="2"/>
              </a:rPr>
              <a:t>and terminate”</a:t>
            </a:r>
            <a:endParaRPr kumimoji="0" lang="en-US" altLang="zh-CN" sz="2400" b="1">
              <a:solidFill>
                <a:srgbClr val="FF3300"/>
              </a:solidFill>
              <a:sym typeface="Symbol" panose="05050102010706020507" pitchFamily="18" charset="2"/>
            </a:endParaRPr>
          </a:p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endParaRPr kumimoji="0" lang="en-US" altLang="zh-CN" sz="2400" b="1">
              <a:solidFill>
                <a:srgbClr val="FF3300"/>
              </a:solidFill>
              <a:sym typeface="Symbol" panose="05050102010706020507" pitchFamily="18" charset="2"/>
            </a:endParaRPr>
          </a:p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b="1">
                <a:solidFill>
                  <a:srgbClr val="FF3300"/>
                </a:solidFill>
                <a:sym typeface="Symbol" panose="05050102010706020507" pitchFamily="18" charset="2"/>
              </a:rPr>
              <a:t>NOTE: </a:t>
            </a:r>
            <a:r>
              <a:rPr kumimoji="0" lang="zh-CN" altLang="en-US" sz="2400" b="1">
                <a:solidFill>
                  <a:srgbClr val="FF3300"/>
                </a:solidFill>
                <a:sym typeface="Symbol" panose="05050102010706020507" pitchFamily="18" charset="2"/>
              </a:rPr>
              <a:t>并未给出所有错误的处理代码</a:t>
            </a:r>
            <a:endParaRPr kumimoji="0" lang="zh-CN" altLang="en-US" sz="2400" b="1">
              <a:solidFill>
                <a:srgbClr val="FF3300"/>
              </a:solidFill>
            </a:endParaRPr>
          </a:p>
        </p:txBody>
      </p:sp>
      <p:grpSp>
        <p:nvGrpSpPr>
          <p:cNvPr id="81925" name="Group 7"/>
          <p:cNvGrpSpPr/>
          <p:nvPr/>
        </p:nvGrpSpPr>
        <p:grpSpPr bwMode="auto">
          <a:xfrm>
            <a:off x="838200" y="4114800"/>
            <a:ext cx="4267200" cy="930275"/>
            <a:chOff x="528" y="3552"/>
            <a:chExt cx="2688" cy="586"/>
          </a:xfrm>
        </p:grpSpPr>
        <p:sp>
          <p:nvSpPr>
            <p:cNvPr id="81926" name="Oval 8"/>
            <p:cNvSpPr>
              <a:spLocks noChangeArrowheads="1"/>
            </p:cNvSpPr>
            <p:nvPr/>
          </p:nvSpPr>
          <p:spPr bwMode="auto">
            <a:xfrm>
              <a:off x="864" y="3638"/>
              <a:ext cx="336" cy="336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>
                <a:latin typeface="Symbol" panose="05050102010706020507" pitchFamily="18" charset="2"/>
              </a:endParaRPr>
            </a:p>
          </p:txBody>
        </p:sp>
        <p:sp>
          <p:nvSpPr>
            <p:cNvPr id="81927" name="Line 9"/>
            <p:cNvSpPr>
              <a:spLocks noChangeShapeType="1"/>
            </p:cNvSpPr>
            <p:nvPr/>
          </p:nvSpPr>
          <p:spPr bwMode="auto">
            <a:xfrm>
              <a:off x="1200" y="3782"/>
              <a:ext cx="336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1928" name="Text Box 10"/>
            <p:cNvSpPr txBox="1">
              <a:spLocks noChangeArrowheads="1"/>
            </p:cNvSpPr>
            <p:nvPr/>
          </p:nvSpPr>
          <p:spPr bwMode="auto">
            <a:xfrm>
              <a:off x="912" y="3686"/>
              <a:ext cx="288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 type="none" w="sm" len="sm"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000" b="1"/>
                <a:t>14</a:t>
              </a:r>
              <a:endParaRPr kumimoji="0" lang="en-US" altLang="zh-CN" sz="2000" b="1"/>
            </a:p>
          </p:txBody>
        </p:sp>
        <p:grpSp>
          <p:nvGrpSpPr>
            <p:cNvPr id="81929" name="Group 11"/>
            <p:cNvGrpSpPr/>
            <p:nvPr/>
          </p:nvGrpSpPr>
          <p:grpSpPr bwMode="auto">
            <a:xfrm>
              <a:off x="2880" y="3638"/>
              <a:ext cx="336" cy="336"/>
              <a:chOff x="3552" y="2544"/>
              <a:chExt cx="336" cy="336"/>
            </a:xfrm>
          </p:grpSpPr>
          <p:sp>
            <p:nvSpPr>
              <p:cNvPr id="81943" name="Oval 12"/>
              <p:cNvSpPr>
                <a:spLocks noChangeArrowheads="1"/>
              </p:cNvSpPr>
              <p:nvPr/>
            </p:nvSpPr>
            <p:spPr bwMode="auto">
              <a:xfrm>
                <a:off x="3552" y="2544"/>
                <a:ext cx="336" cy="336"/>
              </a:xfrm>
              <a:prstGeom prst="ellipse">
                <a:avLst/>
              </a:prstGeom>
              <a:noFill/>
              <a:ln w="25400">
                <a:solidFill>
                  <a:schemeClr val="tx1"/>
                </a:solidFill>
                <a:round/>
                <a:headEnd type="none" w="sm" len="sm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3300"/>
                  </a:buClr>
                  <a:buSzPct val="75000"/>
                  <a:buFont typeface="Wingdings" panose="05000000000000000000" pitchFamily="2" charset="2"/>
                  <a:buChar char="m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69000"/>
                  <a:buFont typeface="Wingdings" panose="05000000000000000000" pitchFamily="2" charset="2"/>
                  <a:buChar char="q"/>
                  <a:defRPr kumimoji="1" sz="2800">
                    <a:solidFill>
                      <a:srgbClr val="3333CC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3300"/>
                  </a:buClr>
                  <a:buFont typeface="Wingdings" panose="05000000000000000000" pitchFamily="2" charset="2"/>
                  <a:buChar char="Ø"/>
                  <a:defRPr kumimoji="1" sz="2400">
                    <a:solidFill>
                      <a:srgbClr val="FF33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2400">
                  <a:latin typeface="Symbol" panose="05050102010706020507" pitchFamily="18" charset="2"/>
                </a:endParaRPr>
              </a:p>
            </p:txBody>
          </p:sp>
          <p:sp>
            <p:nvSpPr>
              <p:cNvPr id="81944" name="Oval 13"/>
              <p:cNvSpPr>
                <a:spLocks noChangeArrowheads="1"/>
              </p:cNvSpPr>
              <p:nvPr/>
            </p:nvSpPr>
            <p:spPr bwMode="auto">
              <a:xfrm>
                <a:off x="3600" y="2592"/>
                <a:ext cx="240" cy="240"/>
              </a:xfrm>
              <a:prstGeom prst="ellipse">
                <a:avLst/>
              </a:prstGeom>
              <a:noFill/>
              <a:ln w="25400">
                <a:solidFill>
                  <a:schemeClr val="tx1"/>
                </a:solidFill>
                <a:round/>
                <a:headEnd type="none" w="sm" len="sm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3300"/>
                  </a:buClr>
                  <a:buSzPct val="75000"/>
                  <a:buFont typeface="Wingdings" panose="05000000000000000000" pitchFamily="2" charset="2"/>
                  <a:buChar char="m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69000"/>
                  <a:buFont typeface="Wingdings" panose="05000000000000000000" pitchFamily="2" charset="2"/>
                  <a:buChar char="q"/>
                  <a:defRPr kumimoji="1" sz="2800">
                    <a:solidFill>
                      <a:srgbClr val="3333CC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3300"/>
                  </a:buClr>
                  <a:buFont typeface="Wingdings" panose="05000000000000000000" pitchFamily="2" charset="2"/>
                  <a:buChar char="Ø"/>
                  <a:defRPr kumimoji="1" sz="2400">
                    <a:solidFill>
                      <a:srgbClr val="FF33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2400">
                  <a:latin typeface="Symbol" panose="05050102010706020507" pitchFamily="18" charset="2"/>
                </a:endParaRPr>
              </a:p>
            </p:txBody>
          </p:sp>
        </p:grpSp>
        <p:sp>
          <p:nvSpPr>
            <p:cNvPr id="81930" name="Text Box 14"/>
            <p:cNvSpPr txBox="1">
              <a:spLocks noChangeArrowheads="1"/>
            </p:cNvSpPr>
            <p:nvPr/>
          </p:nvSpPr>
          <p:spPr bwMode="auto">
            <a:xfrm>
              <a:off x="2928" y="3686"/>
              <a:ext cx="288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 type="none" w="sm" len="sm"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000" b="1"/>
                <a:t>17</a:t>
              </a:r>
              <a:endParaRPr kumimoji="0" lang="en-US" altLang="zh-CN" sz="2000" b="1"/>
            </a:p>
          </p:txBody>
        </p:sp>
        <p:sp>
          <p:nvSpPr>
            <p:cNvPr id="81931" name="Text Box 15"/>
            <p:cNvSpPr txBox="1">
              <a:spLocks noChangeArrowheads="1"/>
            </p:cNvSpPr>
            <p:nvPr/>
          </p:nvSpPr>
          <p:spPr bwMode="auto">
            <a:xfrm>
              <a:off x="1200" y="3552"/>
              <a:ext cx="240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 type="none" w="sm" len="sm"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000" b="1"/>
                <a:t>(</a:t>
              </a:r>
              <a:endParaRPr kumimoji="0" lang="en-US" altLang="zh-CN" sz="2000" b="1"/>
            </a:p>
          </p:txBody>
        </p:sp>
        <p:sp>
          <p:nvSpPr>
            <p:cNvPr id="81932" name="Oval 16"/>
            <p:cNvSpPr>
              <a:spLocks noChangeArrowheads="1"/>
            </p:cNvSpPr>
            <p:nvPr/>
          </p:nvSpPr>
          <p:spPr bwMode="auto">
            <a:xfrm>
              <a:off x="1536" y="3638"/>
              <a:ext cx="336" cy="336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>
                <a:latin typeface="Symbol" panose="05050102010706020507" pitchFamily="18" charset="2"/>
              </a:endParaRPr>
            </a:p>
          </p:txBody>
        </p:sp>
        <p:sp>
          <p:nvSpPr>
            <p:cNvPr id="81933" name="Line 17"/>
            <p:cNvSpPr>
              <a:spLocks noChangeShapeType="1"/>
            </p:cNvSpPr>
            <p:nvPr/>
          </p:nvSpPr>
          <p:spPr bwMode="auto">
            <a:xfrm>
              <a:off x="1872" y="3782"/>
              <a:ext cx="336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1934" name="Text Box 18"/>
            <p:cNvSpPr txBox="1">
              <a:spLocks noChangeArrowheads="1"/>
            </p:cNvSpPr>
            <p:nvPr/>
          </p:nvSpPr>
          <p:spPr bwMode="auto">
            <a:xfrm>
              <a:off x="1584" y="3686"/>
              <a:ext cx="288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 type="none" w="sm" len="sm"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000" b="1"/>
                <a:t>15</a:t>
              </a:r>
              <a:endParaRPr kumimoji="0" lang="en-US" altLang="zh-CN" sz="2000" b="1"/>
            </a:p>
          </p:txBody>
        </p:sp>
        <p:sp>
          <p:nvSpPr>
            <p:cNvPr id="81935" name="Text Box 19"/>
            <p:cNvSpPr txBox="1">
              <a:spLocks noChangeArrowheads="1"/>
            </p:cNvSpPr>
            <p:nvPr/>
          </p:nvSpPr>
          <p:spPr bwMode="auto">
            <a:xfrm>
              <a:off x="1872" y="3552"/>
              <a:ext cx="288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 type="none" w="sm" len="sm"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000" b="1"/>
                <a:t>E</a:t>
              </a:r>
              <a:endParaRPr kumimoji="0" lang="en-US" altLang="zh-CN" sz="2000" b="1"/>
            </a:p>
          </p:txBody>
        </p:sp>
        <p:sp>
          <p:nvSpPr>
            <p:cNvPr id="81936" name="Text Box 20"/>
            <p:cNvSpPr txBox="1">
              <a:spLocks noChangeArrowheads="1"/>
            </p:cNvSpPr>
            <p:nvPr/>
          </p:nvSpPr>
          <p:spPr bwMode="auto">
            <a:xfrm>
              <a:off x="528" y="3686"/>
              <a:ext cx="336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 type="none" w="sm" len="sm"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000" b="1"/>
                <a:t>F:</a:t>
              </a:r>
              <a:endParaRPr kumimoji="0" lang="en-US" altLang="zh-CN" sz="2000" b="1"/>
            </a:p>
          </p:txBody>
        </p:sp>
        <p:sp>
          <p:nvSpPr>
            <p:cNvPr id="81937" name="Oval 21"/>
            <p:cNvSpPr>
              <a:spLocks noChangeArrowheads="1"/>
            </p:cNvSpPr>
            <p:nvPr/>
          </p:nvSpPr>
          <p:spPr bwMode="auto">
            <a:xfrm>
              <a:off x="2208" y="3638"/>
              <a:ext cx="336" cy="336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>
                <a:latin typeface="Symbol" panose="05050102010706020507" pitchFamily="18" charset="2"/>
              </a:endParaRPr>
            </a:p>
          </p:txBody>
        </p:sp>
        <p:sp>
          <p:nvSpPr>
            <p:cNvPr id="81938" name="Line 22"/>
            <p:cNvSpPr>
              <a:spLocks noChangeShapeType="1"/>
            </p:cNvSpPr>
            <p:nvPr/>
          </p:nvSpPr>
          <p:spPr bwMode="auto">
            <a:xfrm>
              <a:off x="2544" y="3782"/>
              <a:ext cx="336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1939" name="Text Box 23"/>
            <p:cNvSpPr txBox="1">
              <a:spLocks noChangeArrowheads="1"/>
            </p:cNvSpPr>
            <p:nvPr/>
          </p:nvSpPr>
          <p:spPr bwMode="auto">
            <a:xfrm>
              <a:off x="2256" y="3686"/>
              <a:ext cx="288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 type="none" w="sm" len="sm"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000" b="1"/>
                <a:t>16</a:t>
              </a:r>
              <a:endParaRPr kumimoji="0" lang="en-US" altLang="zh-CN" sz="2000" b="1"/>
            </a:p>
          </p:txBody>
        </p:sp>
        <p:sp>
          <p:nvSpPr>
            <p:cNvPr id="81940" name="Text Box 24"/>
            <p:cNvSpPr txBox="1">
              <a:spLocks noChangeArrowheads="1"/>
            </p:cNvSpPr>
            <p:nvPr/>
          </p:nvSpPr>
          <p:spPr bwMode="auto">
            <a:xfrm>
              <a:off x="2544" y="3552"/>
              <a:ext cx="288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 type="none" w="sm" len="sm"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000" b="1"/>
                <a:t>)</a:t>
              </a:r>
              <a:endParaRPr kumimoji="0" lang="en-US" altLang="zh-CN" sz="2000" b="1"/>
            </a:p>
          </p:txBody>
        </p:sp>
        <p:cxnSp>
          <p:nvCxnSpPr>
            <p:cNvPr id="81941" name="AutoShape 25"/>
            <p:cNvCxnSpPr>
              <a:cxnSpLocks noChangeShapeType="1"/>
              <a:stCxn id="81926" idx="4"/>
              <a:endCxn id="81943" idx="4"/>
            </p:cNvCxnSpPr>
            <p:nvPr/>
          </p:nvCxnSpPr>
          <p:spPr bwMode="auto">
            <a:xfrm rot="16200000" flipH="1">
              <a:off x="2039" y="2975"/>
              <a:ext cx="1" cy="2016"/>
            </a:xfrm>
            <a:prstGeom prst="curvedConnector3">
              <a:avLst>
                <a:gd name="adj1" fmla="val 13600005"/>
              </a:avLst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81942" name="Text Box 26"/>
            <p:cNvSpPr txBox="1">
              <a:spLocks noChangeArrowheads="1"/>
            </p:cNvSpPr>
            <p:nvPr/>
          </p:nvSpPr>
          <p:spPr bwMode="auto">
            <a:xfrm>
              <a:off x="1920" y="3888"/>
              <a:ext cx="384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 type="none" w="sm" len="sm"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000" b="1">
                  <a:sym typeface="Symbol" panose="05050102010706020507" pitchFamily="18" charset="2"/>
                </a:rPr>
                <a:t>id</a:t>
              </a:r>
              <a:endParaRPr kumimoji="0" lang="en-US" altLang="zh-CN" sz="2000" b="1"/>
            </a:p>
          </p:txBody>
        </p:sp>
      </p:grp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TD</a:t>
            </a:r>
            <a:r>
              <a:rPr lang="zh-CN" altLang="en-US"/>
              <a:t>的化简</a:t>
            </a:r>
            <a:endParaRPr lang="zh-CN" altLang="en-US"/>
          </a:p>
        </p:txBody>
      </p:sp>
      <p:grpSp>
        <p:nvGrpSpPr>
          <p:cNvPr id="82947" name="Group 4"/>
          <p:cNvGrpSpPr/>
          <p:nvPr/>
        </p:nvGrpSpPr>
        <p:grpSpPr bwMode="auto">
          <a:xfrm>
            <a:off x="1295400" y="1981200"/>
            <a:ext cx="4267200" cy="900113"/>
            <a:chOff x="816" y="768"/>
            <a:chExt cx="2688" cy="567"/>
          </a:xfrm>
        </p:grpSpPr>
        <p:grpSp>
          <p:nvGrpSpPr>
            <p:cNvPr id="82989" name="Group 5"/>
            <p:cNvGrpSpPr/>
            <p:nvPr/>
          </p:nvGrpSpPr>
          <p:grpSpPr bwMode="auto">
            <a:xfrm>
              <a:off x="3168" y="816"/>
              <a:ext cx="336" cy="336"/>
              <a:chOff x="2448" y="2736"/>
              <a:chExt cx="336" cy="336"/>
            </a:xfrm>
          </p:grpSpPr>
          <p:grpSp>
            <p:nvGrpSpPr>
              <p:cNvPr id="83007" name="Group 6"/>
              <p:cNvGrpSpPr/>
              <p:nvPr/>
            </p:nvGrpSpPr>
            <p:grpSpPr bwMode="auto">
              <a:xfrm>
                <a:off x="2448" y="2736"/>
                <a:ext cx="336" cy="336"/>
                <a:chOff x="3552" y="2544"/>
                <a:chExt cx="336" cy="336"/>
              </a:xfrm>
            </p:grpSpPr>
            <p:sp>
              <p:nvSpPr>
                <p:cNvPr id="83009" name="Oval 7"/>
                <p:cNvSpPr>
                  <a:spLocks noChangeArrowheads="1"/>
                </p:cNvSpPr>
                <p:nvPr/>
              </p:nvSpPr>
              <p:spPr bwMode="auto">
                <a:xfrm>
                  <a:off x="3552" y="2544"/>
                  <a:ext cx="336" cy="336"/>
                </a:xfrm>
                <a:prstGeom prst="ellipse">
                  <a:avLst/>
                </a:prstGeom>
                <a:noFill/>
                <a:ln w="25400">
                  <a:solidFill>
                    <a:schemeClr val="tx1"/>
                  </a:solidFill>
                  <a:round/>
                  <a:headEnd type="none" w="sm" len="sm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rgbClr val="FF3300"/>
                    </a:buClr>
                    <a:buSzPct val="75000"/>
                    <a:buFont typeface="Wingdings" panose="05000000000000000000" pitchFamily="2" charset="2"/>
                    <a:buChar char="m"/>
                    <a:defRPr kumimoji="1"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folHlink"/>
                    </a:buClr>
                    <a:buSzPct val="69000"/>
                    <a:buFont typeface="Wingdings" panose="05000000000000000000" pitchFamily="2" charset="2"/>
                    <a:buChar char="q"/>
                    <a:defRPr kumimoji="1" sz="2800">
                      <a:solidFill>
                        <a:srgbClr val="3333CC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3300"/>
                    </a:buClr>
                    <a:buFont typeface="Wingdings" panose="05000000000000000000" pitchFamily="2" charset="2"/>
                    <a:buChar char="Ø"/>
                    <a:defRPr kumimoji="1" sz="2400">
                      <a:solidFill>
                        <a:srgbClr val="FF3300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tx1"/>
                    </a:buClr>
                    <a:buChar char="–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tx1"/>
                    </a:buClr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en-US" sz="2400">
                    <a:latin typeface="Symbol" panose="05050102010706020507" pitchFamily="18" charset="2"/>
                  </a:endParaRPr>
                </a:p>
              </p:txBody>
            </p:sp>
            <p:sp>
              <p:nvSpPr>
                <p:cNvPr id="83010" name="Oval 8"/>
                <p:cNvSpPr>
                  <a:spLocks noChangeArrowheads="1"/>
                </p:cNvSpPr>
                <p:nvPr/>
              </p:nvSpPr>
              <p:spPr bwMode="auto">
                <a:xfrm>
                  <a:off x="3600" y="2592"/>
                  <a:ext cx="240" cy="240"/>
                </a:xfrm>
                <a:prstGeom prst="ellipse">
                  <a:avLst/>
                </a:prstGeom>
                <a:noFill/>
                <a:ln w="25400">
                  <a:solidFill>
                    <a:schemeClr val="tx1"/>
                  </a:solidFill>
                  <a:round/>
                  <a:headEnd type="none" w="sm" len="sm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rgbClr val="FF3300"/>
                    </a:buClr>
                    <a:buSzPct val="75000"/>
                    <a:buFont typeface="Wingdings" panose="05000000000000000000" pitchFamily="2" charset="2"/>
                    <a:buChar char="m"/>
                    <a:defRPr kumimoji="1"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folHlink"/>
                    </a:buClr>
                    <a:buSzPct val="69000"/>
                    <a:buFont typeface="Wingdings" panose="05000000000000000000" pitchFamily="2" charset="2"/>
                    <a:buChar char="q"/>
                    <a:defRPr kumimoji="1" sz="2800">
                      <a:solidFill>
                        <a:srgbClr val="3333CC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3300"/>
                    </a:buClr>
                    <a:buFont typeface="Wingdings" panose="05000000000000000000" pitchFamily="2" charset="2"/>
                    <a:buChar char="Ø"/>
                    <a:defRPr kumimoji="1" sz="2400">
                      <a:solidFill>
                        <a:srgbClr val="FF3300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tx1"/>
                    </a:buClr>
                    <a:buChar char="–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tx1"/>
                    </a:buClr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en-US" sz="2400">
                    <a:latin typeface="Symbol" panose="05050102010706020507" pitchFamily="18" charset="2"/>
                  </a:endParaRPr>
                </a:p>
              </p:txBody>
            </p:sp>
          </p:grpSp>
          <p:sp>
            <p:nvSpPr>
              <p:cNvPr id="83008" name="Text Box 9"/>
              <p:cNvSpPr txBox="1">
                <a:spLocks noChangeArrowheads="1"/>
              </p:cNvSpPr>
              <p:nvPr/>
            </p:nvSpPr>
            <p:spPr bwMode="auto">
              <a:xfrm>
                <a:off x="2496" y="2784"/>
                <a:ext cx="240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5400">
                    <a:solidFill>
                      <a:srgbClr val="000000"/>
                    </a:solidFill>
                    <a:miter lim="800000"/>
                    <a:headEnd type="none" w="sm" len="sm"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3300"/>
                  </a:buClr>
                  <a:buSzPct val="75000"/>
                  <a:buFont typeface="Wingdings" panose="05000000000000000000" pitchFamily="2" charset="2"/>
                  <a:buChar char="m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69000"/>
                  <a:buFont typeface="Wingdings" panose="05000000000000000000" pitchFamily="2" charset="2"/>
                  <a:buChar char="q"/>
                  <a:defRPr kumimoji="1" sz="2800">
                    <a:solidFill>
                      <a:srgbClr val="3333CC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3300"/>
                  </a:buClr>
                  <a:buFont typeface="Wingdings" panose="05000000000000000000" pitchFamily="2" charset="2"/>
                  <a:buChar char="Ø"/>
                  <a:defRPr kumimoji="1" sz="2400">
                    <a:solidFill>
                      <a:srgbClr val="FF33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kumimoji="0" lang="en-US" altLang="zh-CN" sz="1800" b="1"/>
                  <a:t>6</a:t>
                </a:r>
                <a:endParaRPr kumimoji="0" lang="en-US" altLang="zh-CN" sz="1800" b="1"/>
              </a:p>
            </p:txBody>
          </p:sp>
        </p:grpSp>
        <p:sp>
          <p:nvSpPr>
            <p:cNvPr id="82990" name="Line 10"/>
            <p:cNvSpPr>
              <a:spLocks noChangeShapeType="1"/>
            </p:cNvSpPr>
            <p:nvPr/>
          </p:nvSpPr>
          <p:spPr bwMode="auto">
            <a:xfrm>
              <a:off x="2832" y="960"/>
              <a:ext cx="336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2991" name="Text Box 11"/>
            <p:cNvSpPr txBox="1">
              <a:spLocks noChangeArrowheads="1"/>
            </p:cNvSpPr>
            <p:nvPr/>
          </p:nvSpPr>
          <p:spPr bwMode="auto">
            <a:xfrm>
              <a:off x="2832" y="768"/>
              <a:ext cx="288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 type="none" w="sm" len="sm"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1800" b="1"/>
                <a:t>E’</a:t>
              </a:r>
              <a:endParaRPr kumimoji="0" lang="en-US" altLang="zh-CN" sz="1800" b="1"/>
            </a:p>
          </p:txBody>
        </p:sp>
        <p:cxnSp>
          <p:nvCxnSpPr>
            <p:cNvPr id="82992" name="AutoShape 12"/>
            <p:cNvCxnSpPr>
              <a:cxnSpLocks noChangeShapeType="1"/>
              <a:stCxn id="82997" idx="4"/>
              <a:endCxn id="83009" idx="4"/>
            </p:cNvCxnSpPr>
            <p:nvPr/>
          </p:nvCxnSpPr>
          <p:spPr bwMode="auto">
            <a:xfrm rot="16200000" flipH="1">
              <a:off x="2327" y="153"/>
              <a:ext cx="1" cy="2016"/>
            </a:xfrm>
            <a:prstGeom prst="curvedConnector3">
              <a:avLst>
                <a:gd name="adj1" fmla="val 13600005"/>
              </a:avLst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grpSp>
          <p:nvGrpSpPr>
            <p:cNvPr id="82993" name="Group 13"/>
            <p:cNvGrpSpPr/>
            <p:nvPr/>
          </p:nvGrpSpPr>
          <p:grpSpPr bwMode="auto">
            <a:xfrm>
              <a:off x="816" y="768"/>
              <a:ext cx="2016" cy="567"/>
              <a:chOff x="816" y="768"/>
              <a:chExt cx="2016" cy="567"/>
            </a:xfrm>
          </p:grpSpPr>
          <p:sp>
            <p:nvSpPr>
              <p:cNvPr id="82994" name="Text Box 14"/>
              <p:cNvSpPr txBox="1">
                <a:spLocks noChangeArrowheads="1"/>
              </p:cNvSpPr>
              <p:nvPr/>
            </p:nvSpPr>
            <p:spPr bwMode="auto">
              <a:xfrm>
                <a:off x="816" y="864"/>
                <a:ext cx="336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5400">
                    <a:solidFill>
                      <a:srgbClr val="000000"/>
                    </a:solidFill>
                    <a:miter lim="800000"/>
                    <a:headEnd type="none" w="sm" len="sm"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3300"/>
                  </a:buClr>
                  <a:buSzPct val="75000"/>
                  <a:buFont typeface="Wingdings" panose="05000000000000000000" pitchFamily="2" charset="2"/>
                  <a:buChar char="m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69000"/>
                  <a:buFont typeface="Wingdings" panose="05000000000000000000" pitchFamily="2" charset="2"/>
                  <a:buChar char="q"/>
                  <a:defRPr kumimoji="1" sz="2800">
                    <a:solidFill>
                      <a:srgbClr val="3333CC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3300"/>
                  </a:buClr>
                  <a:buFont typeface="Wingdings" panose="05000000000000000000" pitchFamily="2" charset="2"/>
                  <a:buChar char="Ø"/>
                  <a:defRPr kumimoji="1" sz="2400">
                    <a:solidFill>
                      <a:srgbClr val="FF33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kumimoji="0" lang="en-US" altLang="zh-CN" sz="1800" b="1"/>
                  <a:t>E’:</a:t>
                </a:r>
                <a:endParaRPr kumimoji="0" lang="en-US" altLang="zh-CN" sz="1800" b="1"/>
              </a:p>
            </p:txBody>
          </p:sp>
          <p:sp>
            <p:nvSpPr>
              <p:cNvPr id="82995" name="Oval 15"/>
              <p:cNvSpPr>
                <a:spLocks noChangeArrowheads="1"/>
              </p:cNvSpPr>
              <p:nvPr/>
            </p:nvSpPr>
            <p:spPr bwMode="auto">
              <a:xfrm>
                <a:off x="2496" y="816"/>
                <a:ext cx="336" cy="336"/>
              </a:xfrm>
              <a:prstGeom prst="ellipse">
                <a:avLst/>
              </a:prstGeom>
              <a:noFill/>
              <a:ln w="25400">
                <a:solidFill>
                  <a:schemeClr val="tx1"/>
                </a:solidFill>
                <a:round/>
                <a:headEnd type="none" w="sm" len="sm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3300"/>
                  </a:buClr>
                  <a:buSzPct val="75000"/>
                  <a:buFont typeface="Wingdings" panose="05000000000000000000" pitchFamily="2" charset="2"/>
                  <a:buChar char="m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69000"/>
                  <a:buFont typeface="Wingdings" panose="05000000000000000000" pitchFamily="2" charset="2"/>
                  <a:buChar char="q"/>
                  <a:defRPr kumimoji="1" sz="2800">
                    <a:solidFill>
                      <a:srgbClr val="3333CC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3300"/>
                  </a:buClr>
                  <a:buFont typeface="Wingdings" panose="05000000000000000000" pitchFamily="2" charset="2"/>
                  <a:buChar char="Ø"/>
                  <a:defRPr kumimoji="1" sz="2400">
                    <a:solidFill>
                      <a:srgbClr val="FF33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2400">
                  <a:latin typeface="Symbol" panose="05050102010706020507" pitchFamily="18" charset="2"/>
                </a:endParaRPr>
              </a:p>
            </p:txBody>
          </p:sp>
          <p:sp>
            <p:nvSpPr>
              <p:cNvPr id="82996" name="Text Box 16"/>
              <p:cNvSpPr txBox="1">
                <a:spLocks noChangeArrowheads="1"/>
              </p:cNvSpPr>
              <p:nvPr/>
            </p:nvSpPr>
            <p:spPr bwMode="auto">
              <a:xfrm>
                <a:off x="2544" y="864"/>
                <a:ext cx="240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5400">
                    <a:solidFill>
                      <a:srgbClr val="000000"/>
                    </a:solidFill>
                    <a:miter lim="800000"/>
                    <a:headEnd type="none" w="sm" len="sm"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3300"/>
                  </a:buClr>
                  <a:buSzPct val="75000"/>
                  <a:buFont typeface="Wingdings" panose="05000000000000000000" pitchFamily="2" charset="2"/>
                  <a:buChar char="m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69000"/>
                  <a:buFont typeface="Wingdings" panose="05000000000000000000" pitchFamily="2" charset="2"/>
                  <a:buChar char="q"/>
                  <a:defRPr kumimoji="1" sz="2800">
                    <a:solidFill>
                      <a:srgbClr val="3333CC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3300"/>
                  </a:buClr>
                  <a:buFont typeface="Wingdings" panose="05000000000000000000" pitchFamily="2" charset="2"/>
                  <a:buChar char="Ø"/>
                  <a:defRPr kumimoji="1" sz="2400">
                    <a:solidFill>
                      <a:srgbClr val="FF33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kumimoji="0" lang="en-US" altLang="zh-CN" sz="1800" b="1"/>
                  <a:t>5</a:t>
                </a:r>
                <a:endParaRPr kumimoji="0" lang="en-US" altLang="zh-CN" sz="1800" b="1"/>
              </a:p>
            </p:txBody>
          </p:sp>
          <p:sp>
            <p:nvSpPr>
              <p:cNvPr id="82997" name="Oval 17"/>
              <p:cNvSpPr>
                <a:spLocks noChangeArrowheads="1"/>
              </p:cNvSpPr>
              <p:nvPr/>
            </p:nvSpPr>
            <p:spPr bwMode="auto">
              <a:xfrm>
                <a:off x="1152" y="816"/>
                <a:ext cx="336" cy="336"/>
              </a:xfrm>
              <a:prstGeom prst="ellipse">
                <a:avLst/>
              </a:prstGeom>
              <a:noFill/>
              <a:ln w="25400">
                <a:solidFill>
                  <a:schemeClr val="tx1"/>
                </a:solidFill>
                <a:round/>
                <a:headEnd type="none" w="sm" len="sm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3300"/>
                  </a:buClr>
                  <a:buSzPct val="75000"/>
                  <a:buFont typeface="Wingdings" panose="05000000000000000000" pitchFamily="2" charset="2"/>
                  <a:buChar char="m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69000"/>
                  <a:buFont typeface="Wingdings" panose="05000000000000000000" pitchFamily="2" charset="2"/>
                  <a:buChar char="q"/>
                  <a:defRPr kumimoji="1" sz="2800">
                    <a:solidFill>
                      <a:srgbClr val="3333CC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3300"/>
                  </a:buClr>
                  <a:buFont typeface="Wingdings" panose="05000000000000000000" pitchFamily="2" charset="2"/>
                  <a:buChar char="Ø"/>
                  <a:defRPr kumimoji="1" sz="2400">
                    <a:solidFill>
                      <a:srgbClr val="FF33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2400">
                  <a:latin typeface="Symbol" panose="05050102010706020507" pitchFamily="18" charset="2"/>
                </a:endParaRPr>
              </a:p>
            </p:txBody>
          </p:sp>
          <p:sp>
            <p:nvSpPr>
              <p:cNvPr id="82998" name="Line 18"/>
              <p:cNvSpPr>
                <a:spLocks noChangeShapeType="1"/>
              </p:cNvSpPr>
              <p:nvPr/>
            </p:nvSpPr>
            <p:spPr bwMode="auto">
              <a:xfrm>
                <a:off x="1488" y="960"/>
                <a:ext cx="336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 type="none" w="sm" len="sm"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82999" name="Text Box 19"/>
              <p:cNvSpPr txBox="1">
                <a:spLocks noChangeArrowheads="1"/>
              </p:cNvSpPr>
              <p:nvPr/>
            </p:nvSpPr>
            <p:spPr bwMode="auto">
              <a:xfrm>
                <a:off x="1200" y="864"/>
                <a:ext cx="240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5400">
                    <a:solidFill>
                      <a:srgbClr val="000000"/>
                    </a:solidFill>
                    <a:miter lim="800000"/>
                    <a:headEnd type="none" w="sm" len="sm"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3300"/>
                  </a:buClr>
                  <a:buSzPct val="75000"/>
                  <a:buFont typeface="Wingdings" panose="05000000000000000000" pitchFamily="2" charset="2"/>
                  <a:buChar char="m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69000"/>
                  <a:buFont typeface="Wingdings" panose="05000000000000000000" pitchFamily="2" charset="2"/>
                  <a:buChar char="q"/>
                  <a:defRPr kumimoji="1" sz="2800">
                    <a:solidFill>
                      <a:srgbClr val="3333CC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3300"/>
                  </a:buClr>
                  <a:buFont typeface="Wingdings" panose="05000000000000000000" pitchFamily="2" charset="2"/>
                  <a:buChar char="Ø"/>
                  <a:defRPr kumimoji="1" sz="2400">
                    <a:solidFill>
                      <a:srgbClr val="FF33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kumimoji="0" lang="en-US" altLang="zh-CN" sz="1800" b="1"/>
                  <a:t>3</a:t>
                </a:r>
                <a:endParaRPr kumimoji="0" lang="en-US" altLang="zh-CN" sz="1800" b="1"/>
              </a:p>
            </p:txBody>
          </p:sp>
          <p:sp>
            <p:nvSpPr>
              <p:cNvPr id="83000" name="Text Box 20"/>
              <p:cNvSpPr txBox="1">
                <a:spLocks noChangeArrowheads="1"/>
              </p:cNvSpPr>
              <p:nvPr/>
            </p:nvSpPr>
            <p:spPr bwMode="auto">
              <a:xfrm>
                <a:off x="1488" y="768"/>
                <a:ext cx="240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5400">
                    <a:solidFill>
                      <a:srgbClr val="000000"/>
                    </a:solidFill>
                    <a:miter lim="800000"/>
                    <a:headEnd type="none" w="sm" len="sm"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3300"/>
                  </a:buClr>
                  <a:buSzPct val="75000"/>
                  <a:buFont typeface="Wingdings" panose="05000000000000000000" pitchFamily="2" charset="2"/>
                  <a:buChar char="m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69000"/>
                  <a:buFont typeface="Wingdings" panose="05000000000000000000" pitchFamily="2" charset="2"/>
                  <a:buChar char="q"/>
                  <a:defRPr kumimoji="1" sz="2800">
                    <a:solidFill>
                      <a:srgbClr val="3333CC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3300"/>
                  </a:buClr>
                  <a:buFont typeface="Wingdings" panose="05000000000000000000" pitchFamily="2" charset="2"/>
                  <a:buChar char="Ø"/>
                  <a:defRPr kumimoji="1" sz="2400">
                    <a:solidFill>
                      <a:srgbClr val="FF33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kumimoji="0" lang="en-US" altLang="zh-CN" sz="1800" b="1"/>
                  <a:t>+</a:t>
                </a:r>
                <a:endParaRPr kumimoji="0" lang="en-US" altLang="zh-CN" sz="1800" b="1"/>
              </a:p>
            </p:txBody>
          </p:sp>
          <p:grpSp>
            <p:nvGrpSpPr>
              <p:cNvPr id="83001" name="Group 21"/>
              <p:cNvGrpSpPr/>
              <p:nvPr/>
            </p:nvGrpSpPr>
            <p:grpSpPr bwMode="auto">
              <a:xfrm>
                <a:off x="1824" y="768"/>
                <a:ext cx="672" cy="384"/>
                <a:chOff x="1776" y="2688"/>
                <a:chExt cx="672" cy="384"/>
              </a:xfrm>
            </p:grpSpPr>
            <p:sp>
              <p:nvSpPr>
                <p:cNvPr id="83003" name="Oval 22"/>
                <p:cNvSpPr>
                  <a:spLocks noChangeArrowheads="1"/>
                </p:cNvSpPr>
                <p:nvPr/>
              </p:nvSpPr>
              <p:spPr bwMode="auto">
                <a:xfrm>
                  <a:off x="1776" y="2736"/>
                  <a:ext cx="336" cy="336"/>
                </a:xfrm>
                <a:prstGeom prst="ellipse">
                  <a:avLst/>
                </a:prstGeom>
                <a:noFill/>
                <a:ln w="25400">
                  <a:solidFill>
                    <a:schemeClr val="tx1"/>
                  </a:solidFill>
                  <a:round/>
                  <a:headEnd type="none" w="sm" len="sm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rgbClr val="FF3300"/>
                    </a:buClr>
                    <a:buSzPct val="75000"/>
                    <a:buFont typeface="Wingdings" panose="05000000000000000000" pitchFamily="2" charset="2"/>
                    <a:buChar char="m"/>
                    <a:defRPr kumimoji="1"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folHlink"/>
                    </a:buClr>
                    <a:buSzPct val="69000"/>
                    <a:buFont typeface="Wingdings" panose="05000000000000000000" pitchFamily="2" charset="2"/>
                    <a:buChar char="q"/>
                    <a:defRPr kumimoji="1" sz="2800">
                      <a:solidFill>
                        <a:srgbClr val="3333CC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3300"/>
                    </a:buClr>
                    <a:buFont typeface="Wingdings" panose="05000000000000000000" pitchFamily="2" charset="2"/>
                    <a:buChar char="Ø"/>
                    <a:defRPr kumimoji="1" sz="2400">
                      <a:solidFill>
                        <a:srgbClr val="FF3300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tx1"/>
                    </a:buClr>
                    <a:buChar char="–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tx1"/>
                    </a:buClr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en-US" sz="2400">
                    <a:latin typeface="Symbol" panose="05050102010706020507" pitchFamily="18" charset="2"/>
                  </a:endParaRPr>
                </a:p>
              </p:txBody>
            </p:sp>
            <p:sp>
              <p:nvSpPr>
                <p:cNvPr id="83004" name="Line 23"/>
                <p:cNvSpPr>
                  <a:spLocks noChangeShapeType="1"/>
                </p:cNvSpPr>
                <p:nvPr/>
              </p:nvSpPr>
              <p:spPr bwMode="auto">
                <a:xfrm>
                  <a:off x="2112" y="2880"/>
                  <a:ext cx="336" cy="0"/>
                </a:xfrm>
                <a:prstGeom prst="line">
                  <a:avLst/>
                </a:prstGeom>
                <a:noFill/>
                <a:ln w="25400">
                  <a:solidFill>
                    <a:schemeClr val="tx1"/>
                  </a:solidFill>
                  <a:round/>
                  <a:headEnd type="none" w="sm" len="sm"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83005" name="Text Box 24"/>
                <p:cNvSpPr txBox="1">
                  <a:spLocks noChangeArrowheads="1"/>
                </p:cNvSpPr>
                <p:nvPr/>
              </p:nvSpPr>
              <p:spPr bwMode="auto">
                <a:xfrm>
                  <a:off x="1824" y="2784"/>
                  <a:ext cx="240" cy="231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25400">
                      <a:solidFill>
                        <a:srgbClr val="000000"/>
                      </a:solidFill>
                      <a:miter lim="800000"/>
                      <a:headEnd type="none" w="sm" len="sm"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rgbClr val="FF3300"/>
                    </a:buClr>
                    <a:buSzPct val="75000"/>
                    <a:buFont typeface="Wingdings" panose="05000000000000000000" pitchFamily="2" charset="2"/>
                    <a:buChar char="m"/>
                    <a:defRPr kumimoji="1"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folHlink"/>
                    </a:buClr>
                    <a:buSzPct val="69000"/>
                    <a:buFont typeface="Wingdings" panose="05000000000000000000" pitchFamily="2" charset="2"/>
                    <a:buChar char="q"/>
                    <a:defRPr kumimoji="1" sz="2800">
                      <a:solidFill>
                        <a:srgbClr val="3333CC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3300"/>
                    </a:buClr>
                    <a:buFont typeface="Wingdings" panose="05000000000000000000" pitchFamily="2" charset="2"/>
                    <a:buChar char="Ø"/>
                    <a:defRPr kumimoji="1" sz="2400">
                      <a:solidFill>
                        <a:srgbClr val="FF3300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tx1"/>
                    </a:buClr>
                    <a:buChar char="–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tx1"/>
                    </a:buClr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50000"/>
                    </a:spcBef>
                    <a:buClrTx/>
                    <a:buSzTx/>
                    <a:buFontTx/>
                    <a:buNone/>
                  </a:pPr>
                  <a:r>
                    <a:rPr kumimoji="0" lang="en-US" altLang="zh-CN" sz="1800" b="1"/>
                    <a:t>4</a:t>
                  </a:r>
                  <a:endParaRPr kumimoji="0" lang="en-US" altLang="zh-CN" sz="1800" b="1"/>
                </a:p>
              </p:txBody>
            </p:sp>
            <p:sp>
              <p:nvSpPr>
                <p:cNvPr id="83006" name="Text Box 25"/>
                <p:cNvSpPr txBox="1">
                  <a:spLocks noChangeArrowheads="1"/>
                </p:cNvSpPr>
                <p:nvPr/>
              </p:nvSpPr>
              <p:spPr bwMode="auto">
                <a:xfrm>
                  <a:off x="2112" y="2688"/>
                  <a:ext cx="288" cy="231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25400">
                      <a:solidFill>
                        <a:srgbClr val="000000"/>
                      </a:solidFill>
                      <a:miter lim="800000"/>
                      <a:headEnd type="none" w="sm" len="sm"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rgbClr val="FF3300"/>
                    </a:buClr>
                    <a:buSzPct val="75000"/>
                    <a:buFont typeface="Wingdings" panose="05000000000000000000" pitchFamily="2" charset="2"/>
                    <a:buChar char="m"/>
                    <a:defRPr kumimoji="1"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folHlink"/>
                    </a:buClr>
                    <a:buSzPct val="69000"/>
                    <a:buFont typeface="Wingdings" panose="05000000000000000000" pitchFamily="2" charset="2"/>
                    <a:buChar char="q"/>
                    <a:defRPr kumimoji="1" sz="2800">
                      <a:solidFill>
                        <a:srgbClr val="3333CC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3300"/>
                    </a:buClr>
                    <a:buFont typeface="Wingdings" panose="05000000000000000000" pitchFamily="2" charset="2"/>
                    <a:buChar char="Ø"/>
                    <a:defRPr kumimoji="1" sz="2400">
                      <a:solidFill>
                        <a:srgbClr val="FF3300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tx1"/>
                    </a:buClr>
                    <a:buChar char="–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tx1"/>
                    </a:buClr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50000"/>
                    </a:spcBef>
                    <a:buClrTx/>
                    <a:buSzTx/>
                    <a:buFontTx/>
                    <a:buNone/>
                  </a:pPr>
                  <a:r>
                    <a:rPr kumimoji="0" lang="en-US" altLang="zh-CN" sz="1800" b="1"/>
                    <a:t>T</a:t>
                  </a:r>
                  <a:endParaRPr kumimoji="0" lang="en-US" altLang="zh-CN" sz="1800" b="1"/>
                </a:p>
              </p:txBody>
            </p:sp>
          </p:grpSp>
          <p:sp>
            <p:nvSpPr>
              <p:cNvPr id="83002" name="Text Box 26"/>
              <p:cNvSpPr txBox="1">
                <a:spLocks noChangeArrowheads="1"/>
              </p:cNvSpPr>
              <p:nvPr/>
            </p:nvSpPr>
            <p:spPr bwMode="auto">
              <a:xfrm>
                <a:off x="2208" y="1104"/>
                <a:ext cx="240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5400">
                    <a:solidFill>
                      <a:srgbClr val="000000"/>
                    </a:solidFill>
                    <a:miter lim="800000"/>
                    <a:headEnd type="none" w="sm" len="sm"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3300"/>
                  </a:buClr>
                  <a:buSzPct val="75000"/>
                  <a:buFont typeface="Wingdings" panose="05000000000000000000" pitchFamily="2" charset="2"/>
                  <a:buChar char="m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69000"/>
                  <a:buFont typeface="Wingdings" panose="05000000000000000000" pitchFamily="2" charset="2"/>
                  <a:buChar char="q"/>
                  <a:defRPr kumimoji="1" sz="2800">
                    <a:solidFill>
                      <a:srgbClr val="3333CC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3300"/>
                  </a:buClr>
                  <a:buFont typeface="Wingdings" panose="05000000000000000000" pitchFamily="2" charset="2"/>
                  <a:buChar char="Ø"/>
                  <a:defRPr kumimoji="1" sz="2400">
                    <a:solidFill>
                      <a:srgbClr val="FF33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kumimoji="0" lang="en-US" altLang="zh-CN" sz="1800" b="1">
                    <a:latin typeface="Symbol" panose="05050102010706020507" pitchFamily="18" charset="2"/>
                    <a:sym typeface="Symbol" panose="05050102010706020507" pitchFamily="18" charset="2"/>
                  </a:rPr>
                  <a:t>e</a:t>
                </a:r>
                <a:endParaRPr kumimoji="0" lang="en-US" altLang="zh-CN" sz="1800" b="1">
                  <a:latin typeface="Symbol" panose="05050102010706020507" pitchFamily="18" charset="2"/>
                </a:endParaRPr>
              </a:p>
            </p:txBody>
          </p:sp>
        </p:grpSp>
      </p:grpSp>
      <p:sp>
        <p:nvSpPr>
          <p:cNvPr id="82948" name="AutoShape 27"/>
          <p:cNvSpPr>
            <a:spLocks noChangeArrowheads="1"/>
          </p:cNvSpPr>
          <p:nvPr/>
        </p:nvSpPr>
        <p:spPr bwMode="auto">
          <a:xfrm>
            <a:off x="1219200" y="2590800"/>
            <a:ext cx="228600" cy="838200"/>
          </a:xfrm>
          <a:prstGeom prst="curvedRightArrow">
            <a:avLst>
              <a:gd name="adj1" fmla="val 73333"/>
              <a:gd name="adj2" fmla="val 146667"/>
              <a:gd name="adj3" fmla="val 33333"/>
            </a:avLst>
          </a:prstGeom>
          <a:noFill/>
          <a:ln w="25400">
            <a:solidFill>
              <a:srgbClr val="FF0000"/>
            </a:solidFill>
            <a:miter lim="800000"/>
            <a:head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>
              <a:latin typeface="Symbol" panose="05050102010706020507" pitchFamily="18" charset="2"/>
            </a:endParaRPr>
          </a:p>
        </p:txBody>
      </p:sp>
      <p:grpSp>
        <p:nvGrpSpPr>
          <p:cNvPr id="82949" name="Group 28"/>
          <p:cNvGrpSpPr/>
          <p:nvPr/>
        </p:nvGrpSpPr>
        <p:grpSpPr bwMode="auto">
          <a:xfrm>
            <a:off x="1295400" y="2895600"/>
            <a:ext cx="3200400" cy="1752600"/>
            <a:chOff x="816" y="1344"/>
            <a:chExt cx="2016" cy="1104"/>
          </a:xfrm>
        </p:grpSpPr>
        <p:sp>
          <p:nvSpPr>
            <p:cNvPr id="82968" name="Text Box 29"/>
            <p:cNvSpPr txBox="1">
              <a:spLocks noChangeArrowheads="1"/>
            </p:cNvSpPr>
            <p:nvPr/>
          </p:nvSpPr>
          <p:spPr bwMode="auto">
            <a:xfrm>
              <a:off x="816" y="1680"/>
              <a:ext cx="33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 type="none" w="sm" len="sm"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1800" b="1"/>
                <a:t>E’:</a:t>
              </a:r>
              <a:endParaRPr kumimoji="0" lang="en-US" altLang="zh-CN" sz="1800" b="1"/>
            </a:p>
          </p:txBody>
        </p:sp>
        <p:sp>
          <p:nvSpPr>
            <p:cNvPr id="82969" name="Oval 30"/>
            <p:cNvSpPr>
              <a:spLocks noChangeArrowheads="1"/>
            </p:cNvSpPr>
            <p:nvPr/>
          </p:nvSpPr>
          <p:spPr bwMode="auto">
            <a:xfrm>
              <a:off x="2496" y="1632"/>
              <a:ext cx="336" cy="336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>
                <a:latin typeface="Symbol" panose="05050102010706020507" pitchFamily="18" charset="2"/>
              </a:endParaRPr>
            </a:p>
          </p:txBody>
        </p:sp>
        <p:sp>
          <p:nvSpPr>
            <p:cNvPr id="82970" name="Text Box 31"/>
            <p:cNvSpPr txBox="1">
              <a:spLocks noChangeArrowheads="1"/>
            </p:cNvSpPr>
            <p:nvPr/>
          </p:nvSpPr>
          <p:spPr bwMode="auto">
            <a:xfrm>
              <a:off x="2544" y="1680"/>
              <a:ext cx="24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 type="none" w="sm" len="sm"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1800" b="1"/>
                <a:t>5</a:t>
              </a:r>
              <a:endParaRPr kumimoji="0" lang="en-US" altLang="zh-CN" sz="1800" b="1"/>
            </a:p>
          </p:txBody>
        </p:sp>
        <p:sp>
          <p:nvSpPr>
            <p:cNvPr id="82971" name="Oval 32"/>
            <p:cNvSpPr>
              <a:spLocks noChangeArrowheads="1"/>
            </p:cNvSpPr>
            <p:nvPr/>
          </p:nvSpPr>
          <p:spPr bwMode="auto">
            <a:xfrm>
              <a:off x="1152" y="1632"/>
              <a:ext cx="336" cy="336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>
                <a:latin typeface="Symbol" panose="05050102010706020507" pitchFamily="18" charset="2"/>
              </a:endParaRPr>
            </a:p>
          </p:txBody>
        </p:sp>
        <p:sp>
          <p:nvSpPr>
            <p:cNvPr id="82972" name="Line 33"/>
            <p:cNvSpPr>
              <a:spLocks noChangeShapeType="1"/>
            </p:cNvSpPr>
            <p:nvPr/>
          </p:nvSpPr>
          <p:spPr bwMode="auto">
            <a:xfrm>
              <a:off x="1488" y="1776"/>
              <a:ext cx="336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2973" name="Text Box 34"/>
            <p:cNvSpPr txBox="1">
              <a:spLocks noChangeArrowheads="1"/>
            </p:cNvSpPr>
            <p:nvPr/>
          </p:nvSpPr>
          <p:spPr bwMode="auto">
            <a:xfrm>
              <a:off x="1200" y="1680"/>
              <a:ext cx="24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 type="none" w="sm" len="sm"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1800" b="1"/>
                <a:t>3</a:t>
              </a:r>
              <a:endParaRPr kumimoji="0" lang="en-US" altLang="zh-CN" sz="1800" b="1"/>
            </a:p>
          </p:txBody>
        </p:sp>
        <p:sp>
          <p:nvSpPr>
            <p:cNvPr id="82974" name="Text Box 35"/>
            <p:cNvSpPr txBox="1">
              <a:spLocks noChangeArrowheads="1"/>
            </p:cNvSpPr>
            <p:nvPr/>
          </p:nvSpPr>
          <p:spPr bwMode="auto">
            <a:xfrm>
              <a:off x="1488" y="1584"/>
              <a:ext cx="24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 type="none" w="sm" len="sm"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1800" b="1"/>
                <a:t>+</a:t>
              </a:r>
              <a:endParaRPr kumimoji="0" lang="en-US" altLang="zh-CN" sz="1800" b="1"/>
            </a:p>
          </p:txBody>
        </p:sp>
        <p:grpSp>
          <p:nvGrpSpPr>
            <p:cNvPr id="82975" name="Group 36"/>
            <p:cNvGrpSpPr/>
            <p:nvPr/>
          </p:nvGrpSpPr>
          <p:grpSpPr bwMode="auto">
            <a:xfrm>
              <a:off x="1824" y="1584"/>
              <a:ext cx="672" cy="384"/>
              <a:chOff x="1776" y="2688"/>
              <a:chExt cx="672" cy="384"/>
            </a:xfrm>
          </p:grpSpPr>
          <p:sp>
            <p:nvSpPr>
              <p:cNvPr id="82985" name="Oval 37"/>
              <p:cNvSpPr>
                <a:spLocks noChangeArrowheads="1"/>
              </p:cNvSpPr>
              <p:nvPr/>
            </p:nvSpPr>
            <p:spPr bwMode="auto">
              <a:xfrm>
                <a:off x="1776" y="2736"/>
                <a:ext cx="336" cy="336"/>
              </a:xfrm>
              <a:prstGeom prst="ellipse">
                <a:avLst/>
              </a:prstGeom>
              <a:noFill/>
              <a:ln w="25400">
                <a:solidFill>
                  <a:schemeClr val="tx1"/>
                </a:solidFill>
                <a:round/>
                <a:headEnd type="none" w="sm" len="sm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3300"/>
                  </a:buClr>
                  <a:buSzPct val="75000"/>
                  <a:buFont typeface="Wingdings" panose="05000000000000000000" pitchFamily="2" charset="2"/>
                  <a:buChar char="m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69000"/>
                  <a:buFont typeface="Wingdings" panose="05000000000000000000" pitchFamily="2" charset="2"/>
                  <a:buChar char="q"/>
                  <a:defRPr kumimoji="1" sz="2800">
                    <a:solidFill>
                      <a:srgbClr val="3333CC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3300"/>
                  </a:buClr>
                  <a:buFont typeface="Wingdings" panose="05000000000000000000" pitchFamily="2" charset="2"/>
                  <a:buChar char="Ø"/>
                  <a:defRPr kumimoji="1" sz="2400">
                    <a:solidFill>
                      <a:srgbClr val="FF33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2400">
                  <a:latin typeface="Symbol" panose="05050102010706020507" pitchFamily="18" charset="2"/>
                </a:endParaRPr>
              </a:p>
            </p:txBody>
          </p:sp>
          <p:sp>
            <p:nvSpPr>
              <p:cNvPr id="82986" name="Line 38"/>
              <p:cNvSpPr>
                <a:spLocks noChangeShapeType="1"/>
              </p:cNvSpPr>
              <p:nvPr/>
            </p:nvSpPr>
            <p:spPr bwMode="auto">
              <a:xfrm>
                <a:off x="2112" y="2880"/>
                <a:ext cx="336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 type="none" w="sm" len="sm"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82987" name="Text Box 39"/>
              <p:cNvSpPr txBox="1">
                <a:spLocks noChangeArrowheads="1"/>
              </p:cNvSpPr>
              <p:nvPr/>
            </p:nvSpPr>
            <p:spPr bwMode="auto">
              <a:xfrm>
                <a:off x="1824" y="2784"/>
                <a:ext cx="240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5400">
                    <a:solidFill>
                      <a:srgbClr val="000000"/>
                    </a:solidFill>
                    <a:miter lim="800000"/>
                    <a:headEnd type="none" w="sm" len="sm"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3300"/>
                  </a:buClr>
                  <a:buSzPct val="75000"/>
                  <a:buFont typeface="Wingdings" panose="05000000000000000000" pitchFamily="2" charset="2"/>
                  <a:buChar char="m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69000"/>
                  <a:buFont typeface="Wingdings" panose="05000000000000000000" pitchFamily="2" charset="2"/>
                  <a:buChar char="q"/>
                  <a:defRPr kumimoji="1" sz="2800">
                    <a:solidFill>
                      <a:srgbClr val="3333CC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3300"/>
                  </a:buClr>
                  <a:buFont typeface="Wingdings" panose="05000000000000000000" pitchFamily="2" charset="2"/>
                  <a:buChar char="Ø"/>
                  <a:defRPr kumimoji="1" sz="2400">
                    <a:solidFill>
                      <a:srgbClr val="FF33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kumimoji="0" lang="en-US" altLang="zh-CN" sz="1800" b="1"/>
                  <a:t>4</a:t>
                </a:r>
                <a:endParaRPr kumimoji="0" lang="en-US" altLang="zh-CN" sz="1800" b="1"/>
              </a:p>
            </p:txBody>
          </p:sp>
          <p:sp>
            <p:nvSpPr>
              <p:cNvPr id="82988" name="Text Box 40"/>
              <p:cNvSpPr txBox="1">
                <a:spLocks noChangeArrowheads="1"/>
              </p:cNvSpPr>
              <p:nvPr/>
            </p:nvSpPr>
            <p:spPr bwMode="auto">
              <a:xfrm>
                <a:off x="2112" y="2688"/>
                <a:ext cx="288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5400">
                    <a:solidFill>
                      <a:srgbClr val="000000"/>
                    </a:solidFill>
                    <a:miter lim="800000"/>
                    <a:headEnd type="none" w="sm" len="sm"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3300"/>
                  </a:buClr>
                  <a:buSzPct val="75000"/>
                  <a:buFont typeface="Wingdings" panose="05000000000000000000" pitchFamily="2" charset="2"/>
                  <a:buChar char="m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69000"/>
                  <a:buFont typeface="Wingdings" panose="05000000000000000000" pitchFamily="2" charset="2"/>
                  <a:buChar char="q"/>
                  <a:defRPr kumimoji="1" sz="2800">
                    <a:solidFill>
                      <a:srgbClr val="3333CC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3300"/>
                  </a:buClr>
                  <a:buFont typeface="Wingdings" panose="05000000000000000000" pitchFamily="2" charset="2"/>
                  <a:buChar char="Ø"/>
                  <a:defRPr kumimoji="1" sz="2400">
                    <a:solidFill>
                      <a:srgbClr val="FF33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kumimoji="0" lang="en-US" altLang="zh-CN" sz="1800" b="1"/>
                  <a:t>T</a:t>
                </a:r>
                <a:endParaRPr kumimoji="0" lang="en-US" altLang="zh-CN" sz="1800" b="1"/>
              </a:p>
            </p:txBody>
          </p:sp>
        </p:grpSp>
        <p:sp>
          <p:nvSpPr>
            <p:cNvPr id="82976" name="Text Box 41"/>
            <p:cNvSpPr txBox="1">
              <a:spLocks noChangeArrowheads="1"/>
            </p:cNvSpPr>
            <p:nvPr/>
          </p:nvSpPr>
          <p:spPr bwMode="auto">
            <a:xfrm>
              <a:off x="1440" y="2016"/>
              <a:ext cx="24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 type="none" w="sm" len="sm"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1800" b="1">
                  <a:latin typeface="Symbol" panose="05050102010706020507" pitchFamily="18" charset="2"/>
                  <a:sym typeface="Symbol" panose="05050102010706020507" pitchFamily="18" charset="2"/>
                </a:rPr>
                <a:t>e</a:t>
              </a:r>
              <a:endParaRPr kumimoji="0" lang="en-US" altLang="zh-CN" sz="1800" b="1">
                <a:latin typeface="Symbol" panose="05050102010706020507" pitchFamily="18" charset="2"/>
                <a:sym typeface="Symbol" panose="05050102010706020507" pitchFamily="18" charset="2"/>
              </a:endParaRPr>
            </a:p>
          </p:txBody>
        </p:sp>
        <p:grpSp>
          <p:nvGrpSpPr>
            <p:cNvPr id="82977" name="Group 42"/>
            <p:cNvGrpSpPr/>
            <p:nvPr/>
          </p:nvGrpSpPr>
          <p:grpSpPr bwMode="auto">
            <a:xfrm>
              <a:off x="1824" y="2112"/>
              <a:ext cx="336" cy="336"/>
              <a:chOff x="2448" y="2736"/>
              <a:chExt cx="336" cy="336"/>
            </a:xfrm>
          </p:grpSpPr>
          <p:grpSp>
            <p:nvGrpSpPr>
              <p:cNvPr id="82981" name="Group 43"/>
              <p:cNvGrpSpPr/>
              <p:nvPr/>
            </p:nvGrpSpPr>
            <p:grpSpPr bwMode="auto">
              <a:xfrm>
                <a:off x="2448" y="2736"/>
                <a:ext cx="336" cy="336"/>
                <a:chOff x="3552" y="2544"/>
                <a:chExt cx="336" cy="336"/>
              </a:xfrm>
            </p:grpSpPr>
            <p:sp>
              <p:nvSpPr>
                <p:cNvPr id="82983" name="Oval 44"/>
                <p:cNvSpPr>
                  <a:spLocks noChangeArrowheads="1"/>
                </p:cNvSpPr>
                <p:nvPr/>
              </p:nvSpPr>
              <p:spPr bwMode="auto">
                <a:xfrm>
                  <a:off x="3552" y="2544"/>
                  <a:ext cx="336" cy="336"/>
                </a:xfrm>
                <a:prstGeom prst="ellipse">
                  <a:avLst/>
                </a:prstGeom>
                <a:noFill/>
                <a:ln w="25400">
                  <a:solidFill>
                    <a:schemeClr val="tx1"/>
                  </a:solidFill>
                  <a:round/>
                  <a:headEnd type="none" w="sm" len="sm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rgbClr val="FF3300"/>
                    </a:buClr>
                    <a:buSzPct val="75000"/>
                    <a:buFont typeface="Wingdings" panose="05000000000000000000" pitchFamily="2" charset="2"/>
                    <a:buChar char="m"/>
                    <a:defRPr kumimoji="1"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folHlink"/>
                    </a:buClr>
                    <a:buSzPct val="69000"/>
                    <a:buFont typeface="Wingdings" panose="05000000000000000000" pitchFamily="2" charset="2"/>
                    <a:buChar char="q"/>
                    <a:defRPr kumimoji="1" sz="2800">
                      <a:solidFill>
                        <a:srgbClr val="3333CC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3300"/>
                    </a:buClr>
                    <a:buFont typeface="Wingdings" panose="05000000000000000000" pitchFamily="2" charset="2"/>
                    <a:buChar char="Ø"/>
                    <a:defRPr kumimoji="1" sz="2400">
                      <a:solidFill>
                        <a:srgbClr val="FF3300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tx1"/>
                    </a:buClr>
                    <a:buChar char="–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tx1"/>
                    </a:buClr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en-US" sz="2400">
                    <a:latin typeface="Symbol" panose="05050102010706020507" pitchFamily="18" charset="2"/>
                  </a:endParaRPr>
                </a:p>
              </p:txBody>
            </p:sp>
            <p:sp>
              <p:nvSpPr>
                <p:cNvPr id="82984" name="Oval 45"/>
                <p:cNvSpPr>
                  <a:spLocks noChangeArrowheads="1"/>
                </p:cNvSpPr>
                <p:nvPr/>
              </p:nvSpPr>
              <p:spPr bwMode="auto">
                <a:xfrm>
                  <a:off x="3600" y="2592"/>
                  <a:ext cx="240" cy="240"/>
                </a:xfrm>
                <a:prstGeom prst="ellipse">
                  <a:avLst/>
                </a:prstGeom>
                <a:noFill/>
                <a:ln w="25400">
                  <a:solidFill>
                    <a:schemeClr val="tx1"/>
                  </a:solidFill>
                  <a:round/>
                  <a:headEnd type="none" w="sm" len="sm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rgbClr val="FF3300"/>
                    </a:buClr>
                    <a:buSzPct val="75000"/>
                    <a:buFont typeface="Wingdings" panose="05000000000000000000" pitchFamily="2" charset="2"/>
                    <a:buChar char="m"/>
                    <a:defRPr kumimoji="1"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folHlink"/>
                    </a:buClr>
                    <a:buSzPct val="69000"/>
                    <a:buFont typeface="Wingdings" panose="05000000000000000000" pitchFamily="2" charset="2"/>
                    <a:buChar char="q"/>
                    <a:defRPr kumimoji="1" sz="2800">
                      <a:solidFill>
                        <a:srgbClr val="3333CC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3300"/>
                    </a:buClr>
                    <a:buFont typeface="Wingdings" panose="05000000000000000000" pitchFamily="2" charset="2"/>
                    <a:buChar char="Ø"/>
                    <a:defRPr kumimoji="1" sz="2400">
                      <a:solidFill>
                        <a:srgbClr val="FF3300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tx1"/>
                    </a:buClr>
                    <a:buChar char="–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tx1"/>
                    </a:buClr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en-US" sz="2400">
                    <a:latin typeface="Symbol" panose="05050102010706020507" pitchFamily="18" charset="2"/>
                  </a:endParaRPr>
                </a:p>
              </p:txBody>
            </p:sp>
          </p:grpSp>
          <p:sp>
            <p:nvSpPr>
              <p:cNvPr id="82982" name="Text Box 46"/>
              <p:cNvSpPr txBox="1">
                <a:spLocks noChangeArrowheads="1"/>
              </p:cNvSpPr>
              <p:nvPr/>
            </p:nvSpPr>
            <p:spPr bwMode="auto">
              <a:xfrm>
                <a:off x="2496" y="2784"/>
                <a:ext cx="240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5400">
                    <a:solidFill>
                      <a:srgbClr val="000000"/>
                    </a:solidFill>
                    <a:miter lim="800000"/>
                    <a:headEnd type="none" w="sm" len="sm"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3300"/>
                  </a:buClr>
                  <a:buSzPct val="75000"/>
                  <a:buFont typeface="Wingdings" panose="05000000000000000000" pitchFamily="2" charset="2"/>
                  <a:buChar char="m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69000"/>
                  <a:buFont typeface="Wingdings" panose="05000000000000000000" pitchFamily="2" charset="2"/>
                  <a:buChar char="q"/>
                  <a:defRPr kumimoji="1" sz="2800">
                    <a:solidFill>
                      <a:srgbClr val="3333CC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3300"/>
                  </a:buClr>
                  <a:buFont typeface="Wingdings" panose="05000000000000000000" pitchFamily="2" charset="2"/>
                  <a:buChar char="Ø"/>
                  <a:defRPr kumimoji="1" sz="2400">
                    <a:solidFill>
                      <a:srgbClr val="FF33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kumimoji="0" lang="en-US" altLang="zh-CN" sz="1800" b="1"/>
                  <a:t>6</a:t>
                </a:r>
                <a:endParaRPr kumimoji="0" lang="en-US" altLang="zh-CN" sz="1800" b="1"/>
              </a:p>
            </p:txBody>
          </p:sp>
        </p:grpSp>
        <p:cxnSp>
          <p:nvCxnSpPr>
            <p:cNvPr id="82978" name="AutoShape 47"/>
            <p:cNvCxnSpPr>
              <a:cxnSpLocks noChangeShapeType="1"/>
              <a:stCxn id="82971" idx="4"/>
              <a:endCxn id="82983" idx="2"/>
            </p:cNvCxnSpPr>
            <p:nvPr/>
          </p:nvCxnSpPr>
          <p:spPr bwMode="auto">
            <a:xfrm rot="16200000" flipH="1">
              <a:off x="1416" y="1880"/>
              <a:ext cx="304" cy="496"/>
            </a:xfrm>
            <a:prstGeom prst="curvedConnector2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82979" name="AutoShape 48"/>
            <p:cNvCxnSpPr>
              <a:cxnSpLocks noChangeShapeType="1"/>
              <a:stCxn id="82969" idx="0"/>
              <a:endCxn id="82971" idx="7"/>
            </p:cNvCxnSpPr>
            <p:nvPr/>
          </p:nvCxnSpPr>
          <p:spPr bwMode="auto">
            <a:xfrm rot="-5400000" flipH="1" flipV="1">
              <a:off x="2027" y="1036"/>
              <a:ext cx="49" cy="1225"/>
            </a:xfrm>
            <a:prstGeom prst="curvedConnector3">
              <a:avLst>
                <a:gd name="adj1" fmla="val -277551"/>
              </a:avLst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82980" name="Text Box 49"/>
            <p:cNvSpPr txBox="1">
              <a:spLocks noChangeArrowheads="1"/>
            </p:cNvSpPr>
            <p:nvPr/>
          </p:nvSpPr>
          <p:spPr bwMode="auto">
            <a:xfrm>
              <a:off x="2448" y="1344"/>
              <a:ext cx="24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 type="none" w="sm" len="sm"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1800" b="1">
                  <a:latin typeface="Symbol" panose="05050102010706020507" pitchFamily="18" charset="2"/>
                  <a:sym typeface="Symbol" panose="05050102010706020507" pitchFamily="18" charset="2"/>
                </a:rPr>
                <a:t>e</a:t>
              </a:r>
              <a:endParaRPr kumimoji="0" lang="en-US" altLang="zh-CN" sz="1800" b="1">
                <a:latin typeface="Symbol" panose="05050102010706020507" pitchFamily="18" charset="2"/>
                <a:sym typeface="Symbol" panose="05050102010706020507" pitchFamily="18" charset="2"/>
              </a:endParaRPr>
            </a:p>
          </p:txBody>
        </p:sp>
      </p:grpSp>
      <p:sp>
        <p:nvSpPr>
          <p:cNvPr id="82950" name="AutoShape 50"/>
          <p:cNvSpPr>
            <a:spLocks noChangeArrowheads="1"/>
          </p:cNvSpPr>
          <p:nvPr/>
        </p:nvSpPr>
        <p:spPr bwMode="auto">
          <a:xfrm>
            <a:off x="5029200" y="3429000"/>
            <a:ext cx="1143000" cy="304800"/>
          </a:xfrm>
          <a:prstGeom prst="rightArrow">
            <a:avLst>
              <a:gd name="adj1" fmla="val 50000"/>
              <a:gd name="adj2" fmla="val 93750"/>
            </a:avLst>
          </a:prstGeom>
          <a:noFill/>
          <a:ln w="25400">
            <a:solidFill>
              <a:srgbClr val="FF0000"/>
            </a:solidFill>
            <a:miter lim="800000"/>
            <a:head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>
              <a:latin typeface="Symbol" panose="05050102010706020507" pitchFamily="18" charset="2"/>
            </a:endParaRPr>
          </a:p>
        </p:txBody>
      </p:sp>
      <p:grpSp>
        <p:nvGrpSpPr>
          <p:cNvPr id="82951" name="Group 51"/>
          <p:cNvGrpSpPr/>
          <p:nvPr/>
        </p:nvGrpSpPr>
        <p:grpSpPr bwMode="auto">
          <a:xfrm>
            <a:off x="6248400" y="2743200"/>
            <a:ext cx="2133600" cy="1828800"/>
            <a:chOff x="3504" y="1296"/>
            <a:chExt cx="1344" cy="1152"/>
          </a:xfrm>
        </p:grpSpPr>
        <p:sp>
          <p:nvSpPr>
            <p:cNvPr id="82952" name="Text Box 52"/>
            <p:cNvSpPr txBox="1">
              <a:spLocks noChangeArrowheads="1"/>
            </p:cNvSpPr>
            <p:nvPr/>
          </p:nvSpPr>
          <p:spPr bwMode="auto">
            <a:xfrm>
              <a:off x="3504" y="1680"/>
              <a:ext cx="33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 type="none" w="sm" len="sm"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1800" b="1"/>
                <a:t>E’:</a:t>
              </a:r>
              <a:endParaRPr kumimoji="0" lang="en-US" altLang="zh-CN" sz="1800" b="1"/>
            </a:p>
          </p:txBody>
        </p:sp>
        <p:sp>
          <p:nvSpPr>
            <p:cNvPr id="82953" name="Oval 53"/>
            <p:cNvSpPr>
              <a:spLocks noChangeArrowheads="1"/>
            </p:cNvSpPr>
            <p:nvPr/>
          </p:nvSpPr>
          <p:spPr bwMode="auto">
            <a:xfrm>
              <a:off x="3840" y="1632"/>
              <a:ext cx="336" cy="336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>
                <a:latin typeface="Symbol" panose="05050102010706020507" pitchFamily="18" charset="2"/>
              </a:endParaRPr>
            </a:p>
          </p:txBody>
        </p:sp>
        <p:sp>
          <p:nvSpPr>
            <p:cNvPr id="82954" name="Line 54"/>
            <p:cNvSpPr>
              <a:spLocks noChangeShapeType="1"/>
            </p:cNvSpPr>
            <p:nvPr/>
          </p:nvSpPr>
          <p:spPr bwMode="auto">
            <a:xfrm>
              <a:off x="4176" y="1776"/>
              <a:ext cx="336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2955" name="Text Box 55"/>
            <p:cNvSpPr txBox="1">
              <a:spLocks noChangeArrowheads="1"/>
            </p:cNvSpPr>
            <p:nvPr/>
          </p:nvSpPr>
          <p:spPr bwMode="auto">
            <a:xfrm>
              <a:off x="3888" y="1680"/>
              <a:ext cx="24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 type="none" w="sm" len="sm"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1800" b="1"/>
                <a:t>3</a:t>
              </a:r>
              <a:endParaRPr kumimoji="0" lang="en-US" altLang="zh-CN" sz="1800" b="1"/>
            </a:p>
          </p:txBody>
        </p:sp>
        <p:sp>
          <p:nvSpPr>
            <p:cNvPr id="82956" name="Text Box 56"/>
            <p:cNvSpPr txBox="1">
              <a:spLocks noChangeArrowheads="1"/>
            </p:cNvSpPr>
            <p:nvPr/>
          </p:nvSpPr>
          <p:spPr bwMode="auto">
            <a:xfrm>
              <a:off x="4176" y="1584"/>
              <a:ext cx="24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 type="none" w="sm" len="sm"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1800" b="1"/>
                <a:t>+</a:t>
              </a:r>
              <a:endParaRPr kumimoji="0" lang="en-US" altLang="zh-CN" sz="1800" b="1"/>
            </a:p>
          </p:txBody>
        </p:sp>
        <p:sp>
          <p:nvSpPr>
            <p:cNvPr id="82957" name="Oval 57"/>
            <p:cNvSpPr>
              <a:spLocks noChangeArrowheads="1"/>
            </p:cNvSpPr>
            <p:nvPr/>
          </p:nvSpPr>
          <p:spPr bwMode="auto">
            <a:xfrm>
              <a:off x="4512" y="1632"/>
              <a:ext cx="336" cy="336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>
                <a:latin typeface="Symbol" panose="05050102010706020507" pitchFamily="18" charset="2"/>
              </a:endParaRPr>
            </a:p>
          </p:txBody>
        </p:sp>
        <p:sp>
          <p:nvSpPr>
            <p:cNvPr id="82958" name="Text Box 58"/>
            <p:cNvSpPr txBox="1">
              <a:spLocks noChangeArrowheads="1"/>
            </p:cNvSpPr>
            <p:nvPr/>
          </p:nvSpPr>
          <p:spPr bwMode="auto">
            <a:xfrm>
              <a:off x="4560" y="1680"/>
              <a:ext cx="24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 type="none" w="sm" len="sm"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1800" b="1"/>
                <a:t>4</a:t>
              </a:r>
              <a:endParaRPr kumimoji="0" lang="en-US" altLang="zh-CN" sz="1800" b="1"/>
            </a:p>
          </p:txBody>
        </p:sp>
        <p:sp>
          <p:nvSpPr>
            <p:cNvPr id="82959" name="Text Box 59"/>
            <p:cNvSpPr txBox="1">
              <a:spLocks noChangeArrowheads="1"/>
            </p:cNvSpPr>
            <p:nvPr/>
          </p:nvSpPr>
          <p:spPr bwMode="auto">
            <a:xfrm>
              <a:off x="4320" y="1296"/>
              <a:ext cx="288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 type="none" w="sm" len="sm"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1800" b="1"/>
                <a:t>T</a:t>
              </a:r>
              <a:endParaRPr kumimoji="0" lang="en-US" altLang="zh-CN" sz="1800" b="1"/>
            </a:p>
          </p:txBody>
        </p:sp>
        <p:sp>
          <p:nvSpPr>
            <p:cNvPr id="82960" name="Text Box 60"/>
            <p:cNvSpPr txBox="1">
              <a:spLocks noChangeArrowheads="1"/>
            </p:cNvSpPr>
            <p:nvPr/>
          </p:nvSpPr>
          <p:spPr bwMode="auto">
            <a:xfrm>
              <a:off x="4128" y="2016"/>
              <a:ext cx="24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 type="none" w="sm" len="sm"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1800" b="1">
                  <a:latin typeface="Symbol" panose="05050102010706020507" pitchFamily="18" charset="2"/>
                  <a:sym typeface="Symbol" panose="05050102010706020507" pitchFamily="18" charset="2"/>
                </a:rPr>
                <a:t>e</a:t>
              </a:r>
              <a:endParaRPr kumimoji="0" lang="en-US" altLang="zh-CN" sz="1800" b="1">
                <a:latin typeface="Symbol" panose="05050102010706020507" pitchFamily="18" charset="2"/>
                <a:sym typeface="Symbol" panose="05050102010706020507" pitchFamily="18" charset="2"/>
              </a:endParaRPr>
            </a:p>
          </p:txBody>
        </p:sp>
        <p:grpSp>
          <p:nvGrpSpPr>
            <p:cNvPr id="82961" name="Group 61"/>
            <p:cNvGrpSpPr/>
            <p:nvPr/>
          </p:nvGrpSpPr>
          <p:grpSpPr bwMode="auto">
            <a:xfrm>
              <a:off x="4512" y="2112"/>
              <a:ext cx="336" cy="336"/>
              <a:chOff x="2448" y="2736"/>
              <a:chExt cx="336" cy="336"/>
            </a:xfrm>
          </p:grpSpPr>
          <p:grpSp>
            <p:nvGrpSpPr>
              <p:cNvPr id="82964" name="Group 62"/>
              <p:cNvGrpSpPr/>
              <p:nvPr/>
            </p:nvGrpSpPr>
            <p:grpSpPr bwMode="auto">
              <a:xfrm>
                <a:off x="2448" y="2736"/>
                <a:ext cx="336" cy="336"/>
                <a:chOff x="3552" y="2544"/>
                <a:chExt cx="336" cy="336"/>
              </a:xfrm>
            </p:grpSpPr>
            <p:sp>
              <p:nvSpPr>
                <p:cNvPr id="82966" name="Oval 63"/>
                <p:cNvSpPr>
                  <a:spLocks noChangeArrowheads="1"/>
                </p:cNvSpPr>
                <p:nvPr/>
              </p:nvSpPr>
              <p:spPr bwMode="auto">
                <a:xfrm>
                  <a:off x="3552" y="2544"/>
                  <a:ext cx="336" cy="336"/>
                </a:xfrm>
                <a:prstGeom prst="ellipse">
                  <a:avLst/>
                </a:prstGeom>
                <a:noFill/>
                <a:ln w="25400">
                  <a:solidFill>
                    <a:schemeClr val="tx1"/>
                  </a:solidFill>
                  <a:round/>
                  <a:headEnd type="none" w="sm" len="sm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rgbClr val="FF3300"/>
                    </a:buClr>
                    <a:buSzPct val="75000"/>
                    <a:buFont typeface="Wingdings" panose="05000000000000000000" pitchFamily="2" charset="2"/>
                    <a:buChar char="m"/>
                    <a:defRPr kumimoji="1"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folHlink"/>
                    </a:buClr>
                    <a:buSzPct val="69000"/>
                    <a:buFont typeface="Wingdings" panose="05000000000000000000" pitchFamily="2" charset="2"/>
                    <a:buChar char="q"/>
                    <a:defRPr kumimoji="1" sz="2800">
                      <a:solidFill>
                        <a:srgbClr val="3333CC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3300"/>
                    </a:buClr>
                    <a:buFont typeface="Wingdings" panose="05000000000000000000" pitchFamily="2" charset="2"/>
                    <a:buChar char="Ø"/>
                    <a:defRPr kumimoji="1" sz="2400">
                      <a:solidFill>
                        <a:srgbClr val="FF3300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tx1"/>
                    </a:buClr>
                    <a:buChar char="–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tx1"/>
                    </a:buClr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en-US" sz="2400">
                    <a:latin typeface="Symbol" panose="05050102010706020507" pitchFamily="18" charset="2"/>
                  </a:endParaRPr>
                </a:p>
              </p:txBody>
            </p:sp>
            <p:sp>
              <p:nvSpPr>
                <p:cNvPr id="82967" name="Oval 64"/>
                <p:cNvSpPr>
                  <a:spLocks noChangeArrowheads="1"/>
                </p:cNvSpPr>
                <p:nvPr/>
              </p:nvSpPr>
              <p:spPr bwMode="auto">
                <a:xfrm>
                  <a:off x="3600" y="2592"/>
                  <a:ext cx="240" cy="240"/>
                </a:xfrm>
                <a:prstGeom prst="ellipse">
                  <a:avLst/>
                </a:prstGeom>
                <a:noFill/>
                <a:ln w="25400">
                  <a:solidFill>
                    <a:schemeClr val="tx1"/>
                  </a:solidFill>
                  <a:round/>
                  <a:headEnd type="none" w="sm" len="sm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rgbClr val="FF3300"/>
                    </a:buClr>
                    <a:buSzPct val="75000"/>
                    <a:buFont typeface="Wingdings" panose="05000000000000000000" pitchFamily="2" charset="2"/>
                    <a:buChar char="m"/>
                    <a:defRPr kumimoji="1"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folHlink"/>
                    </a:buClr>
                    <a:buSzPct val="69000"/>
                    <a:buFont typeface="Wingdings" panose="05000000000000000000" pitchFamily="2" charset="2"/>
                    <a:buChar char="q"/>
                    <a:defRPr kumimoji="1" sz="2800">
                      <a:solidFill>
                        <a:srgbClr val="3333CC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3300"/>
                    </a:buClr>
                    <a:buFont typeface="Wingdings" panose="05000000000000000000" pitchFamily="2" charset="2"/>
                    <a:buChar char="Ø"/>
                    <a:defRPr kumimoji="1" sz="2400">
                      <a:solidFill>
                        <a:srgbClr val="FF3300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tx1"/>
                    </a:buClr>
                    <a:buChar char="–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tx1"/>
                    </a:buClr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en-US" sz="2400">
                    <a:latin typeface="Symbol" panose="05050102010706020507" pitchFamily="18" charset="2"/>
                  </a:endParaRPr>
                </a:p>
              </p:txBody>
            </p:sp>
          </p:grpSp>
          <p:sp>
            <p:nvSpPr>
              <p:cNvPr id="82965" name="Text Box 65"/>
              <p:cNvSpPr txBox="1">
                <a:spLocks noChangeArrowheads="1"/>
              </p:cNvSpPr>
              <p:nvPr/>
            </p:nvSpPr>
            <p:spPr bwMode="auto">
              <a:xfrm>
                <a:off x="2496" y="2784"/>
                <a:ext cx="240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5400">
                    <a:solidFill>
                      <a:srgbClr val="000000"/>
                    </a:solidFill>
                    <a:miter lim="800000"/>
                    <a:headEnd type="none" w="sm" len="sm"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3300"/>
                  </a:buClr>
                  <a:buSzPct val="75000"/>
                  <a:buFont typeface="Wingdings" panose="05000000000000000000" pitchFamily="2" charset="2"/>
                  <a:buChar char="m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69000"/>
                  <a:buFont typeface="Wingdings" panose="05000000000000000000" pitchFamily="2" charset="2"/>
                  <a:buChar char="q"/>
                  <a:defRPr kumimoji="1" sz="2800">
                    <a:solidFill>
                      <a:srgbClr val="3333CC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3300"/>
                  </a:buClr>
                  <a:buFont typeface="Wingdings" panose="05000000000000000000" pitchFamily="2" charset="2"/>
                  <a:buChar char="Ø"/>
                  <a:defRPr kumimoji="1" sz="2400">
                    <a:solidFill>
                      <a:srgbClr val="FF33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kumimoji="0" lang="en-US" altLang="zh-CN" sz="1800" b="1"/>
                  <a:t>6</a:t>
                </a:r>
                <a:endParaRPr kumimoji="0" lang="en-US" altLang="zh-CN" sz="1800" b="1"/>
              </a:p>
            </p:txBody>
          </p:sp>
        </p:grpSp>
        <p:cxnSp>
          <p:nvCxnSpPr>
            <p:cNvPr id="82962" name="AutoShape 66"/>
            <p:cNvCxnSpPr>
              <a:cxnSpLocks noChangeShapeType="1"/>
              <a:stCxn id="82953" idx="4"/>
              <a:endCxn id="82966" idx="2"/>
            </p:cNvCxnSpPr>
            <p:nvPr/>
          </p:nvCxnSpPr>
          <p:spPr bwMode="auto">
            <a:xfrm rot="16200000" flipH="1">
              <a:off x="4104" y="1880"/>
              <a:ext cx="304" cy="496"/>
            </a:xfrm>
            <a:prstGeom prst="curvedConnector2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82963" name="AutoShape 67"/>
            <p:cNvCxnSpPr>
              <a:cxnSpLocks noChangeShapeType="1"/>
              <a:stCxn id="82957" idx="0"/>
              <a:endCxn id="82953" idx="7"/>
            </p:cNvCxnSpPr>
            <p:nvPr/>
          </p:nvCxnSpPr>
          <p:spPr bwMode="auto">
            <a:xfrm rot="-5400000" flipH="1" flipV="1">
              <a:off x="4379" y="1372"/>
              <a:ext cx="49" cy="553"/>
            </a:xfrm>
            <a:prstGeom prst="curvedConnector3">
              <a:avLst>
                <a:gd name="adj1" fmla="val -277551"/>
              </a:avLst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TD</a:t>
            </a:r>
            <a:r>
              <a:rPr lang="zh-CN" altLang="en-US"/>
              <a:t>的化简</a:t>
            </a:r>
            <a:endParaRPr lang="zh-CN" altLang="en-US"/>
          </a:p>
        </p:txBody>
      </p:sp>
      <p:grpSp>
        <p:nvGrpSpPr>
          <p:cNvPr id="83971" name="Group 50"/>
          <p:cNvGrpSpPr/>
          <p:nvPr/>
        </p:nvGrpSpPr>
        <p:grpSpPr bwMode="auto">
          <a:xfrm>
            <a:off x="6248400" y="1219200"/>
            <a:ext cx="2133600" cy="1828800"/>
            <a:chOff x="3504" y="1296"/>
            <a:chExt cx="1344" cy="1152"/>
          </a:xfrm>
        </p:grpSpPr>
        <p:sp>
          <p:nvSpPr>
            <p:cNvPr id="84031" name="Text Box 51"/>
            <p:cNvSpPr txBox="1">
              <a:spLocks noChangeArrowheads="1"/>
            </p:cNvSpPr>
            <p:nvPr/>
          </p:nvSpPr>
          <p:spPr bwMode="auto">
            <a:xfrm>
              <a:off x="3504" y="1680"/>
              <a:ext cx="33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 type="none" w="sm" len="sm"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1800" b="1"/>
                <a:t>E’:</a:t>
              </a:r>
              <a:endParaRPr kumimoji="0" lang="en-US" altLang="zh-CN" sz="1800" b="1"/>
            </a:p>
          </p:txBody>
        </p:sp>
        <p:sp>
          <p:nvSpPr>
            <p:cNvPr id="84032" name="Oval 52"/>
            <p:cNvSpPr>
              <a:spLocks noChangeArrowheads="1"/>
            </p:cNvSpPr>
            <p:nvPr/>
          </p:nvSpPr>
          <p:spPr bwMode="auto">
            <a:xfrm>
              <a:off x="3840" y="1632"/>
              <a:ext cx="336" cy="336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>
                <a:latin typeface="Symbol" panose="05050102010706020507" pitchFamily="18" charset="2"/>
              </a:endParaRPr>
            </a:p>
          </p:txBody>
        </p:sp>
        <p:sp>
          <p:nvSpPr>
            <p:cNvPr id="84033" name="Line 53"/>
            <p:cNvSpPr>
              <a:spLocks noChangeShapeType="1"/>
            </p:cNvSpPr>
            <p:nvPr/>
          </p:nvSpPr>
          <p:spPr bwMode="auto">
            <a:xfrm>
              <a:off x="4176" y="1776"/>
              <a:ext cx="336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4034" name="Text Box 54"/>
            <p:cNvSpPr txBox="1">
              <a:spLocks noChangeArrowheads="1"/>
            </p:cNvSpPr>
            <p:nvPr/>
          </p:nvSpPr>
          <p:spPr bwMode="auto">
            <a:xfrm>
              <a:off x="3888" y="1680"/>
              <a:ext cx="24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 type="none" w="sm" len="sm"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1800" b="1"/>
                <a:t>3</a:t>
              </a:r>
              <a:endParaRPr kumimoji="0" lang="en-US" altLang="zh-CN" sz="1800" b="1"/>
            </a:p>
          </p:txBody>
        </p:sp>
        <p:sp>
          <p:nvSpPr>
            <p:cNvPr id="84035" name="Text Box 55"/>
            <p:cNvSpPr txBox="1">
              <a:spLocks noChangeArrowheads="1"/>
            </p:cNvSpPr>
            <p:nvPr/>
          </p:nvSpPr>
          <p:spPr bwMode="auto">
            <a:xfrm>
              <a:off x="4176" y="1584"/>
              <a:ext cx="24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 type="none" w="sm" len="sm"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1800" b="1"/>
                <a:t>+</a:t>
              </a:r>
              <a:endParaRPr kumimoji="0" lang="en-US" altLang="zh-CN" sz="1800" b="1"/>
            </a:p>
          </p:txBody>
        </p:sp>
        <p:sp>
          <p:nvSpPr>
            <p:cNvPr id="84036" name="Oval 56"/>
            <p:cNvSpPr>
              <a:spLocks noChangeArrowheads="1"/>
            </p:cNvSpPr>
            <p:nvPr/>
          </p:nvSpPr>
          <p:spPr bwMode="auto">
            <a:xfrm>
              <a:off x="4512" y="1632"/>
              <a:ext cx="336" cy="336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>
                <a:latin typeface="Symbol" panose="05050102010706020507" pitchFamily="18" charset="2"/>
              </a:endParaRPr>
            </a:p>
          </p:txBody>
        </p:sp>
        <p:sp>
          <p:nvSpPr>
            <p:cNvPr id="84037" name="Text Box 57"/>
            <p:cNvSpPr txBox="1">
              <a:spLocks noChangeArrowheads="1"/>
            </p:cNvSpPr>
            <p:nvPr/>
          </p:nvSpPr>
          <p:spPr bwMode="auto">
            <a:xfrm>
              <a:off x="4560" y="1680"/>
              <a:ext cx="24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 type="none" w="sm" len="sm"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1800" b="1"/>
                <a:t>4</a:t>
              </a:r>
              <a:endParaRPr kumimoji="0" lang="en-US" altLang="zh-CN" sz="1800" b="1"/>
            </a:p>
          </p:txBody>
        </p:sp>
        <p:sp>
          <p:nvSpPr>
            <p:cNvPr id="84038" name="Text Box 58"/>
            <p:cNvSpPr txBox="1">
              <a:spLocks noChangeArrowheads="1"/>
            </p:cNvSpPr>
            <p:nvPr/>
          </p:nvSpPr>
          <p:spPr bwMode="auto">
            <a:xfrm>
              <a:off x="4320" y="1296"/>
              <a:ext cx="288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 type="none" w="sm" len="sm"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1800" b="1"/>
                <a:t>T</a:t>
              </a:r>
              <a:endParaRPr kumimoji="0" lang="en-US" altLang="zh-CN" sz="1800" b="1"/>
            </a:p>
          </p:txBody>
        </p:sp>
        <p:sp>
          <p:nvSpPr>
            <p:cNvPr id="84039" name="Text Box 59"/>
            <p:cNvSpPr txBox="1">
              <a:spLocks noChangeArrowheads="1"/>
            </p:cNvSpPr>
            <p:nvPr/>
          </p:nvSpPr>
          <p:spPr bwMode="auto">
            <a:xfrm>
              <a:off x="4128" y="2016"/>
              <a:ext cx="24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 type="none" w="sm" len="sm"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1800" b="1">
                  <a:latin typeface="Symbol" panose="05050102010706020507" pitchFamily="18" charset="2"/>
                  <a:sym typeface="Symbol" panose="05050102010706020507" pitchFamily="18" charset="2"/>
                </a:rPr>
                <a:t>e</a:t>
              </a:r>
              <a:endParaRPr kumimoji="0" lang="en-US" altLang="zh-CN" sz="1800" b="1">
                <a:latin typeface="Symbol" panose="05050102010706020507" pitchFamily="18" charset="2"/>
                <a:sym typeface="Symbol" panose="05050102010706020507" pitchFamily="18" charset="2"/>
              </a:endParaRPr>
            </a:p>
          </p:txBody>
        </p:sp>
        <p:grpSp>
          <p:nvGrpSpPr>
            <p:cNvPr id="84040" name="Group 60"/>
            <p:cNvGrpSpPr/>
            <p:nvPr/>
          </p:nvGrpSpPr>
          <p:grpSpPr bwMode="auto">
            <a:xfrm>
              <a:off x="4512" y="2112"/>
              <a:ext cx="336" cy="336"/>
              <a:chOff x="2448" y="2736"/>
              <a:chExt cx="336" cy="336"/>
            </a:xfrm>
          </p:grpSpPr>
          <p:grpSp>
            <p:nvGrpSpPr>
              <p:cNvPr id="84043" name="Group 61"/>
              <p:cNvGrpSpPr/>
              <p:nvPr/>
            </p:nvGrpSpPr>
            <p:grpSpPr bwMode="auto">
              <a:xfrm>
                <a:off x="2448" y="2736"/>
                <a:ext cx="336" cy="336"/>
                <a:chOff x="3552" y="2544"/>
                <a:chExt cx="336" cy="336"/>
              </a:xfrm>
            </p:grpSpPr>
            <p:sp>
              <p:nvSpPr>
                <p:cNvPr id="84045" name="Oval 62"/>
                <p:cNvSpPr>
                  <a:spLocks noChangeArrowheads="1"/>
                </p:cNvSpPr>
                <p:nvPr/>
              </p:nvSpPr>
              <p:spPr bwMode="auto">
                <a:xfrm>
                  <a:off x="3552" y="2544"/>
                  <a:ext cx="336" cy="336"/>
                </a:xfrm>
                <a:prstGeom prst="ellipse">
                  <a:avLst/>
                </a:prstGeom>
                <a:noFill/>
                <a:ln w="25400">
                  <a:solidFill>
                    <a:schemeClr val="tx1"/>
                  </a:solidFill>
                  <a:round/>
                  <a:headEnd type="none" w="sm" len="sm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rgbClr val="FF3300"/>
                    </a:buClr>
                    <a:buSzPct val="75000"/>
                    <a:buFont typeface="Wingdings" panose="05000000000000000000" pitchFamily="2" charset="2"/>
                    <a:buChar char="m"/>
                    <a:defRPr kumimoji="1"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folHlink"/>
                    </a:buClr>
                    <a:buSzPct val="69000"/>
                    <a:buFont typeface="Wingdings" panose="05000000000000000000" pitchFamily="2" charset="2"/>
                    <a:buChar char="q"/>
                    <a:defRPr kumimoji="1" sz="2800">
                      <a:solidFill>
                        <a:srgbClr val="3333CC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3300"/>
                    </a:buClr>
                    <a:buFont typeface="Wingdings" panose="05000000000000000000" pitchFamily="2" charset="2"/>
                    <a:buChar char="Ø"/>
                    <a:defRPr kumimoji="1" sz="2400">
                      <a:solidFill>
                        <a:srgbClr val="FF3300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tx1"/>
                    </a:buClr>
                    <a:buChar char="–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tx1"/>
                    </a:buClr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en-US" sz="2400">
                    <a:latin typeface="Symbol" panose="05050102010706020507" pitchFamily="18" charset="2"/>
                  </a:endParaRPr>
                </a:p>
              </p:txBody>
            </p:sp>
            <p:sp>
              <p:nvSpPr>
                <p:cNvPr id="84046" name="Oval 63"/>
                <p:cNvSpPr>
                  <a:spLocks noChangeArrowheads="1"/>
                </p:cNvSpPr>
                <p:nvPr/>
              </p:nvSpPr>
              <p:spPr bwMode="auto">
                <a:xfrm>
                  <a:off x="3600" y="2592"/>
                  <a:ext cx="240" cy="240"/>
                </a:xfrm>
                <a:prstGeom prst="ellipse">
                  <a:avLst/>
                </a:prstGeom>
                <a:noFill/>
                <a:ln w="25400">
                  <a:solidFill>
                    <a:schemeClr val="tx1"/>
                  </a:solidFill>
                  <a:round/>
                  <a:headEnd type="none" w="sm" len="sm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rgbClr val="FF3300"/>
                    </a:buClr>
                    <a:buSzPct val="75000"/>
                    <a:buFont typeface="Wingdings" panose="05000000000000000000" pitchFamily="2" charset="2"/>
                    <a:buChar char="m"/>
                    <a:defRPr kumimoji="1"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folHlink"/>
                    </a:buClr>
                    <a:buSzPct val="69000"/>
                    <a:buFont typeface="Wingdings" panose="05000000000000000000" pitchFamily="2" charset="2"/>
                    <a:buChar char="q"/>
                    <a:defRPr kumimoji="1" sz="2800">
                      <a:solidFill>
                        <a:srgbClr val="3333CC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3300"/>
                    </a:buClr>
                    <a:buFont typeface="Wingdings" panose="05000000000000000000" pitchFamily="2" charset="2"/>
                    <a:buChar char="Ø"/>
                    <a:defRPr kumimoji="1" sz="2400">
                      <a:solidFill>
                        <a:srgbClr val="FF3300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tx1"/>
                    </a:buClr>
                    <a:buChar char="–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tx1"/>
                    </a:buClr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en-US" sz="2400">
                    <a:latin typeface="Symbol" panose="05050102010706020507" pitchFamily="18" charset="2"/>
                  </a:endParaRPr>
                </a:p>
              </p:txBody>
            </p:sp>
          </p:grpSp>
          <p:sp>
            <p:nvSpPr>
              <p:cNvPr id="84044" name="Text Box 64"/>
              <p:cNvSpPr txBox="1">
                <a:spLocks noChangeArrowheads="1"/>
              </p:cNvSpPr>
              <p:nvPr/>
            </p:nvSpPr>
            <p:spPr bwMode="auto">
              <a:xfrm>
                <a:off x="2496" y="2784"/>
                <a:ext cx="240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5400">
                    <a:solidFill>
                      <a:srgbClr val="000000"/>
                    </a:solidFill>
                    <a:miter lim="800000"/>
                    <a:headEnd type="none" w="sm" len="sm"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3300"/>
                  </a:buClr>
                  <a:buSzPct val="75000"/>
                  <a:buFont typeface="Wingdings" panose="05000000000000000000" pitchFamily="2" charset="2"/>
                  <a:buChar char="m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69000"/>
                  <a:buFont typeface="Wingdings" panose="05000000000000000000" pitchFamily="2" charset="2"/>
                  <a:buChar char="q"/>
                  <a:defRPr kumimoji="1" sz="2800">
                    <a:solidFill>
                      <a:srgbClr val="3333CC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3300"/>
                  </a:buClr>
                  <a:buFont typeface="Wingdings" panose="05000000000000000000" pitchFamily="2" charset="2"/>
                  <a:buChar char="Ø"/>
                  <a:defRPr kumimoji="1" sz="2400">
                    <a:solidFill>
                      <a:srgbClr val="FF33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kumimoji="0" lang="en-US" altLang="zh-CN" sz="1800" b="1"/>
                  <a:t>6</a:t>
                </a:r>
                <a:endParaRPr kumimoji="0" lang="en-US" altLang="zh-CN" sz="1800" b="1"/>
              </a:p>
            </p:txBody>
          </p:sp>
        </p:grpSp>
        <p:cxnSp>
          <p:nvCxnSpPr>
            <p:cNvPr id="84041" name="AutoShape 65"/>
            <p:cNvCxnSpPr>
              <a:cxnSpLocks noChangeShapeType="1"/>
              <a:stCxn id="84032" idx="4"/>
              <a:endCxn id="84045" idx="2"/>
            </p:cNvCxnSpPr>
            <p:nvPr/>
          </p:nvCxnSpPr>
          <p:spPr bwMode="auto">
            <a:xfrm rot="16200000" flipH="1">
              <a:off x="4104" y="1880"/>
              <a:ext cx="304" cy="496"/>
            </a:xfrm>
            <a:prstGeom prst="curvedConnector2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84042" name="AutoShape 66"/>
            <p:cNvCxnSpPr>
              <a:cxnSpLocks noChangeShapeType="1"/>
              <a:stCxn id="84036" idx="0"/>
              <a:endCxn id="84032" idx="7"/>
            </p:cNvCxnSpPr>
            <p:nvPr/>
          </p:nvCxnSpPr>
          <p:spPr bwMode="auto">
            <a:xfrm rot="-5400000" flipH="1" flipV="1">
              <a:off x="4379" y="1372"/>
              <a:ext cx="49" cy="553"/>
            </a:xfrm>
            <a:prstGeom prst="curvedConnector3">
              <a:avLst>
                <a:gd name="adj1" fmla="val -277551"/>
              </a:avLst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83972" name="Group 67"/>
          <p:cNvGrpSpPr/>
          <p:nvPr/>
        </p:nvGrpSpPr>
        <p:grpSpPr bwMode="auto">
          <a:xfrm>
            <a:off x="1219200" y="2362200"/>
            <a:ext cx="3200400" cy="609600"/>
            <a:chOff x="768" y="2544"/>
            <a:chExt cx="2016" cy="384"/>
          </a:xfrm>
        </p:grpSpPr>
        <p:grpSp>
          <p:nvGrpSpPr>
            <p:cNvPr id="84016" name="Group 68"/>
            <p:cNvGrpSpPr/>
            <p:nvPr/>
          </p:nvGrpSpPr>
          <p:grpSpPr bwMode="auto">
            <a:xfrm>
              <a:off x="2448" y="2592"/>
              <a:ext cx="336" cy="336"/>
              <a:chOff x="3552" y="2544"/>
              <a:chExt cx="336" cy="336"/>
            </a:xfrm>
          </p:grpSpPr>
          <p:sp>
            <p:nvSpPr>
              <p:cNvPr id="84029" name="Oval 69"/>
              <p:cNvSpPr>
                <a:spLocks noChangeArrowheads="1"/>
              </p:cNvSpPr>
              <p:nvPr/>
            </p:nvSpPr>
            <p:spPr bwMode="auto">
              <a:xfrm>
                <a:off x="3552" y="2544"/>
                <a:ext cx="336" cy="336"/>
              </a:xfrm>
              <a:prstGeom prst="ellipse">
                <a:avLst/>
              </a:prstGeom>
              <a:noFill/>
              <a:ln w="25400">
                <a:solidFill>
                  <a:schemeClr val="tx1"/>
                </a:solidFill>
                <a:round/>
                <a:headEnd type="none" w="sm" len="sm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3300"/>
                  </a:buClr>
                  <a:buSzPct val="75000"/>
                  <a:buFont typeface="Wingdings" panose="05000000000000000000" pitchFamily="2" charset="2"/>
                  <a:buChar char="m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69000"/>
                  <a:buFont typeface="Wingdings" panose="05000000000000000000" pitchFamily="2" charset="2"/>
                  <a:buChar char="q"/>
                  <a:defRPr kumimoji="1" sz="2800">
                    <a:solidFill>
                      <a:srgbClr val="3333CC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3300"/>
                  </a:buClr>
                  <a:buFont typeface="Wingdings" panose="05000000000000000000" pitchFamily="2" charset="2"/>
                  <a:buChar char="Ø"/>
                  <a:defRPr kumimoji="1" sz="2400">
                    <a:solidFill>
                      <a:srgbClr val="FF33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2400">
                  <a:latin typeface="Symbol" panose="05050102010706020507" pitchFamily="18" charset="2"/>
                </a:endParaRPr>
              </a:p>
            </p:txBody>
          </p:sp>
          <p:sp>
            <p:nvSpPr>
              <p:cNvPr id="84030" name="Oval 70"/>
              <p:cNvSpPr>
                <a:spLocks noChangeArrowheads="1"/>
              </p:cNvSpPr>
              <p:nvPr/>
            </p:nvSpPr>
            <p:spPr bwMode="auto">
              <a:xfrm>
                <a:off x="3600" y="2592"/>
                <a:ext cx="240" cy="240"/>
              </a:xfrm>
              <a:prstGeom prst="ellipse">
                <a:avLst/>
              </a:prstGeom>
              <a:noFill/>
              <a:ln w="25400">
                <a:solidFill>
                  <a:schemeClr val="tx1"/>
                </a:solidFill>
                <a:round/>
                <a:headEnd type="none" w="sm" len="sm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3300"/>
                  </a:buClr>
                  <a:buSzPct val="75000"/>
                  <a:buFont typeface="Wingdings" panose="05000000000000000000" pitchFamily="2" charset="2"/>
                  <a:buChar char="m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69000"/>
                  <a:buFont typeface="Wingdings" panose="05000000000000000000" pitchFamily="2" charset="2"/>
                  <a:buChar char="q"/>
                  <a:defRPr kumimoji="1" sz="2800">
                    <a:solidFill>
                      <a:srgbClr val="3333CC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3300"/>
                  </a:buClr>
                  <a:buFont typeface="Wingdings" panose="05000000000000000000" pitchFamily="2" charset="2"/>
                  <a:buChar char="Ø"/>
                  <a:defRPr kumimoji="1" sz="2400">
                    <a:solidFill>
                      <a:srgbClr val="FF33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2400">
                  <a:latin typeface="Symbol" panose="05050102010706020507" pitchFamily="18" charset="2"/>
                </a:endParaRPr>
              </a:p>
            </p:txBody>
          </p:sp>
        </p:grpSp>
        <p:sp>
          <p:nvSpPr>
            <p:cNvPr id="84017" name="Oval 71"/>
            <p:cNvSpPr>
              <a:spLocks noChangeArrowheads="1"/>
            </p:cNvSpPr>
            <p:nvPr/>
          </p:nvSpPr>
          <p:spPr bwMode="auto">
            <a:xfrm>
              <a:off x="1776" y="2592"/>
              <a:ext cx="336" cy="336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>
                <a:latin typeface="Symbol" panose="05050102010706020507" pitchFamily="18" charset="2"/>
              </a:endParaRPr>
            </a:p>
          </p:txBody>
        </p:sp>
        <p:sp>
          <p:nvSpPr>
            <p:cNvPr id="84018" name="Line 72"/>
            <p:cNvSpPr>
              <a:spLocks noChangeShapeType="1"/>
            </p:cNvSpPr>
            <p:nvPr/>
          </p:nvSpPr>
          <p:spPr bwMode="auto">
            <a:xfrm>
              <a:off x="2112" y="2736"/>
              <a:ext cx="336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4019" name="Text Box 73"/>
            <p:cNvSpPr txBox="1">
              <a:spLocks noChangeArrowheads="1"/>
            </p:cNvSpPr>
            <p:nvPr/>
          </p:nvSpPr>
          <p:spPr bwMode="auto">
            <a:xfrm>
              <a:off x="2496" y="2640"/>
              <a:ext cx="24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 type="none" w="sm" len="sm"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1800" b="1"/>
                <a:t>2</a:t>
              </a:r>
              <a:endParaRPr kumimoji="0" lang="en-US" altLang="zh-CN" sz="1800" b="1"/>
            </a:p>
          </p:txBody>
        </p:sp>
        <p:sp>
          <p:nvSpPr>
            <p:cNvPr id="84020" name="Text Box 74"/>
            <p:cNvSpPr txBox="1">
              <a:spLocks noChangeArrowheads="1"/>
            </p:cNvSpPr>
            <p:nvPr/>
          </p:nvSpPr>
          <p:spPr bwMode="auto">
            <a:xfrm>
              <a:off x="1824" y="2640"/>
              <a:ext cx="24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 type="none" w="sm" len="sm"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1800" b="1"/>
                <a:t>1</a:t>
              </a:r>
              <a:endParaRPr kumimoji="0" lang="en-US" altLang="zh-CN" sz="1800" b="1"/>
            </a:p>
          </p:txBody>
        </p:sp>
        <p:sp>
          <p:nvSpPr>
            <p:cNvPr id="84021" name="Text Box 75"/>
            <p:cNvSpPr txBox="1">
              <a:spLocks noChangeArrowheads="1"/>
            </p:cNvSpPr>
            <p:nvPr/>
          </p:nvSpPr>
          <p:spPr bwMode="auto">
            <a:xfrm>
              <a:off x="2112" y="2544"/>
              <a:ext cx="288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 type="none" w="sm" len="sm"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1800" b="1"/>
                <a:t>E’</a:t>
              </a:r>
              <a:endParaRPr kumimoji="0" lang="en-US" altLang="zh-CN" sz="1800" b="1"/>
            </a:p>
          </p:txBody>
        </p:sp>
        <p:grpSp>
          <p:nvGrpSpPr>
            <p:cNvPr id="84022" name="Group 76"/>
            <p:cNvGrpSpPr/>
            <p:nvPr/>
          </p:nvGrpSpPr>
          <p:grpSpPr bwMode="auto">
            <a:xfrm>
              <a:off x="768" y="2544"/>
              <a:ext cx="1008" cy="384"/>
              <a:chOff x="768" y="2544"/>
              <a:chExt cx="1008" cy="384"/>
            </a:xfrm>
          </p:grpSpPr>
          <p:sp>
            <p:nvSpPr>
              <p:cNvPr id="84023" name="Line 77"/>
              <p:cNvSpPr>
                <a:spLocks noChangeShapeType="1"/>
              </p:cNvSpPr>
              <p:nvPr/>
            </p:nvSpPr>
            <p:spPr bwMode="auto">
              <a:xfrm>
                <a:off x="1440" y="2736"/>
                <a:ext cx="336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 type="none" w="sm" len="sm"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84024" name="Text Box 78"/>
              <p:cNvSpPr txBox="1">
                <a:spLocks noChangeArrowheads="1"/>
              </p:cNvSpPr>
              <p:nvPr/>
            </p:nvSpPr>
            <p:spPr bwMode="auto">
              <a:xfrm>
                <a:off x="1440" y="2544"/>
                <a:ext cx="240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5400">
                    <a:solidFill>
                      <a:srgbClr val="000000"/>
                    </a:solidFill>
                    <a:miter lim="800000"/>
                    <a:headEnd type="none" w="sm" len="sm"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3300"/>
                  </a:buClr>
                  <a:buSzPct val="75000"/>
                  <a:buFont typeface="Wingdings" panose="05000000000000000000" pitchFamily="2" charset="2"/>
                  <a:buChar char="m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69000"/>
                  <a:buFont typeface="Wingdings" panose="05000000000000000000" pitchFamily="2" charset="2"/>
                  <a:buChar char="q"/>
                  <a:defRPr kumimoji="1" sz="2800">
                    <a:solidFill>
                      <a:srgbClr val="3333CC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3300"/>
                  </a:buClr>
                  <a:buFont typeface="Wingdings" panose="05000000000000000000" pitchFamily="2" charset="2"/>
                  <a:buChar char="Ø"/>
                  <a:defRPr kumimoji="1" sz="2400">
                    <a:solidFill>
                      <a:srgbClr val="FF33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kumimoji="0" lang="en-US" altLang="zh-CN" sz="1800" b="1"/>
                  <a:t>T</a:t>
                </a:r>
                <a:endParaRPr kumimoji="0" lang="en-US" altLang="zh-CN" sz="1800" b="1"/>
              </a:p>
            </p:txBody>
          </p:sp>
          <p:grpSp>
            <p:nvGrpSpPr>
              <p:cNvPr id="84025" name="Group 79"/>
              <p:cNvGrpSpPr/>
              <p:nvPr/>
            </p:nvGrpSpPr>
            <p:grpSpPr bwMode="auto">
              <a:xfrm>
                <a:off x="768" y="2592"/>
                <a:ext cx="672" cy="336"/>
                <a:chOff x="768" y="2592"/>
                <a:chExt cx="672" cy="336"/>
              </a:xfrm>
            </p:grpSpPr>
            <p:sp>
              <p:nvSpPr>
                <p:cNvPr id="84026" name="Oval 80"/>
                <p:cNvSpPr>
                  <a:spLocks noChangeArrowheads="1"/>
                </p:cNvSpPr>
                <p:nvPr/>
              </p:nvSpPr>
              <p:spPr bwMode="auto">
                <a:xfrm>
                  <a:off x="1104" y="2592"/>
                  <a:ext cx="336" cy="336"/>
                </a:xfrm>
                <a:prstGeom prst="ellipse">
                  <a:avLst/>
                </a:prstGeom>
                <a:noFill/>
                <a:ln w="25400">
                  <a:solidFill>
                    <a:schemeClr val="tx1"/>
                  </a:solidFill>
                  <a:round/>
                  <a:headEnd type="none" w="sm" len="sm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rgbClr val="FF3300"/>
                    </a:buClr>
                    <a:buSzPct val="75000"/>
                    <a:buFont typeface="Wingdings" panose="05000000000000000000" pitchFamily="2" charset="2"/>
                    <a:buChar char="m"/>
                    <a:defRPr kumimoji="1"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folHlink"/>
                    </a:buClr>
                    <a:buSzPct val="69000"/>
                    <a:buFont typeface="Wingdings" panose="05000000000000000000" pitchFamily="2" charset="2"/>
                    <a:buChar char="q"/>
                    <a:defRPr kumimoji="1" sz="2800">
                      <a:solidFill>
                        <a:srgbClr val="3333CC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3300"/>
                    </a:buClr>
                    <a:buFont typeface="Wingdings" panose="05000000000000000000" pitchFamily="2" charset="2"/>
                    <a:buChar char="Ø"/>
                    <a:defRPr kumimoji="1" sz="2400">
                      <a:solidFill>
                        <a:srgbClr val="FF3300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tx1"/>
                    </a:buClr>
                    <a:buChar char="–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tx1"/>
                    </a:buClr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en-US" sz="2400">
                    <a:latin typeface="Symbol" panose="05050102010706020507" pitchFamily="18" charset="2"/>
                  </a:endParaRPr>
                </a:p>
              </p:txBody>
            </p:sp>
            <p:sp>
              <p:nvSpPr>
                <p:cNvPr id="84027" name="Text Box 81"/>
                <p:cNvSpPr txBox="1">
                  <a:spLocks noChangeArrowheads="1"/>
                </p:cNvSpPr>
                <p:nvPr/>
              </p:nvSpPr>
              <p:spPr bwMode="auto">
                <a:xfrm>
                  <a:off x="1152" y="2640"/>
                  <a:ext cx="240" cy="231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25400">
                      <a:solidFill>
                        <a:srgbClr val="000000"/>
                      </a:solidFill>
                      <a:miter lim="800000"/>
                      <a:headEnd type="none" w="sm" len="sm"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rgbClr val="FF3300"/>
                    </a:buClr>
                    <a:buSzPct val="75000"/>
                    <a:buFont typeface="Wingdings" panose="05000000000000000000" pitchFamily="2" charset="2"/>
                    <a:buChar char="m"/>
                    <a:defRPr kumimoji="1"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folHlink"/>
                    </a:buClr>
                    <a:buSzPct val="69000"/>
                    <a:buFont typeface="Wingdings" panose="05000000000000000000" pitchFamily="2" charset="2"/>
                    <a:buChar char="q"/>
                    <a:defRPr kumimoji="1" sz="2800">
                      <a:solidFill>
                        <a:srgbClr val="3333CC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3300"/>
                    </a:buClr>
                    <a:buFont typeface="Wingdings" panose="05000000000000000000" pitchFamily="2" charset="2"/>
                    <a:buChar char="Ø"/>
                    <a:defRPr kumimoji="1" sz="2400">
                      <a:solidFill>
                        <a:srgbClr val="FF3300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tx1"/>
                    </a:buClr>
                    <a:buChar char="–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tx1"/>
                    </a:buClr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50000"/>
                    </a:spcBef>
                    <a:buClrTx/>
                    <a:buSzTx/>
                    <a:buFontTx/>
                    <a:buNone/>
                  </a:pPr>
                  <a:r>
                    <a:rPr kumimoji="0" lang="en-US" altLang="zh-CN" sz="1800" b="1"/>
                    <a:t>0</a:t>
                  </a:r>
                  <a:endParaRPr kumimoji="0" lang="en-US" altLang="zh-CN" sz="1800" b="1"/>
                </a:p>
              </p:txBody>
            </p:sp>
            <p:sp>
              <p:nvSpPr>
                <p:cNvPr id="84028" name="Text Box 82"/>
                <p:cNvSpPr txBox="1">
                  <a:spLocks noChangeArrowheads="1"/>
                </p:cNvSpPr>
                <p:nvPr/>
              </p:nvSpPr>
              <p:spPr bwMode="auto">
                <a:xfrm>
                  <a:off x="768" y="2640"/>
                  <a:ext cx="336" cy="231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25400">
                      <a:solidFill>
                        <a:srgbClr val="000000"/>
                      </a:solidFill>
                      <a:miter lim="800000"/>
                      <a:headEnd type="none" w="sm" len="sm"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rgbClr val="FF3300"/>
                    </a:buClr>
                    <a:buSzPct val="75000"/>
                    <a:buFont typeface="Wingdings" panose="05000000000000000000" pitchFamily="2" charset="2"/>
                    <a:buChar char="m"/>
                    <a:defRPr kumimoji="1"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folHlink"/>
                    </a:buClr>
                    <a:buSzPct val="69000"/>
                    <a:buFont typeface="Wingdings" panose="05000000000000000000" pitchFamily="2" charset="2"/>
                    <a:buChar char="q"/>
                    <a:defRPr kumimoji="1" sz="2800">
                      <a:solidFill>
                        <a:srgbClr val="3333CC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3300"/>
                    </a:buClr>
                    <a:buFont typeface="Wingdings" panose="05000000000000000000" pitchFamily="2" charset="2"/>
                    <a:buChar char="Ø"/>
                    <a:defRPr kumimoji="1" sz="2400">
                      <a:solidFill>
                        <a:srgbClr val="FF3300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tx1"/>
                    </a:buClr>
                    <a:buChar char="–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tx1"/>
                    </a:buClr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50000"/>
                    </a:spcBef>
                    <a:buClrTx/>
                    <a:buSzTx/>
                    <a:buFontTx/>
                    <a:buNone/>
                  </a:pPr>
                  <a:r>
                    <a:rPr kumimoji="0" lang="en-US" altLang="zh-CN" sz="1800" b="1"/>
                    <a:t>E:</a:t>
                  </a:r>
                  <a:endParaRPr kumimoji="0" lang="en-US" altLang="zh-CN" sz="1800" b="1"/>
                </a:p>
              </p:txBody>
            </p:sp>
          </p:grpSp>
        </p:grpSp>
      </p:grpSp>
      <p:sp>
        <p:nvSpPr>
          <p:cNvPr id="83973" name="AutoShape 83"/>
          <p:cNvSpPr>
            <a:spLocks noChangeArrowheads="1"/>
          </p:cNvSpPr>
          <p:nvPr/>
        </p:nvSpPr>
        <p:spPr bwMode="auto">
          <a:xfrm>
            <a:off x="1143000" y="2895600"/>
            <a:ext cx="228600" cy="838200"/>
          </a:xfrm>
          <a:prstGeom prst="curvedRightArrow">
            <a:avLst>
              <a:gd name="adj1" fmla="val 73333"/>
              <a:gd name="adj2" fmla="val 146667"/>
              <a:gd name="adj3" fmla="val 33333"/>
            </a:avLst>
          </a:prstGeom>
          <a:noFill/>
          <a:ln w="25400">
            <a:solidFill>
              <a:srgbClr val="FF0000"/>
            </a:solidFill>
            <a:miter lim="800000"/>
            <a:head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>
              <a:latin typeface="Symbol" panose="05050102010706020507" pitchFamily="18" charset="2"/>
            </a:endParaRPr>
          </a:p>
        </p:txBody>
      </p:sp>
      <p:grpSp>
        <p:nvGrpSpPr>
          <p:cNvPr id="83974" name="Group 84"/>
          <p:cNvGrpSpPr/>
          <p:nvPr/>
        </p:nvGrpSpPr>
        <p:grpSpPr bwMode="auto">
          <a:xfrm>
            <a:off x="1371600" y="3200400"/>
            <a:ext cx="3200400" cy="1828800"/>
            <a:chOff x="864" y="3072"/>
            <a:chExt cx="2016" cy="1152"/>
          </a:xfrm>
        </p:grpSpPr>
        <p:grpSp>
          <p:nvGrpSpPr>
            <p:cNvPr id="83994" name="Group 85"/>
            <p:cNvGrpSpPr/>
            <p:nvPr/>
          </p:nvGrpSpPr>
          <p:grpSpPr bwMode="auto">
            <a:xfrm>
              <a:off x="864" y="3360"/>
              <a:ext cx="1008" cy="384"/>
              <a:chOff x="768" y="2544"/>
              <a:chExt cx="1008" cy="384"/>
            </a:xfrm>
          </p:grpSpPr>
          <p:sp>
            <p:nvSpPr>
              <p:cNvPr id="84010" name="Line 86"/>
              <p:cNvSpPr>
                <a:spLocks noChangeShapeType="1"/>
              </p:cNvSpPr>
              <p:nvPr/>
            </p:nvSpPr>
            <p:spPr bwMode="auto">
              <a:xfrm>
                <a:off x="1440" y="2736"/>
                <a:ext cx="336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 type="none" w="sm" len="sm"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84011" name="Text Box 87"/>
              <p:cNvSpPr txBox="1">
                <a:spLocks noChangeArrowheads="1"/>
              </p:cNvSpPr>
              <p:nvPr/>
            </p:nvSpPr>
            <p:spPr bwMode="auto">
              <a:xfrm>
                <a:off x="1440" y="2544"/>
                <a:ext cx="240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5400">
                    <a:solidFill>
                      <a:srgbClr val="000000"/>
                    </a:solidFill>
                    <a:miter lim="800000"/>
                    <a:headEnd type="none" w="sm" len="sm"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3300"/>
                  </a:buClr>
                  <a:buSzPct val="75000"/>
                  <a:buFont typeface="Wingdings" panose="05000000000000000000" pitchFamily="2" charset="2"/>
                  <a:buChar char="m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69000"/>
                  <a:buFont typeface="Wingdings" panose="05000000000000000000" pitchFamily="2" charset="2"/>
                  <a:buChar char="q"/>
                  <a:defRPr kumimoji="1" sz="2800">
                    <a:solidFill>
                      <a:srgbClr val="3333CC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3300"/>
                  </a:buClr>
                  <a:buFont typeface="Wingdings" panose="05000000000000000000" pitchFamily="2" charset="2"/>
                  <a:buChar char="Ø"/>
                  <a:defRPr kumimoji="1" sz="2400">
                    <a:solidFill>
                      <a:srgbClr val="FF33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kumimoji="0" lang="en-US" altLang="zh-CN" sz="1800" b="1"/>
                  <a:t>T</a:t>
                </a:r>
                <a:endParaRPr kumimoji="0" lang="en-US" altLang="zh-CN" sz="1800" b="1"/>
              </a:p>
            </p:txBody>
          </p:sp>
          <p:grpSp>
            <p:nvGrpSpPr>
              <p:cNvPr id="84012" name="Group 88"/>
              <p:cNvGrpSpPr/>
              <p:nvPr/>
            </p:nvGrpSpPr>
            <p:grpSpPr bwMode="auto">
              <a:xfrm>
                <a:off x="768" y="2592"/>
                <a:ext cx="672" cy="336"/>
                <a:chOff x="768" y="2592"/>
                <a:chExt cx="672" cy="336"/>
              </a:xfrm>
            </p:grpSpPr>
            <p:sp>
              <p:nvSpPr>
                <p:cNvPr id="84013" name="Oval 89"/>
                <p:cNvSpPr>
                  <a:spLocks noChangeArrowheads="1"/>
                </p:cNvSpPr>
                <p:nvPr/>
              </p:nvSpPr>
              <p:spPr bwMode="auto">
                <a:xfrm>
                  <a:off x="1104" y="2592"/>
                  <a:ext cx="336" cy="336"/>
                </a:xfrm>
                <a:prstGeom prst="ellipse">
                  <a:avLst/>
                </a:prstGeom>
                <a:noFill/>
                <a:ln w="25400">
                  <a:solidFill>
                    <a:schemeClr val="tx1"/>
                  </a:solidFill>
                  <a:round/>
                  <a:headEnd type="none" w="sm" len="sm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rgbClr val="FF3300"/>
                    </a:buClr>
                    <a:buSzPct val="75000"/>
                    <a:buFont typeface="Wingdings" panose="05000000000000000000" pitchFamily="2" charset="2"/>
                    <a:buChar char="m"/>
                    <a:defRPr kumimoji="1"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folHlink"/>
                    </a:buClr>
                    <a:buSzPct val="69000"/>
                    <a:buFont typeface="Wingdings" panose="05000000000000000000" pitchFamily="2" charset="2"/>
                    <a:buChar char="q"/>
                    <a:defRPr kumimoji="1" sz="2800">
                      <a:solidFill>
                        <a:srgbClr val="3333CC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3300"/>
                    </a:buClr>
                    <a:buFont typeface="Wingdings" panose="05000000000000000000" pitchFamily="2" charset="2"/>
                    <a:buChar char="Ø"/>
                    <a:defRPr kumimoji="1" sz="2400">
                      <a:solidFill>
                        <a:srgbClr val="FF3300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tx1"/>
                    </a:buClr>
                    <a:buChar char="–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tx1"/>
                    </a:buClr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en-US" sz="2400">
                    <a:latin typeface="Symbol" panose="05050102010706020507" pitchFamily="18" charset="2"/>
                  </a:endParaRPr>
                </a:p>
              </p:txBody>
            </p:sp>
            <p:sp>
              <p:nvSpPr>
                <p:cNvPr id="84014" name="Text Box 90"/>
                <p:cNvSpPr txBox="1">
                  <a:spLocks noChangeArrowheads="1"/>
                </p:cNvSpPr>
                <p:nvPr/>
              </p:nvSpPr>
              <p:spPr bwMode="auto">
                <a:xfrm>
                  <a:off x="1152" y="2640"/>
                  <a:ext cx="240" cy="231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25400">
                      <a:solidFill>
                        <a:srgbClr val="000000"/>
                      </a:solidFill>
                      <a:miter lim="800000"/>
                      <a:headEnd type="none" w="sm" len="sm"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rgbClr val="FF3300"/>
                    </a:buClr>
                    <a:buSzPct val="75000"/>
                    <a:buFont typeface="Wingdings" panose="05000000000000000000" pitchFamily="2" charset="2"/>
                    <a:buChar char="m"/>
                    <a:defRPr kumimoji="1"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folHlink"/>
                    </a:buClr>
                    <a:buSzPct val="69000"/>
                    <a:buFont typeface="Wingdings" panose="05000000000000000000" pitchFamily="2" charset="2"/>
                    <a:buChar char="q"/>
                    <a:defRPr kumimoji="1" sz="2800">
                      <a:solidFill>
                        <a:srgbClr val="3333CC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3300"/>
                    </a:buClr>
                    <a:buFont typeface="Wingdings" panose="05000000000000000000" pitchFamily="2" charset="2"/>
                    <a:buChar char="Ø"/>
                    <a:defRPr kumimoji="1" sz="2400">
                      <a:solidFill>
                        <a:srgbClr val="FF3300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tx1"/>
                    </a:buClr>
                    <a:buChar char="–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tx1"/>
                    </a:buClr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50000"/>
                    </a:spcBef>
                    <a:buClrTx/>
                    <a:buSzTx/>
                    <a:buFontTx/>
                    <a:buNone/>
                  </a:pPr>
                  <a:r>
                    <a:rPr kumimoji="0" lang="en-US" altLang="zh-CN" sz="1800" b="1"/>
                    <a:t>0</a:t>
                  </a:r>
                  <a:endParaRPr kumimoji="0" lang="en-US" altLang="zh-CN" sz="1800" b="1"/>
                </a:p>
              </p:txBody>
            </p:sp>
            <p:sp>
              <p:nvSpPr>
                <p:cNvPr id="84015" name="Text Box 91"/>
                <p:cNvSpPr txBox="1">
                  <a:spLocks noChangeArrowheads="1"/>
                </p:cNvSpPr>
                <p:nvPr/>
              </p:nvSpPr>
              <p:spPr bwMode="auto">
                <a:xfrm>
                  <a:off x="768" y="2640"/>
                  <a:ext cx="336" cy="231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25400">
                      <a:solidFill>
                        <a:srgbClr val="000000"/>
                      </a:solidFill>
                      <a:miter lim="800000"/>
                      <a:headEnd type="none" w="sm" len="sm"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rgbClr val="FF3300"/>
                    </a:buClr>
                    <a:buSzPct val="75000"/>
                    <a:buFont typeface="Wingdings" panose="05000000000000000000" pitchFamily="2" charset="2"/>
                    <a:buChar char="m"/>
                    <a:defRPr kumimoji="1"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folHlink"/>
                    </a:buClr>
                    <a:buSzPct val="69000"/>
                    <a:buFont typeface="Wingdings" panose="05000000000000000000" pitchFamily="2" charset="2"/>
                    <a:buChar char="q"/>
                    <a:defRPr kumimoji="1" sz="2800">
                      <a:solidFill>
                        <a:srgbClr val="3333CC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3300"/>
                    </a:buClr>
                    <a:buFont typeface="Wingdings" panose="05000000000000000000" pitchFamily="2" charset="2"/>
                    <a:buChar char="Ø"/>
                    <a:defRPr kumimoji="1" sz="2400">
                      <a:solidFill>
                        <a:srgbClr val="FF3300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tx1"/>
                    </a:buClr>
                    <a:buChar char="–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tx1"/>
                    </a:buClr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50000"/>
                    </a:spcBef>
                    <a:buClrTx/>
                    <a:buSzTx/>
                    <a:buFontTx/>
                    <a:buNone/>
                  </a:pPr>
                  <a:r>
                    <a:rPr kumimoji="0" lang="en-US" altLang="zh-CN" sz="1800" b="1"/>
                    <a:t>E:</a:t>
                  </a:r>
                  <a:endParaRPr kumimoji="0" lang="en-US" altLang="zh-CN" sz="1800" b="1"/>
                </a:p>
              </p:txBody>
            </p:sp>
          </p:grpSp>
        </p:grpSp>
        <p:sp>
          <p:nvSpPr>
            <p:cNvPr id="83995" name="Oval 92"/>
            <p:cNvSpPr>
              <a:spLocks noChangeArrowheads="1"/>
            </p:cNvSpPr>
            <p:nvPr/>
          </p:nvSpPr>
          <p:spPr bwMode="auto">
            <a:xfrm>
              <a:off x="1872" y="3408"/>
              <a:ext cx="336" cy="336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>
                <a:latin typeface="Symbol" panose="05050102010706020507" pitchFamily="18" charset="2"/>
              </a:endParaRPr>
            </a:p>
          </p:txBody>
        </p:sp>
        <p:sp>
          <p:nvSpPr>
            <p:cNvPr id="83996" name="Line 93"/>
            <p:cNvSpPr>
              <a:spLocks noChangeShapeType="1"/>
            </p:cNvSpPr>
            <p:nvPr/>
          </p:nvSpPr>
          <p:spPr bwMode="auto">
            <a:xfrm>
              <a:off x="2208" y="3552"/>
              <a:ext cx="336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3997" name="Text Box 94"/>
            <p:cNvSpPr txBox="1">
              <a:spLocks noChangeArrowheads="1"/>
            </p:cNvSpPr>
            <p:nvPr/>
          </p:nvSpPr>
          <p:spPr bwMode="auto">
            <a:xfrm>
              <a:off x="1920" y="3456"/>
              <a:ext cx="24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 type="none" w="sm" len="sm"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1800" b="1"/>
                <a:t>3</a:t>
              </a:r>
              <a:endParaRPr kumimoji="0" lang="en-US" altLang="zh-CN" sz="1800" b="1"/>
            </a:p>
          </p:txBody>
        </p:sp>
        <p:sp>
          <p:nvSpPr>
            <p:cNvPr id="83998" name="Text Box 95"/>
            <p:cNvSpPr txBox="1">
              <a:spLocks noChangeArrowheads="1"/>
            </p:cNvSpPr>
            <p:nvPr/>
          </p:nvSpPr>
          <p:spPr bwMode="auto">
            <a:xfrm>
              <a:off x="2208" y="3360"/>
              <a:ext cx="24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 type="none" w="sm" len="sm"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1800" b="1"/>
                <a:t>+</a:t>
              </a:r>
              <a:endParaRPr kumimoji="0" lang="en-US" altLang="zh-CN" sz="1800" b="1"/>
            </a:p>
          </p:txBody>
        </p:sp>
        <p:sp>
          <p:nvSpPr>
            <p:cNvPr id="83999" name="Oval 96"/>
            <p:cNvSpPr>
              <a:spLocks noChangeArrowheads="1"/>
            </p:cNvSpPr>
            <p:nvPr/>
          </p:nvSpPr>
          <p:spPr bwMode="auto">
            <a:xfrm>
              <a:off x="2544" y="3408"/>
              <a:ext cx="336" cy="336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>
                <a:latin typeface="Symbol" panose="05050102010706020507" pitchFamily="18" charset="2"/>
              </a:endParaRPr>
            </a:p>
          </p:txBody>
        </p:sp>
        <p:sp>
          <p:nvSpPr>
            <p:cNvPr id="84000" name="Text Box 97"/>
            <p:cNvSpPr txBox="1">
              <a:spLocks noChangeArrowheads="1"/>
            </p:cNvSpPr>
            <p:nvPr/>
          </p:nvSpPr>
          <p:spPr bwMode="auto">
            <a:xfrm>
              <a:off x="2592" y="3456"/>
              <a:ext cx="24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 type="none" w="sm" len="sm"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1800" b="1"/>
                <a:t>4</a:t>
              </a:r>
              <a:endParaRPr kumimoji="0" lang="en-US" altLang="zh-CN" sz="1800" b="1"/>
            </a:p>
          </p:txBody>
        </p:sp>
        <p:sp>
          <p:nvSpPr>
            <p:cNvPr id="84001" name="Text Box 98"/>
            <p:cNvSpPr txBox="1">
              <a:spLocks noChangeArrowheads="1"/>
            </p:cNvSpPr>
            <p:nvPr/>
          </p:nvSpPr>
          <p:spPr bwMode="auto">
            <a:xfrm>
              <a:off x="2352" y="3072"/>
              <a:ext cx="288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 type="none" w="sm" len="sm"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1800" b="1"/>
                <a:t>T</a:t>
              </a:r>
              <a:endParaRPr kumimoji="0" lang="en-US" altLang="zh-CN" sz="1800" b="1"/>
            </a:p>
          </p:txBody>
        </p:sp>
        <p:sp>
          <p:nvSpPr>
            <p:cNvPr id="84002" name="Text Box 99"/>
            <p:cNvSpPr txBox="1">
              <a:spLocks noChangeArrowheads="1"/>
            </p:cNvSpPr>
            <p:nvPr/>
          </p:nvSpPr>
          <p:spPr bwMode="auto">
            <a:xfrm>
              <a:off x="2160" y="3792"/>
              <a:ext cx="24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 type="none" w="sm" len="sm"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1800" b="1">
                  <a:latin typeface="Symbol" panose="05050102010706020507" pitchFamily="18" charset="2"/>
                  <a:sym typeface="Symbol" panose="05050102010706020507" pitchFamily="18" charset="2"/>
                </a:rPr>
                <a:t>e</a:t>
              </a:r>
              <a:endParaRPr kumimoji="0" lang="en-US" altLang="zh-CN" sz="1800" b="1">
                <a:latin typeface="Symbol" panose="05050102010706020507" pitchFamily="18" charset="2"/>
                <a:sym typeface="Symbol" panose="05050102010706020507" pitchFamily="18" charset="2"/>
              </a:endParaRPr>
            </a:p>
          </p:txBody>
        </p:sp>
        <p:grpSp>
          <p:nvGrpSpPr>
            <p:cNvPr id="84003" name="Group 100"/>
            <p:cNvGrpSpPr/>
            <p:nvPr/>
          </p:nvGrpSpPr>
          <p:grpSpPr bwMode="auto">
            <a:xfrm>
              <a:off x="2544" y="3888"/>
              <a:ext cx="336" cy="336"/>
              <a:chOff x="2448" y="2736"/>
              <a:chExt cx="336" cy="336"/>
            </a:xfrm>
          </p:grpSpPr>
          <p:grpSp>
            <p:nvGrpSpPr>
              <p:cNvPr id="84006" name="Group 101"/>
              <p:cNvGrpSpPr/>
              <p:nvPr/>
            </p:nvGrpSpPr>
            <p:grpSpPr bwMode="auto">
              <a:xfrm>
                <a:off x="2448" y="2736"/>
                <a:ext cx="336" cy="336"/>
                <a:chOff x="3552" y="2544"/>
                <a:chExt cx="336" cy="336"/>
              </a:xfrm>
            </p:grpSpPr>
            <p:sp>
              <p:nvSpPr>
                <p:cNvPr id="84008" name="Oval 102"/>
                <p:cNvSpPr>
                  <a:spLocks noChangeArrowheads="1"/>
                </p:cNvSpPr>
                <p:nvPr/>
              </p:nvSpPr>
              <p:spPr bwMode="auto">
                <a:xfrm>
                  <a:off x="3552" y="2544"/>
                  <a:ext cx="336" cy="336"/>
                </a:xfrm>
                <a:prstGeom prst="ellipse">
                  <a:avLst/>
                </a:prstGeom>
                <a:noFill/>
                <a:ln w="25400">
                  <a:solidFill>
                    <a:schemeClr val="tx1"/>
                  </a:solidFill>
                  <a:round/>
                  <a:headEnd type="none" w="sm" len="sm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rgbClr val="FF3300"/>
                    </a:buClr>
                    <a:buSzPct val="75000"/>
                    <a:buFont typeface="Wingdings" panose="05000000000000000000" pitchFamily="2" charset="2"/>
                    <a:buChar char="m"/>
                    <a:defRPr kumimoji="1"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folHlink"/>
                    </a:buClr>
                    <a:buSzPct val="69000"/>
                    <a:buFont typeface="Wingdings" panose="05000000000000000000" pitchFamily="2" charset="2"/>
                    <a:buChar char="q"/>
                    <a:defRPr kumimoji="1" sz="2800">
                      <a:solidFill>
                        <a:srgbClr val="3333CC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3300"/>
                    </a:buClr>
                    <a:buFont typeface="Wingdings" panose="05000000000000000000" pitchFamily="2" charset="2"/>
                    <a:buChar char="Ø"/>
                    <a:defRPr kumimoji="1" sz="2400">
                      <a:solidFill>
                        <a:srgbClr val="FF3300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tx1"/>
                    </a:buClr>
                    <a:buChar char="–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tx1"/>
                    </a:buClr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en-US" sz="2400">
                    <a:latin typeface="Symbol" panose="05050102010706020507" pitchFamily="18" charset="2"/>
                  </a:endParaRPr>
                </a:p>
              </p:txBody>
            </p:sp>
            <p:sp>
              <p:nvSpPr>
                <p:cNvPr id="84009" name="Oval 103"/>
                <p:cNvSpPr>
                  <a:spLocks noChangeArrowheads="1"/>
                </p:cNvSpPr>
                <p:nvPr/>
              </p:nvSpPr>
              <p:spPr bwMode="auto">
                <a:xfrm>
                  <a:off x="3600" y="2592"/>
                  <a:ext cx="240" cy="240"/>
                </a:xfrm>
                <a:prstGeom prst="ellipse">
                  <a:avLst/>
                </a:prstGeom>
                <a:noFill/>
                <a:ln w="25400">
                  <a:solidFill>
                    <a:schemeClr val="tx1"/>
                  </a:solidFill>
                  <a:round/>
                  <a:headEnd type="none" w="sm" len="sm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rgbClr val="FF3300"/>
                    </a:buClr>
                    <a:buSzPct val="75000"/>
                    <a:buFont typeface="Wingdings" panose="05000000000000000000" pitchFamily="2" charset="2"/>
                    <a:buChar char="m"/>
                    <a:defRPr kumimoji="1"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folHlink"/>
                    </a:buClr>
                    <a:buSzPct val="69000"/>
                    <a:buFont typeface="Wingdings" panose="05000000000000000000" pitchFamily="2" charset="2"/>
                    <a:buChar char="q"/>
                    <a:defRPr kumimoji="1" sz="2800">
                      <a:solidFill>
                        <a:srgbClr val="3333CC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3300"/>
                    </a:buClr>
                    <a:buFont typeface="Wingdings" panose="05000000000000000000" pitchFamily="2" charset="2"/>
                    <a:buChar char="Ø"/>
                    <a:defRPr kumimoji="1" sz="2400">
                      <a:solidFill>
                        <a:srgbClr val="FF3300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tx1"/>
                    </a:buClr>
                    <a:buChar char="–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tx1"/>
                    </a:buClr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en-US" sz="2400">
                    <a:latin typeface="Symbol" panose="05050102010706020507" pitchFamily="18" charset="2"/>
                  </a:endParaRPr>
                </a:p>
              </p:txBody>
            </p:sp>
          </p:grpSp>
          <p:sp>
            <p:nvSpPr>
              <p:cNvPr id="84007" name="Text Box 104"/>
              <p:cNvSpPr txBox="1">
                <a:spLocks noChangeArrowheads="1"/>
              </p:cNvSpPr>
              <p:nvPr/>
            </p:nvSpPr>
            <p:spPr bwMode="auto">
              <a:xfrm>
                <a:off x="2496" y="2784"/>
                <a:ext cx="240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5400">
                    <a:solidFill>
                      <a:srgbClr val="000000"/>
                    </a:solidFill>
                    <a:miter lim="800000"/>
                    <a:headEnd type="none" w="sm" len="sm"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3300"/>
                  </a:buClr>
                  <a:buSzPct val="75000"/>
                  <a:buFont typeface="Wingdings" panose="05000000000000000000" pitchFamily="2" charset="2"/>
                  <a:buChar char="m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69000"/>
                  <a:buFont typeface="Wingdings" panose="05000000000000000000" pitchFamily="2" charset="2"/>
                  <a:buChar char="q"/>
                  <a:defRPr kumimoji="1" sz="2800">
                    <a:solidFill>
                      <a:srgbClr val="3333CC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3300"/>
                  </a:buClr>
                  <a:buFont typeface="Wingdings" panose="05000000000000000000" pitchFamily="2" charset="2"/>
                  <a:buChar char="Ø"/>
                  <a:defRPr kumimoji="1" sz="2400">
                    <a:solidFill>
                      <a:srgbClr val="FF33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kumimoji="0" lang="en-US" altLang="zh-CN" sz="1800" b="1"/>
                  <a:t>6</a:t>
                </a:r>
                <a:endParaRPr kumimoji="0" lang="en-US" altLang="zh-CN" sz="1800" b="1"/>
              </a:p>
            </p:txBody>
          </p:sp>
        </p:grpSp>
        <p:cxnSp>
          <p:nvCxnSpPr>
            <p:cNvPr id="84004" name="AutoShape 105"/>
            <p:cNvCxnSpPr>
              <a:cxnSpLocks noChangeShapeType="1"/>
              <a:stCxn id="83995" idx="4"/>
              <a:endCxn id="84008" idx="2"/>
            </p:cNvCxnSpPr>
            <p:nvPr/>
          </p:nvCxnSpPr>
          <p:spPr bwMode="auto">
            <a:xfrm rot="16200000" flipH="1">
              <a:off x="2136" y="3656"/>
              <a:ext cx="304" cy="496"/>
            </a:xfrm>
            <a:prstGeom prst="curvedConnector2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84005" name="AutoShape 106"/>
            <p:cNvCxnSpPr>
              <a:cxnSpLocks noChangeShapeType="1"/>
              <a:stCxn id="83999" idx="0"/>
              <a:endCxn id="83995" idx="7"/>
            </p:cNvCxnSpPr>
            <p:nvPr/>
          </p:nvCxnSpPr>
          <p:spPr bwMode="auto">
            <a:xfrm rot="-5400000" flipH="1" flipV="1">
              <a:off x="2411" y="3148"/>
              <a:ext cx="49" cy="553"/>
            </a:xfrm>
            <a:prstGeom prst="curvedConnector3">
              <a:avLst>
                <a:gd name="adj1" fmla="val -277551"/>
              </a:avLst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sp>
        <p:nvSpPr>
          <p:cNvPr id="83975" name="Line 107"/>
          <p:cNvSpPr>
            <a:spLocks noChangeShapeType="1"/>
          </p:cNvSpPr>
          <p:nvPr/>
        </p:nvSpPr>
        <p:spPr bwMode="auto">
          <a:xfrm flipV="1">
            <a:off x="4267200" y="2514600"/>
            <a:ext cx="2514600" cy="990600"/>
          </a:xfrm>
          <a:prstGeom prst="line">
            <a:avLst/>
          </a:prstGeom>
          <a:noFill/>
          <a:ln w="25400">
            <a:solidFill>
              <a:srgbClr val="CC99FF"/>
            </a:solidFill>
            <a:prstDash val="lgDash"/>
            <a:round/>
            <a:head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83976" name="Group 108"/>
          <p:cNvGrpSpPr/>
          <p:nvPr/>
        </p:nvGrpSpPr>
        <p:grpSpPr bwMode="auto">
          <a:xfrm>
            <a:off x="5791200" y="3138488"/>
            <a:ext cx="3048000" cy="1890712"/>
            <a:chOff x="3648" y="3033"/>
            <a:chExt cx="1920" cy="1191"/>
          </a:xfrm>
        </p:grpSpPr>
        <p:sp>
          <p:nvSpPr>
            <p:cNvPr id="83978" name="Text Box 109"/>
            <p:cNvSpPr txBox="1">
              <a:spLocks noChangeArrowheads="1"/>
            </p:cNvSpPr>
            <p:nvPr/>
          </p:nvSpPr>
          <p:spPr bwMode="auto">
            <a:xfrm>
              <a:off x="3648" y="3456"/>
              <a:ext cx="33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 type="none" w="sm" len="sm"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1800" b="1"/>
                <a:t>E:</a:t>
              </a:r>
              <a:endParaRPr kumimoji="0" lang="en-US" altLang="zh-CN" sz="1800" b="1"/>
            </a:p>
          </p:txBody>
        </p:sp>
        <p:sp>
          <p:nvSpPr>
            <p:cNvPr id="83979" name="Oval 110"/>
            <p:cNvSpPr>
              <a:spLocks noChangeArrowheads="1"/>
            </p:cNvSpPr>
            <p:nvPr/>
          </p:nvSpPr>
          <p:spPr bwMode="auto">
            <a:xfrm>
              <a:off x="3984" y="3408"/>
              <a:ext cx="336" cy="336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>
                <a:latin typeface="Symbol" panose="05050102010706020507" pitchFamily="18" charset="2"/>
              </a:endParaRPr>
            </a:p>
          </p:txBody>
        </p:sp>
        <p:sp>
          <p:nvSpPr>
            <p:cNvPr id="83980" name="Line 111"/>
            <p:cNvSpPr>
              <a:spLocks noChangeShapeType="1"/>
            </p:cNvSpPr>
            <p:nvPr/>
          </p:nvSpPr>
          <p:spPr bwMode="auto">
            <a:xfrm>
              <a:off x="4320" y="3552"/>
              <a:ext cx="336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3981" name="Text Box 112"/>
            <p:cNvSpPr txBox="1">
              <a:spLocks noChangeArrowheads="1"/>
            </p:cNvSpPr>
            <p:nvPr/>
          </p:nvSpPr>
          <p:spPr bwMode="auto">
            <a:xfrm>
              <a:off x="4032" y="3456"/>
              <a:ext cx="24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 type="none" w="sm" len="sm"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1800" b="1"/>
                <a:t>0</a:t>
              </a:r>
              <a:endParaRPr kumimoji="0" lang="en-US" altLang="zh-CN" sz="1800" b="1"/>
            </a:p>
          </p:txBody>
        </p:sp>
        <p:sp>
          <p:nvSpPr>
            <p:cNvPr id="83982" name="Text Box 113"/>
            <p:cNvSpPr txBox="1">
              <a:spLocks noChangeArrowheads="1"/>
            </p:cNvSpPr>
            <p:nvPr/>
          </p:nvSpPr>
          <p:spPr bwMode="auto">
            <a:xfrm>
              <a:off x="4338" y="3360"/>
              <a:ext cx="24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 type="none" w="sm" len="sm"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1800" b="1"/>
                <a:t>T</a:t>
              </a:r>
              <a:endParaRPr kumimoji="0" lang="en-US" altLang="zh-CN" sz="1800" b="1"/>
            </a:p>
          </p:txBody>
        </p:sp>
        <p:sp>
          <p:nvSpPr>
            <p:cNvPr id="83983" name="Oval 114"/>
            <p:cNvSpPr>
              <a:spLocks noChangeArrowheads="1"/>
            </p:cNvSpPr>
            <p:nvPr/>
          </p:nvSpPr>
          <p:spPr bwMode="auto">
            <a:xfrm>
              <a:off x="4656" y="3408"/>
              <a:ext cx="336" cy="336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>
                <a:latin typeface="Symbol" panose="05050102010706020507" pitchFamily="18" charset="2"/>
              </a:endParaRPr>
            </a:p>
          </p:txBody>
        </p:sp>
        <p:sp>
          <p:nvSpPr>
            <p:cNvPr id="83984" name="Text Box 115"/>
            <p:cNvSpPr txBox="1">
              <a:spLocks noChangeArrowheads="1"/>
            </p:cNvSpPr>
            <p:nvPr/>
          </p:nvSpPr>
          <p:spPr bwMode="auto">
            <a:xfrm>
              <a:off x="4704" y="3456"/>
              <a:ext cx="24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 type="none" w="sm" len="sm"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1800" b="1"/>
                <a:t>3</a:t>
              </a:r>
              <a:endParaRPr kumimoji="0" lang="en-US" altLang="zh-CN" sz="1800" b="1"/>
            </a:p>
          </p:txBody>
        </p:sp>
        <p:sp>
          <p:nvSpPr>
            <p:cNvPr id="83985" name="Text Box 116"/>
            <p:cNvSpPr txBox="1">
              <a:spLocks noChangeArrowheads="1"/>
            </p:cNvSpPr>
            <p:nvPr/>
          </p:nvSpPr>
          <p:spPr bwMode="auto">
            <a:xfrm>
              <a:off x="4320" y="3033"/>
              <a:ext cx="288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 type="none" w="sm" len="sm"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zh-CN" altLang="en-US" sz="1800" b="1"/>
                <a:t>＋</a:t>
              </a:r>
              <a:endParaRPr kumimoji="0" lang="zh-CN" altLang="en-US" sz="1800" b="1"/>
            </a:p>
          </p:txBody>
        </p:sp>
        <p:sp>
          <p:nvSpPr>
            <p:cNvPr id="83986" name="Text Box 117"/>
            <p:cNvSpPr txBox="1">
              <a:spLocks noChangeArrowheads="1"/>
            </p:cNvSpPr>
            <p:nvPr/>
          </p:nvSpPr>
          <p:spPr bwMode="auto">
            <a:xfrm>
              <a:off x="4896" y="3753"/>
              <a:ext cx="24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 type="none" w="sm" len="sm"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1800" b="1">
                  <a:latin typeface="Symbol" panose="05050102010706020507" pitchFamily="18" charset="2"/>
                  <a:sym typeface="Symbol" panose="05050102010706020507" pitchFamily="18" charset="2"/>
                </a:rPr>
                <a:t>e</a:t>
              </a:r>
              <a:endParaRPr kumimoji="0" lang="en-US" altLang="zh-CN" sz="1800" b="1">
                <a:latin typeface="Symbol" panose="05050102010706020507" pitchFamily="18" charset="2"/>
                <a:sym typeface="Symbol" panose="05050102010706020507" pitchFamily="18" charset="2"/>
              </a:endParaRPr>
            </a:p>
          </p:txBody>
        </p:sp>
        <p:grpSp>
          <p:nvGrpSpPr>
            <p:cNvPr id="83987" name="Group 118"/>
            <p:cNvGrpSpPr/>
            <p:nvPr/>
          </p:nvGrpSpPr>
          <p:grpSpPr bwMode="auto">
            <a:xfrm>
              <a:off x="5232" y="3888"/>
              <a:ext cx="336" cy="336"/>
              <a:chOff x="2448" y="2736"/>
              <a:chExt cx="336" cy="336"/>
            </a:xfrm>
          </p:grpSpPr>
          <p:grpSp>
            <p:nvGrpSpPr>
              <p:cNvPr id="83990" name="Group 119"/>
              <p:cNvGrpSpPr/>
              <p:nvPr/>
            </p:nvGrpSpPr>
            <p:grpSpPr bwMode="auto">
              <a:xfrm>
                <a:off x="2448" y="2736"/>
                <a:ext cx="336" cy="336"/>
                <a:chOff x="3552" y="2544"/>
                <a:chExt cx="336" cy="336"/>
              </a:xfrm>
            </p:grpSpPr>
            <p:sp>
              <p:nvSpPr>
                <p:cNvPr id="83992" name="Oval 120"/>
                <p:cNvSpPr>
                  <a:spLocks noChangeArrowheads="1"/>
                </p:cNvSpPr>
                <p:nvPr/>
              </p:nvSpPr>
              <p:spPr bwMode="auto">
                <a:xfrm>
                  <a:off x="3552" y="2544"/>
                  <a:ext cx="336" cy="336"/>
                </a:xfrm>
                <a:prstGeom prst="ellipse">
                  <a:avLst/>
                </a:prstGeom>
                <a:noFill/>
                <a:ln w="25400">
                  <a:solidFill>
                    <a:schemeClr val="tx1"/>
                  </a:solidFill>
                  <a:round/>
                  <a:headEnd type="none" w="sm" len="sm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rgbClr val="FF3300"/>
                    </a:buClr>
                    <a:buSzPct val="75000"/>
                    <a:buFont typeface="Wingdings" panose="05000000000000000000" pitchFamily="2" charset="2"/>
                    <a:buChar char="m"/>
                    <a:defRPr kumimoji="1"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folHlink"/>
                    </a:buClr>
                    <a:buSzPct val="69000"/>
                    <a:buFont typeface="Wingdings" panose="05000000000000000000" pitchFamily="2" charset="2"/>
                    <a:buChar char="q"/>
                    <a:defRPr kumimoji="1" sz="2800">
                      <a:solidFill>
                        <a:srgbClr val="3333CC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3300"/>
                    </a:buClr>
                    <a:buFont typeface="Wingdings" panose="05000000000000000000" pitchFamily="2" charset="2"/>
                    <a:buChar char="Ø"/>
                    <a:defRPr kumimoji="1" sz="2400">
                      <a:solidFill>
                        <a:srgbClr val="FF3300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tx1"/>
                    </a:buClr>
                    <a:buChar char="–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tx1"/>
                    </a:buClr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en-US" sz="2400">
                    <a:latin typeface="Symbol" panose="05050102010706020507" pitchFamily="18" charset="2"/>
                  </a:endParaRPr>
                </a:p>
              </p:txBody>
            </p:sp>
            <p:sp>
              <p:nvSpPr>
                <p:cNvPr id="83993" name="Oval 121"/>
                <p:cNvSpPr>
                  <a:spLocks noChangeArrowheads="1"/>
                </p:cNvSpPr>
                <p:nvPr/>
              </p:nvSpPr>
              <p:spPr bwMode="auto">
                <a:xfrm>
                  <a:off x="3600" y="2592"/>
                  <a:ext cx="240" cy="240"/>
                </a:xfrm>
                <a:prstGeom prst="ellipse">
                  <a:avLst/>
                </a:prstGeom>
                <a:noFill/>
                <a:ln w="25400">
                  <a:solidFill>
                    <a:schemeClr val="tx1"/>
                  </a:solidFill>
                  <a:round/>
                  <a:headEnd type="none" w="sm" len="sm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rgbClr val="FF3300"/>
                    </a:buClr>
                    <a:buSzPct val="75000"/>
                    <a:buFont typeface="Wingdings" panose="05000000000000000000" pitchFamily="2" charset="2"/>
                    <a:buChar char="m"/>
                    <a:defRPr kumimoji="1"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folHlink"/>
                    </a:buClr>
                    <a:buSzPct val="69000"/>
                    <a:buFont typeface="Wingdings" panose="05000000000000000000" pitchFamily="2" charset="2"/>
                    <a:buChar char="q"/>
                    <a:defRPr kumimoji="1" sz="2800">
                      <a:solidFill>
                        <a:srgbClr val="3333CC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3300"/>
                    </a:buClr>
                    <a:buFont typeface="Wingdings" panose="05000000000000000000" pitchFamily="2" charset="2"/>
                    <a:buChar char="Ø"/>
                    <a:defRPr kumimoji="1" sz="2400">
                      <a:solidFill>
                        <a:srgbClr val="FF3300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tx1"/>
                    </a:buClr>
                    <a:buChar char="–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tx1"/>
                    </a:buClr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en-US" sz="2400">
                    <a:latin typeface="Symbol" panose="05050102010706020507" pitchFamily="18" charset="2"/>
                  </a:endParaRPr>
                </a:p>
              </p:txBody>
            </p:sp>
          </p:grpSp>
          <p:sp>
            <p:nvSpPr>
              <p:cNvPr id="83991" name="Text Box 122"/>
              <p:cNvSpPr txBox="1">
                <a:spLocks noChangeArrowheads="1"/>
              </p:cNvSpPr>
              <p:nvPr/>
            </p:nvSpPr>
            <p:spPr bwMode="auto">
              <a:xfrm>
                <a:off x="2496" y="2784"/>
                <a:ext cx="240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5400">
                    <a:solidFill>
                      <a:srgbClr val="000000"/>
                    </a:solidFill>
                    <a:miter lim="800000"/>
                    <a:headEnd type="none" w="sm" len="sm"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3300"/>
                  </a:buClr>
                  <a:buSzPct val="75000"/>
                  <a:buFont typeface="Wingdings" panose="05000000000000000000" pitchFamily="2" charset="2"/>
                  <a:buChar char="m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69000"/>
                  <a:buFont typeface="Wingdings" panose="05000000000000000000" pitchFamily="2" charset="2"/>
                  <a:buChar char="q"/>
                  <a:defRPr kumimoji="1" sz="2800">
                    <a:solidFill>
                      <a:srgbClr val="3333CC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3300"/>
                  </a:buClr>
                  <a:buFont typeface="Wingdings" panose="05000000000000000000" pitchFamily="2" charset="2"/>
                  <a:buChar char="Ø"/>
                  <a:defRPr kumimoji="1" sz="2400">
                    <a:solidFill>
                      <a:srgbClr val="FF33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kumimoji="0" lang="en-US" altLang="zh-CN" sz="1800" b="1"/>
                  <a:t>6</a:t>
                </a:r>
                <a:endParaRPr kumimoji="0" lang="en-US" altLang="zh-CN" sz="1800" b="1"/>
              </a:p>
            </p:txBody>
          </p:sp>
        </p:grpSp>
        <p:cxnSp>
          <p:nvCxnSpPr>
            <p:cNvPr id="83988" name="AutoShape 123"/>
            <p:cNvCxnSpPr>
              <a:cxnSpLocks noChangeShapeType="1"/>
              <a:stCxn id="83983" idx="4"/>
              <a:endCxn id="83992" idx="2"/>
            </p:cNvCxnSpPr>
            <p:nvPr/>
          </p:nvCxnSpPr>
          <p:spPr bwMode="auto">
            <a:xfrm rot="16200000" flipH="1">
              <a:off x="4872" y="3704"/>
              <a:ext cx="304" cy="400"/>
            </a:xfrm>
            <a:prstGeom prst="curvedConnector2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83989" name="AutoShape 124"/>
            <p:cNvCxnSpPr>
              <a:cxnSpLocks noChangeShapeType="1"/>
              <a:stCxn id="83983" idx="0"/>
              <a:endCxn id="83979" idx="0"/>
            </p:cNvCxnSpPr>
            <p:nvPr/>
          </p:nvCxnSpPr>
          <p:spPr bwMode="auto">
            <a:xfrm rot="-5400000" flipH="1" flipV="1">
              <a:off x="4487" y="3065"/>
              <a:ext cx="1" cy="672"/>
            </a:xfrm>
            <a:prstGeom prst="curvedConnector3">
              <a:avLst>
                <a:gd name="adj1" fmla="val -17200009"/>
              </a:avLst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sp>
        <p:nvSpPr>
          <p:cNvPr id="83977" name="AutoShape 125"/>
          <p:cNvSpPr>
            <a:spLocks noChangeArrowheads="1"/>
          </p:cNvSpPr>
          <p:nvPr/>
        </p:nvSpPr>
        <p:spPr bwMode="auto">
          <a:xfrm>
            <a:off x="4648200" y="3810000"/>
            <a:ext cx="1143000" cy="304800"/>
          </a:xfrm>
          <a:prstGeom prst="rightArrow">
            <a:avLst>
              <a:gd name="adj1" fmla="val 50000"/>
              <a:gd name="adj2" fmla="val 93750"/>
            </a:avLst>
          </a:prstGeom>
          <a:noFill/>
          <a:ln w="25400">
            <a:solidFill>
              <a:srgbClr val="FF0000"/>
            </a:solidFill>
            <a:miter lim="800000"/>
            <a:head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>
              <a:latin typeface="Symbol" panose="05050102010706020507" pitchFamily="18" charset="2"/>
            </a:endParaRP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完整的化简</a:t>
            </a:r>
            <a:endParaRPr lang="zh-CN" altLang="en-US"/>
          </a:p>
        </p:txBody>
      </p:sp>
      <p:grpSp>
        <p:nvGrpSpPr>
          <p:cNvPr id="84995" name="Group 4"/>
          <p:cNvGrpSpPr/>
          <p:nvPr/>
        </p:nvGrpSpPr>
        <p:grpSpPr bwMode="auto">
          <a:xfrm>
            <a:off x="4267200" y="1219200"/>
            <a:ext cx="3124200" cy="1066800"/>
            <a:chOff x="1152" y="1440"/>
            <a:chExt cx="1968" cy="672"/>
          </a:xfrm>
        </p:grpSpPr>
        <p:sp>
          <p:nvSpPr>
            <p:cNvPr id="85050" name="Text Box 5"/>
            <p:cNvSpPr txBox="1">
              <a:spLocks noChangeArrowheads="1"/>
            </p:cNvSpPr>
            <p:nvPr/>
          </p:nvSpPr>
          <p:spPr bwMode="auto">
            <a:xfrm>
              <a:off x="1920" y="1440"/>
              <a:ext cx="24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 type="none" w="sm" len="sm"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1800" b="1"/>
                <a:t>*</a:t>
              </a:r>
              <a:endParaRPr kumimoji="0" lang="en-US" altLang="zh-CN" sz="1800" b="1"/>
            </a:p>
          </p:txBody>
        </p:sp>
        <p:grpSp>
          <p:nvGrpSpPr>
            <p:cNvPr id="85051" name="Group 6"/>
            <p:cNvGrpSpPr/>
            <p:nvPr/>
          </p:nvGrpSpPr>
          <p:grpSpPr bwMode="auto">
            <a:xfrm>
              <a:off x="1152" y="1728"/>
              <a:ext cx="1008" cy="384"/>
              <a:chOff x="768" y="2544"/>
              <a:chExt cx="1008" cy="384"/>
            </a:xfrm>
          </p:grpSpPr>
          <p:sp>
            <p:nvSpPr>
              <p:cNvPr id="85061" name="Line 7"/>
              <p:cNvSpPr>
                <a:spLocks noChangeShapeType="1"/>
              </p:cNvSpPr>
              <p:nvPr/>
            </p:nvSpPr>
            <p:spPr bwMode="auto">
              <a:xfrm>
                <a:off x="1440" y="2736"/>
                <a:ext cx="336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 type="none" w="sm" len="sm"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85062" name="Text Box 8"/>
              <p:cNvSpPr txBox="1">
                <a:spLocks noChangeArrowheads="1"/>
              </p:cNvSpPr>
              <p:nvPr/>
            </p:nvSpPr>
            <p:spPr bwMode="auto">
              <a:xfrm>
                <a:off x="1440" y="2544"/>
                <a:ext cx="240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5400">
                    <a:solidFill>
                      <a:srgbClr val="000000"/>
                    </a:solidFill>
                    <a:miter lim="800000"/>
                    <a:headEnd type="none" w="sm" len="sm"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3300"/>
                  </a:buClr>
                  <a:buSzPct val="75000"/>
                  <a:buFont typeface="Wingdings" panose="05000000000000000000" pitchFamily="2" charset="2"/>
                  <a:buChar char="m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69000"/>
                  <a:buFont typeface="Wingdings" panose="05000000000000000000" pitchFamily="2" charset="2"/>
                  <a:buChar char="q"/>
                  <a:defRPr kumimoji="1" sz="2800">
                    <a:solidFill>
                      <a:srgbClr val="3333CC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3300"/>
                  </a:buClr>
                  <a:buFont typeface="Wingdings" panose="05000000000000000000" pitchFamily="2" charset="2"/>
                  <a:buChar char="Ø"/>
                  <a:defRPr kumimoji="1" sz="2400">
                    <a:solidFill>
                      <a:srgbClr val="FF33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kumimoji="0" lang="en-US" altLang="zh-CN" sz="1800" b="1"/>
                  <a:t>F</a:t>
                </a:r>
                <a:endParaRPr kumimoji="0" lang="en-US" altLang="zh-CN" sz="1800" b="1"/>
              </a:p>
            </p:txBody>
          </p:sp>
          <p:grpSp>
            <p:nvGrpSpPr>
              <p:cNvPr id="85063" name="Group 9"/>
              <p:cNvGrpSpPr/>
              <p:nvPr/>
            </p:nvGrpSpPr>
            <p:grpSpPr bwMode="auto">
              <a:xfrm>
                <a:off x="768" y="2592"/>
                <a:ext cx="672" cy="336"/>
                <a:chOff x="768" y="2592"/>
                <a:chExt cx="672" cy="336"/>
              </a:xfrm>
            </p:grpSpPr>
            <p:sp>
              <p:nvSpPr>
                <p:cNvPr id="85064" name="Oval 10"/>
                <p:cNvSpPr>
                  <a:spLocks noChangeArrowheads="1"/>
                </p:cNvSpPr>
                <p:nvPr/>
              </p:nvSpPr>
              <p:spPr bwMode="auto">
                <a:xfrm>
                  <a:off x="1104" y="2592"/>
                  <a:ext cx="336" cy="336"/>
                </a:xfrm>
                <a:prstGeom prst="ellipse">
                  <a:avLst/>
                </a:prstGeom>
                <a:noFill/>
                <a:ln w="25400">
                  <a:solidFill>
                    <a:schemeClr val="tx1"/>
                  </a:solidFill>
                  <a:round/>
                  <a:headEnd type="none" w="sm" len="sm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rgbClr val="FF3300"/>
                    </a:buClr>
                    <a:buSzPct val="75000"/>
                    <a:buFont typeface="Wingdings" panose="05000000000000000000" pitchFamily="2" charset="2"/>
                    <a:buChar char="m"/>
                    <a:defRPr kumimoji="1"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folHlink"/>
                    </a:buClr>
                    <a:buSzPct val="69000"/>
                    <a:buFont typeface="Wingdings" panose="05000000000000000000" pitchFamily="2" charset="2"/>
                    <a:buChar char="q"/>
                    <a:defRPr kumimoji="1" sz="2800">
                      <a:solidFill>
                        <a:srgbClr val="3333CC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3300"/>
                    </a:buClr>
                    <a:buFont typeface="Wingdings" panose="05000000000000000000" pitchFamily="2" charset="2"/>
                    <a:buChar char="Ø"/>
                    <a:defRPr kumimoji="1" sz="2400">
                      <a:solidFill>
                        <a:srgbClr val="FF3300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tx1"/>
                    </a:buClr>
                    <a:buChar char="–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tx1"/>
                    </a:buClr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en-US" sz="2400">
                    <a:latin typeface="Symbol" panose="05050102010706020507" pitchFamily="18" charset="2"/>
                  </a:endParaRPr>
                </a:p>
              </p:txBody>
            </p:sp>
            <p:sp>
              <p:nvSpPr>
                <p:cNvPr id="85065" name="Text Box 11"/>
                <p:cNvSpPr txBox="1">
                  <a:spLocks noChangeArrowheads="1"/>
                </p:cNvSpPr>
                <p:nvPr/>
              </p:nvSpPr>
              <p:spPr bwMode="auto">
                <a:xfrm>
                  <a:off x="1152" y="2640"/>
                  <a:ext cx="240" cy="231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25400">
                      <a:solidFill>
                        <a:srgbClr val="000000"/>
                      </a:solidFill>
                      <a:miter lim="800000"/>
                      <a:headEnd type="none" w="sm" len="sm"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rgbClr val="FF3300"/>
                    </a:buClr>
                    <a:buSzPct val="75000"/>
                    <a:buFont typeface="Wingdings" panose="05000000000000000000" pitchFamily="2" charset="2"/>
                    <a:buChar char="m"/>
                    <a:defRPr kumimoji="1"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folHlink"/>
                    </a:buClr>
                    <a:buSzPct val="69000"/>
                    <a:buFont typeface="Wingdings" panose="05000000000000000000" pitchFamily="2" charset="2"/>
                    <a:buChar char="q"/>
                    <a:defRPr kumimoji="1" sz="2800">
                      <a:solidFill>
                        <a:srgbClr val="3333CC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3300"/>
                    </a:buClr>
                    <a:buFont typeface="Wingdings" panose="05000000000000000000" pitchFamily="2" charset="2"/>
                    <a:buChar char="Ø"/>
                    <a:defRPr kumimoji="1" sz="2400">
                      <a:solidFill>
                        <a:srgbClr val="FF3300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tx1"/>
                    </a:buClr>
                    <a:buChar char="–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tx1"/>
                    </a:buClr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50000"/>
                    </a:spcBef>
                    <a:buClrTx/>
                    <a:buSzTx/>
                    <a:buFontTx/>
                    <a:buNone/>
                  </a:pPr>
                  <a:r>
                    <a:rPr kumimoji="0" lang="en-US" altLang="zh-CN" sz="1800" b="1"/>
                    <a:t>7</a:t>
                  </a:r>
                  <a:endParaRPr kumimoji="0" lang="en-US" altLang="zh-CN" sz="1800" b="1"/>
                </a:p>
              </p:txBody>
            </p:sp>
            <p:sp>
              <p:nvSpPr>
                <p:cNvPr id="85066" name="Text Box 12"/>
                <p:cNvSpPr txBox="1">
                  <a:spLocks noChangeArrowheads="1"/>
                </p:cNvSpPr>
                <p:nvPr/>
              </p:nvSpPr>
              <p:spPr bwMode="auto">
                <a:xfrm>
                  <a:off x="768" y="2640"/>
                  <a:ext cx="336" cy="231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25400">
                      <a:solidFill>
                        <a:srgbClr val="000000"/>
                      </a:solidFill>
                      <a:miter lim="800000"/>
                      <a:headEnd type="none" w="sm" len="sm"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rgbClr val="FF3300"/>
                    </a:buClr>
                    <a:buSzPct val="75000"/>
                    <a:buFont typeface="Wingdings" panose="05000000000000000000" pitchFamily="2" charset="2"/>
                    <a:buChar char="m"/>
                    <a:defRPr kumimoji="1"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folHlink"/>
                    </a:buClr>
                    <a:buSzPct val="69000"/>
                    <a:buFont typeface="Wingdings" panose="05000000000000000000" pitchFamily="2" charset="2"/>
                    <a:buChar char="q"/>
                    <a:defRPr kumimoji="1" sz="2800">
                      <a:solidFill>
                        <a:srgbClr val="3333CC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3300"/>
                    </a:buClr>
                    <a:buFont typeface="Wingdings" panose="05000000000000000000" pitchFamily="2" charset="2"/>
                    <a:buChar char="Ø"/>
                    <a:defRPr kumimoji="1" sz="2400">
                      <a:solidFill>
                        <a:srgbClr val="FF3300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tx1"/>
                    </a:buClr>
                    <a:buChar char="–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tx1"/>
                    </a:buClr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50000"/>
                    </a:spcBef>
                    <a:buClrTx/>
                    <a:buSzTx/>
                    <a:buFontTx/>
                    <a:buNone/>
                  </a:pPr>
                  <a:r>
                    <a:rPr kumimoji="0" lang="en-US" altLang="zh-CN" sz="1800" b="1"/>
                    <a:t>T:</a:t>
                  </a:r>
                  <a:endParaRPr kumimoji="0" lang="en-US" altLang="zh-CN" sz="1800" b="1"/>
                </a:p>
              </p:txBody>
            </p:sp>
          </p:grpSp>
        </p:grpSp>
        <p:sp>
          <p:nvSpPr>
            <p:cNvPr id="85052" name="Oval 13"/>
            <p:cNvSpPr>
              <a:spLocks noChangeArrowheads="1"/>
            </p:cNvSpPr>
            <p:nvPr/>
          </p:nvSpPr>
          <p:spPr bwMode="auto">
            <a:xfrm>
              <a:off x="2160" y="1776"/>
              <a:ext cx="336" cy="336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>
                <a:latin typeface="Symbol" panose="05050102010706020507" pitchFamily="18" charset="2"/>
              </a:endParaRPr>
            </a:p>
          </p:txBody>
        </p:sp>
        <p:sp>
          <p:nvSpPr>
            <p:cNvPr id="85053" name="Text Box 14"/>
            <p:cNvSpPr txBox="1">
              <a:spLocks noChangeArrowheads="1"/>
            </p:cNvSpPr>
            <p:nvPr/>
          </p:nvSpPr>
          <p:spPr bwMode="auto">
            <a:xfrm>
              <a:off x="2208" y="1824"/>
              <a:ext cx="288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 type="none" w="sm" len="sm"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1800" b="1"/>
                <a:t>8</a:t>
              </a:r>
              <a:endParaRPr kumimoji="0" lang="en-US" altLang="zh-CN" sz="1800" b="1"/>
            </a:p>
          </p:txBody>
        </p:sp>
        <p:sp>
          <p:nvSpPr>
            <p:cNvPr id="85054" name="Text Box 15"/>
            <p:cNvSpPr txBox="1">
              <a:spLocks noChangeArrowheads="1"/>
            </p:cNvSpPr>
            <p:nvPr/>
          </p:nvSpPr>
          <p:spPr bwMode="auto">
            <a:xfrm>
              <a:off x="2496" y="1728"/>
              <a:ext cx="24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 type="none" w="sm" len="sm"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1800" b="1">
                  <a:sym typeface="Symbol" panose="05050102010706020507" pitchFamily="18" charset="2"/>
                </a:rPr>
                <a:t></a:t>
              </a:r>
              <a:endParaRPr kumimoji="0" lang="en-US" altLang="zh-CN" sz="1800" b="1"/>
            </a:p>
          </p:txBody>
        </p:sp>
        <p:grpSp>
          <p:nvGrpSpPr>
            <p:cNvPr id="85055" name="Group 16"/>
            <p:cNvGrpSpPr/>
            <p:nvPr/>
          </p:nvGrpSpPr>
          <p:grpSpPr bwMode="auto">
            <a:xfrm>
              <a:off x="2784" y="1776"/>
              <a:ext cx="336" cy="336"/>
              <a:chOff x="3552" y="2544"/>
              <a:chExt cx="336" cy="336"/>
            </a:xfrm>
          </p:grpSpPr>
          <p:sp>
            <p:nvSpPr>
              <p:cNvPr id="85059" name="Oval 17"/>
              <p:cNvSpPr>
                <a:spLocks noChangeArrowheads="1"/>
              </p:cNvSpPr>
              <p:nvPr/>
            </p:nvSpPr>
            <p:spPr bwMode="auto">
              <a:xfrm>
                <a:off x="3552" y="2544"/>
                <a:ext cx="336" cy="336"/>
              </a:xfrm>
              <a:prstGeom prst="ellipse">
                <a:avLst/>
              </a:prstGeom>
              <a:noFill/>
              <a:ln w="25400">
                <a:solidFill>
                  <a:schemeClr val="tx1"/>
                </a:solidFill>
                <a:round/>
                <a:headEnd type="none" w="sm" len="sm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3300"/>
                  </a:buClr>
                  <a:buSzPct val="75000"/>
                  <a:buFont typeface="Wingdings" panose="05000000000000000000" pitchFamily="2" charset="2"/>
                  <a:buChar char="m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69000"/>
                  <a:buFont typeface="Wingdings" panose="05000000000000000000" pitchFamily="2" charset="2"/>
                  <a:buChar char="q"/>
                  <a:defRPr kumimoji="1" sz="2800">
                    <a:solidFill>
                      <a:srgbClr val="3333CC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3300"/>
                  </a:buClr>
                  <a:buFont typeface="Wingdings" panose="05000000000000000000" pitchFamily="2" charset="2"/>
                  <a:buChar char="Ø"/>
                  <a:defRPr kumimoji="1" sz="2400">
                    <a:solidFill>
                      <a:srgbClr val="FF33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2400">
                  <a:latin typeface="Symbol" panose="05050102010706020507" pitchFamily="18" charset="2"/>
                </a:endParaRPr>
              </a:p>
            </p:txBody>
          </p:sp>
          <p:sp>
            <p:nvSpPr>
              <p:cNvPr id="85060" name="Oval 18"/>
              <p:cNvSpPr>
                <a:spLocks noChangeArrowheads="1"/>
              </p:cNvSpPr>
              <p:nvPr/>
            </p:nvSpPr>
            <p:spPr bwMode="auto">
              <a:xfrm>
                <a:off x="3600" y="2592"/>
                <a:ext cx="240" cy="240"/>
              </a:xfrm>
              <a:prstGeom prst="ellipse">
                <a:avLst/>
              </a:prstGeom>
              <a:noFill/>
              <a:ln w="25400">
                <a:solidFill>
                  <a:schemeClr val="tx1"/>
                </a:solidFill>
                <a:round/>
                <a:headEnd type="none" w="sm" len="sm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3300"/>
                  </a:buClr>
                  <a:buSzPct val="75000"/>
                  <a:buFont typeface="Wingdings" panose="05000000000000000000" pitchFamily="2" charset="2"/>
                  <a:buChar char="m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69000"/>
                  <a:buFont typeface="Wingdings" panose="05000000000000000000" pitchFamily="2" charset="2"/>
                  <a:buChar char="q"/>
                  <a:defRPr kumimoji="1" sz="2800">
                    <a:solidFill>
                      <a:srgbClr val="3333CC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3300"/>
                  </a:buClr>
                  <a:buFont typeface="Wingdings" panose="05000000000000000000" pitchFamily="2" charset="2"/>
                  <a:buChar char="Ø"/>
                  <a:defRPr kumimoji="1" sz="2400">
                    <a:solidFill>
                      <a:srgbClr val="FF33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2400">
                  <a:latin typeface="Symbol" panose="05050102010706020507" pitchFamily="18" charset="2"/>
                </a:endParaRPr>
              </a:p>
            </p:txBody>
          </p:sp>
        </p:grpSp>
        <p:sp>
          <p:nvSpPr>
            <p:cNvPr id="85056" name="Text Box 19"/>
            <p:cNvSpPr txBox="1">
              <a:spLocks noChangeArrowheads="1"/>
            </p:cNvSpPr>
            <p:nvPr/>
          </p:nvSpPr>
          <p:spPr bwMode="auto">
            <a:xfrm>
              <a:off x="2832" y="1824"/>
              <a:ext cx="288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 type="none" w="sm" len="sm"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1800" b="1"/>
                <a:t>13</a:t>
              </a:r>
              <a:endParaRPr kumimoji="0" lang="en-US" altLang="zh-CN" sz="1800" b="1"/>
            </a:p>
          </p:txBody>
        </p:sp>
        <p:cxnSp>
          <p:nvCxnSpPr>
            <p:cNvPr id="85057" name="AutoShape 20"/>
            <p:cNvCxnSpPr>
              <a:cxnSpLocks noChangeShapeType="1"/>
              <a:stCxn id="85052" idx="6"/>
              <a:endCxn id="85059" idx="2"/>
            </p:cNvCxnSpPr>
            <p:nvPr/>
          </p:nvCxnSpPr>
          <p:spPr bwMode="auto">
            <a:xfrm>
              <a:off x="2504" y="1944"/>
              <a:ext cx="272" cy="0"/>
            </a:xfrm>
            <a:prstGeom prst="straightConnector1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85058" name="AutoShape 21"/>
            <p:cNvCxnSpPr>
              <a:cxnSpLocks noChangeShapeType="1"/>
              <a:stCxn id="85052" idx="0"/>
              <a:endCxn id="85064" idx="7"/>
            </p:cNvCxnSpPr>
            <p:nvPr/>
          </p:nvCxnSpPr>
          <p:spPr bwMode="auto">
            <a:xfrm rot="-5400000" flipH="1" flipV="1">
              <a:off x="2027" y="1516"/>
              <a:ext cx="49" cy="553"/>
            </a:xfrm>
            <a:prstGeom prst="curvedConnector3">
              <a:avLst>
                <a:gd name="adj1" fmla="val -277551"/>
              </a:avLst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84996" name="Group 22"/>
          <p:cNvGrpSpPr/>
          <p:nvPr/>
        </p:nvGrpSpPr>
        <p:grpSpPr bwMode="auto">
          <a:xfrm>
            <a:off x="4953000" y="2286000"/>
            <a:ext cx="2133600" cy="1828800"/>
            <a:chOff x="1056" y="2352"/>
            <a:chExt cx="1344" cy="1152"/>
          </a:xfrm>
        </p:grpSpPr>
        <p:sp>
          <p:nvSpPr>
            <p:cNvPr id="85035" name="Text Box 23"/>
            <p:cNvSpPr txBox="1">
              <a:spLocks noChangeArrowheads="1"/>
            </p:cNvSpPr>
            <p:nvPr/>
          </p:nvSpPr>
          <p:spPr bwMode="auto">
            <a:xfrm>
              <a:off x="1056" y="2736"/>
              <a:ext cx="33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 type="none" w="sm" len="sm"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1800" b="1"/>
                <a:t>T’:</a:t>
              </a:r>
              <a:endParaRPr kumimoji="0" lang="en-US" altLang="zh-CN" sz="1800" b="1"/>
            </a:p>
          </p:txBody>
        </p:sp>
        <p:sp>
          <p:nvSpPr>
            <p:cNvPr id="85036" name="Oval 24"/>
            <p:cNvSpPr>
              <a:spLocks noChangeArrowheads="1"/>
            </p:cNvSpPr>
            <p:nvPr/>
          </p:nvSpPr>
          <p:spPr bwMode="auto">
            <a:xfrm>
              <a:off x="1392" y="2688"/>
              <a:ext cx="336" cy="336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>
                <a:latin typeface="Symbol" panose="05050102010706020507" pitchFamily="18" charset="2"/>
              </a:endParaRPr>
            </a:p>
          </p:txBody>
        </p:sp>
        <p:sp>
          <p:nvSpPr>
            <p:cNvPr id="85037" name="Line 25"/>
            <p:cNvSpPr>
              <a:spLocks noChangeShapeType="1"/>
            </p:cNvSpPr>
            <p:nvPr/>
          </p:nvSpPr>
          <p:spPr bwMode="auto">
            <a:xfrm>
              <a:off x="1728" y="2832"/>
              <a:ext cx="336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5038" name="Text Box 26"/>
            <p:cNvSpPr txBox="1">
              <a:spLocks noChangeArrowheads="1"/>
            </p:cNvSpPr>
            <p:nvPr/>
          </p:nvSpPr>
          <p:spPr bwMode="auto">
            <a:xfrm>
              <a:off x="1440" y="2736"/>
              <a:ext cx="288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 type="none" w="sm" len="sm"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1800" b="1"/>
                <a:t>10</a:t>
              </a:r>
              <a:endParaRPr kumimoji="0" lang="en-US" altLang="zh-CN" sz="1800" b="1"/>
            </a:p>
          </p:txBody>
        </p:sp>
        <p:sp>
          <p:nvSpPr>
            <p:cNvPr id="85039" name="Text Box 27"/>
            <p:cNvSpPr txBox="1">
              <a:spLocks noChangeArrowheads="1"/>
            </p:cNvSpPr>
            <p:nvPr/>
          </p:nvSpPr>
          <p:spPr bwMode="auto">
            <a:xfrm>
              <a:off x="1728" y="2640"/>
              <a:ext cx="24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 type="none" w="sm" len="sm"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1800" b="1"/>
                <a:t>*</a:t>
              </a:r>
              <a:endParaRPr kumimoji="0" lang="en-US" altLang="zh-CN" sz="1800" b="1"/>
            </a:p>
          </p:txBody>
        </p:sp>
        <p:sp>
          <p:nvSpPr>
            <p:cNvPr id="85040" name="Oval 28"/>
            <p:cNvSpPr>
              <a:spLocks noChangeArrowheads="1"/>
            </p:cNvSpPr>
            <p:nvPr/>
          </p:nvSpPr>
          <p:spPr bwMode="auto">
            <a:xfrm>
              <a:off x="2064" y="2688"/>
              <a:ext cx="336" cy="336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>
                <a:latin typeface="Symbol" panose="05050102010706020507" pitchFamily="18" charset="2"/>
              </a:endParaRPr>
            </a:p>
          </p:txBody>
        </p:sp>
        <p:sp>
          <p:nvSpPr>
            <p:cNvPr id="85041" name="Text Box 29"/>
            <p:cNvSpPr txBox="1">
              <a:spLocks noChangeArrowheads="1"/>
            </p:cNvSpPr>
            <p:nvPr/>
          </p:nvSpPr>
          <p:spPr bwMode="auto">
            <a:xfrm>
              <a:off x="2112" y="2736"/>
              <a:ext cx="288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 type="none" w="sm" len="sm"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1800" b="1"/>
                <a:t>11</a:t>
              </a:r>
              <a:endParaRPr kumimoji="0" lang="en-US" altLang="zh-CN" sz="1800" b="1"/>
            </a:p>
          </p:txBody>
        </p:sp>
        <p:sp>
          <p:nvSpPr>
            <p:cNvPr id="85042" name="Text Box 30"/>
            <p:cNvSpPr txBox="1">
              <a:spLocks noChangeArrowheads="1"/>
            </p:cNvSpPr>
            <p:nvPr/>
          </p:nvSpPr>
          <p:spPr bwMode="auto">
            <a:xfrm>
              <a:off x="1872" y="2352"/>
              <a:ext cx="288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 type="none" w="sm" len="sm"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1800" b="1"/>
                <a:t>F</a:t>
              </a:r>
              <a:endParaRPr kumimoji="0" lang="en-US" altLang="zh-CN" sz="1800" b="1"/>
            </a:p>
          </p:txBody>
        </p:sp>
        <p:sp>
          <p:nvSpPr>
            <p:cNvPr id="85043" name="Text Box 31"/>
            <p:cNvSpPr txBox="1">
              <a:spLocks noChangeArrowheads="1"/>
            </p:cNvSpPr>
            <p:nvPr/>
          </p:nvSpPr>
          <p:spPr bwMode="auto">
            <a:xfrm>
              <a:off x="1680" y="3072"/>
              <a:ext cx="24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 type="none" w="sm" len="sm"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1800" b="1">
                  <a:sym typeface="Symbol" panose="05050102010706020507" pitchFamily="18" charset="2"/>
                </a:rPr>
                <a:t></a:t>
              </a:r>
              <a:endParaRPr kumimoji="0" lang="en-US" altLang="zh-CN" sz="1800" b="1"/>
            </a:p>
          </p:txBody>
        </p:sp>
        <p:grpSp>
          <p:nvGrpSpPr>
            <p:cNvPr id="85044" name="Group 32"/>
            <p:cNvGrpSpPr/>
            <p:nvPr/>
          </p:nvGrpSpPr>
          <p:grpSpPr bwMode="auto">
            <a:xfrm>
              <a:off x="2064" y="3168"/>
              <a:ext cx="336" cy="336"/>
              <a:chOff x="3552" y="2544"/>
              <a:chExt cx="336" cy="336"/>
            </a:xfrm>
          </p:grpSpPr>
          <p:sp>
            <p:nvSpPr>
              <p:cNvPr id="85048" name="Oval 33"/>
              <p:cNvSpPr>
                <a:spLocks noChangeArrowheads="1"/>
              </p:cNvSpPr>
              <p:nvPr/>
            </p:nvSpPr>
            <p:spPr bwMode="auto">
              <a:xfrm>
                <a:off x="3552" y="2544"/>
                <a:ext cx="336" cy="336"/>
              </a:xfrm>
              <a:prstGeom prst="ellipse">
                <a:avLst/>
              </a:prstGeom>
              <a:noFill/>
              <a:ln w="25400">
                <a:solidFill>
                  <a:schemeClr val="tx1"/>
                </a:solidFill>
                <a:round/>
                <a:headEnd type="none" w="sm" len="sm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3300"/>
                  </a:buClr>
                  <a:buSzPct val="75000"/>
                  <a:buFont typeface="Wingdings" panose="05000000000000000000" pitchFamily="2" charset="2"/>
                  <a:buChar char="m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69000"/>
                  <a:buFont typeface="Wingdings" panose="05000000000000000000" pitchFamily="2" charset="2"/>
                  <a:buChar char="q"/>
                  <a:defRPr kumimoji="1" sz="2800">
                    <a:solidFill>
                      <a:srgbClr val="3333CC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3300"/>
                  </a:buClr>
                  <a:buFont typeface="Wingdings" panose="05000000000000000000" pitchFamily="2" charset="2"/>
                  <a:buChar char="Ø"/>
                  <a:defRPr kumimoji="1" sz="2400">
                    <a:solidFill>
                      <a:srgbClr val="FF33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2400">
                  <a:latin typeface="Symbol" panose="05050102010706020507" pitchFamily="18" charset="2"/>
                </a:endParaRPr>
              </a:p>
            </p:txBody>
          </p:sp>
          <p:sp>
            <p:nvSpPr>
              <p:cNvPr id="85049" name="Oval 34"/>
              <p:cNvSpPr>
                <a:spLocks noChangeArrowheads="1"/>
              </p:cNvSpPr>
              <p:nvPr/>
            </p:nvSpPr>
            <p:spPr bwMode="auto">
              <a:xfrm>
                <a:off x="3600" y="2592"/>
                <a:ext cx="240" cy="240"/>
              </a:xfrm>
              <a:prstGeom prst="ellipse">
                <a:avLst/>
              </a:prstGeom>
              <a:noFill/>
              <a:ln w="25400">
                <a:solidFill>
                  <a:schemeClr val="tx1"/>
                </a:solidFill>
                <a:round/>
                <a:headEnd type="none" w="sm" len="sm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3300"/>
                  </a:buClr>
                  <a:buSzPct val="75000"/>
                  <a:buFont typeface="Wingdings" panose="05000000000000000000" pitchFamily="2" charset="2"/>
                  <a:buChar char="m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69000"/>
                  <a:buFont typeface="Wingdings" panose="05000000000000000000" pitchFamily="2" charset="2"/>
                  <a:buChar char="q"/>
                  <a:defRPr kumimoji="1" sz="2800">
                    <a:solidFill>
                      <a:srgbClr val="3333CC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3300"/>
                  </a:buClr>
                  <a:buFont typeface="Wingdings" panose="05000000000000000000" pitchFamily="2" charset="2"/>
                  <a:buChar char="Ø"/>
                  <a:defRPr kumimoji="1" sz="2400">
                    <a:solidFill>
                      <a:srgbClr val="FF33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2400">
                  <a:latin typeface="Symbol" panose="05050102010706020507" pitchFamily="18" charset="2"/>
                </a:endParaRPr>
              </a:p>
            </p:txBody>
          </p:sp>
        </p:grpSp>
        <p:sp>
          <p:nvSpPr>
            <p:cNvPr id="85045" name="Text Box 35"/>
            <p:cNvSpPr txBox="1">
              <a:spLocks noChangeArrowheads="1"/>
            </p:cNvSpPr>
            <p:nvPr/>
          </p:nvSpPr>
          <p:spPr bwMode="auto">
            <a:xfrm>
              <a:off x="2112" y="3216"/>
              <a:ext cx="288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 type="none" w="sm" len="sm"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1800" b="1"/>
                <a:t>13</a:t>
              </a:r>
              <a:endParaRPr kumimoji="0" lang="en-US" altLang="zh-CN" sz="1800" b="1"/>
            </a:p>
          </p:txBody>
        </p:sp>
        <p:cxnSp>
          <p:nvCxnSpPr>
            <p:cNvPr id="85046" name="AutoShape 36"/>
            <p:cNvCxnSpPr>
              <a:cxnSpLocks noChangeShapeType="1"/>
              <a:stCxn id="85036" idx="4"/>
              <a:endCxn id="85048" idx="2"/>
            </p:cNvCxnSpPr>
            <p:nvPr/>
          </p:nvCxnSpPr>
          <p:spPr bwMode="auto">
            <a:xfrm rot="16200000" flipH="1">
              <a:off x="1656" y="2936"/>
              <a:ext cx="304" cy="496"/>
            </a:xfrm>
            <a:prstGeom prst="curvedConnector2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85047" name="AutoShape 37"/>
            <p:cNvCxnSpPr>
              <a:cxnSpLocks noChangeShapeType="1"/>
              <a:stCxn id="85040" idx="0"/>
              <a:endCxn id="85036" idx="7"/>
            </p:cNvCxnSpPr>
            <p:nvPr/>
          </p:nvCxnSpPr>
          <p:spPr bwMode="auto">
            <a:xfrm rot="-5400000" flipH="1" flipV="1">
              <a:off x="1931" y="2428"/>
              <a:ext cx="49" cy="553"/>
            </a:xfrm>
            <a:prstGeom prst="curvedConnector3">
              <a:avLst>
                <a:gd name="adj1" fmla="val -277551"/>
              </a:avLst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84997" name="Group 38"/>
          <p:cNvGrpSpPr/>
          <p:nvPr/>
        </p:nvGrpSpPr>
        <p:grpSpPr bwMode="auto">
          <a:xfrm>
            <a:off x="304800" y="3352800"/>
            <a:ext cx="4267200" cy="900113"/>
            <a:chOff x="768" y="3504"/>
            <a:chExt cx="2688" cy="567"/>
          </a:xfrm>
        </p:grpSpPr>
        <p:sp>
          <p:nvSpPr>
            <p:cNvPr id="85016" name="Oval 39"/>
            <p:cNvSpPr>
              <a:spLocks noChangeArrowheads="1"/>
            </p:cNvSpPr>
            <p:nvPr/>
          </p:nvSpPr>
          <p:spPr bwMode="auto">
            <a:xfrm>
              <a:off x="1104" y="3552"/>
              <a:ext cx="336" cy="336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>
                <a:latin typeface="Symbol" panose="05050102010706020507" pitchFamily="18" charset="2"/>
              </a:endParaRPr>
            </a:p>
          </p:txBody>
        </p:sp>
        <p:sp>
          <p:nvSpPr>
            <p:cNvPr id="85017" name="Line 40"/>
            <p:cNvSpPr>
              <a:spLocks noChangeShapeType="1"/>
            </p:cNvSpPr>
            <p:nvPr/>
          </p:nvSpPr>
          <p:spPr bwMode="auto">
            <a:xfrm>
              <a:off x="1440" y="3696"/>
              <a:ext cx="336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5018" name="Text Box 41"/>
            <p:cNvSpPr txBox="1">
              <a:spLocks noChangeArrowheads="1"/>
            </p:cNvSpPr>
            <p:nvPr/>
          </p:nvSpPr>
          <p:spPr bwMode="auto">
            <a:xfrm>
              <a:off x="1152" y="3600"/>
              <a:ext cx="288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 type="none" w="sm" len="sm"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1800" b="1"/>
                <a:t>14</a:t>
              </a:r>
              <a:endParaRPr kumimoji="0" lang="en-US" altLang="zh-CN" sz="1800" b="1"/>
            </a:p>
          </p:txBody>
        </p:sp>
        <p:grpSp>
          <p:nvGrpSpPr>
            <p:cNvPr id="85019" name="Group 42"/>
            <p:cNvGrpSpPr/>
            <p:nvPr/>
          </p:nvGrpSpPr>
          <p:grpSpPr bwMode="auto">
            <a:xfrm>
              <a:off x="3120" y="3552"/>
              <a:ext cx="336" cy="336"/>
              <a:chOff x="3552" y="2544"/>
              <a:chExt cx="336" cy="336"/>
            </a:xfrm>
          </p:grpSpPr>
          <p:sp>
            <p:nvSpPr>
              <p:cNvPr id="85033" name="Oval 43"/>
              <p:cNvSpPr>
                <a:spLocks noChangeArrowheads="1"/>
              </p:cNvSpPr>
              <p:nvPr/>
            </p:nvSpPr>
            <p:spPr bwMode="auto">
              <a:xfrm>
                <a:off x="3552" y="2544"/>
                <a:ext cx="336" cy="336"/>
              </a:xfrm>
              <a:prstGeom prst="ellipse">
                <a:avLst/>
              </a:prstGeom>
              <a:noFill/>
              <a:ln w="25400">
                <a:solidFill>
                  <a:schemeClr val="tx1"/>
                </a:solidFill>
                <a:round/>
                <a:headEnd type="none" w="sm" len="sm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3300"/>
                  </a:buClr>
                  <a:buSzPct val="75000"/>
                  <a:buFont typeface="Wingdings" panose="05000000000000000000" pitchFamily="2" charset="2"/>
                  <a:buChar char="m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69000"/>
                  <a:buFont typeface="Wingdings" panose="05000000000000000000" pitchFamily="2" charset="2"/>
                  <a:buChar char="q"/>
                  <a:defRPr kumimoji="1" sz="2800">
                    <a:solidFill>
                      <a:srgbClr val="3333CC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3300"/>
                  </a:buClr>
                  <a:buFont typeface="Wingdings" panose="05000000000000000000" pitchFamily="2" charset="2"/>
                  <a:buChar char="Ø"/>
                  <a:defRPr kumimoji="1" sz="2400">
                    <a:solidFill>
                      <a:srgbClr val="FF33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2400">
                  <a:latin typeface="Symbol" panose="05050102010706020507" pitchFamily="18" charset="2"/>
                </a:endParaRPr>
              </a:p>
            </p:txBody>
          </p:sp>
          <p:sp>
            <p:nvSpPr>
              <p:cNvPr id="85034" name="Oval 44"/>
              <p:cNvSpPr>
                <a:spLocks noChangeArrowheads="1"/>
              </p:cNvSpPr>
              <p:nvPr/>
            </p:nvSpPr>
            <p:spPr bwMode="auto">
              <a:xfrm>
                <a:off x="3600" y="2592"/>
                <a:ext cx="240" cy="240"/>
              </a:xfrm>
              <a:prstGeom prst="ellipse">
                <a:avLst/>
              </a:prstGeom>
              <a:noFill/>
              <a:ln w="25400">
                <a:solidFill>
                  <a:schemeClr val="tx1"/>
                </a:solidFill>
                <a:round/>
                <a:headEnd type="none" w="sm" len="sm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3300"/>
                  </a:buClr>
                  <a:buSzPct val="75000"/>
                  <a:buFont typeface="Wingdings" panose="05000000000000000000" pitchFamily="2" charset="2"/>
                  <a:buChar char="m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69000"/>
                  <a:buFont typeface="Wingdings" panose="05000000000000000000" pitchFamily="2" charset="2"/>
                  <a:buChar char="q"/>
                  <a:defRPr kumimoji="1" sz="2800">
                    <a:solidFill>
                      <a:srgbClr val="3333CC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3300"/>
                  </a:buClr>
                  <a:buFont typeface="Wingdings" panose="05000000000000000000" pitchFamily="2" charset="2"/>
                  <a:buChar char="Ø"/>
                  <a:defRPr kumimoji="1" sz="2400">
                    <a:solidFill>
                      <a:srgbClr val="FF33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2400">
                  <a:latin typeface="Symbol" panose="05050102010706020507" pitchFamily="18" charset="2"/>
                </a:endParaRPr>
              </a:p>
            </p:txBody>
          </p:sp>
        </p:grpSp>
        <p:sp>
          <p:nvSpPr>
            <p:cNvPr id="85020" name="Text Box 45"/>
            <p:cNvSpPr txBox="1">
              <a:spLocks noChangeArrowheads="1"/>
            </p:cNvSpPr>
            <p:nvPr/>
          </p:nvSpPr>
          <p:spPr bwMode="auto">
            <a:xfrm>
              <a:off x="3168" y="3600"/>
              <a:ext cx="288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 type="none" w="sm" len="sm"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1800" b="1"/>
                <a:t>17</a:t>
              </a:r>
              <a:endParaRPr kumimoji="0" lang="en-US" altLang="zh-CN" sz="1800" b="1"/>
            </a:p>
          </p:txBody>
        </p:sp>
        <p:sp>
          <p:nvSpPr>
            <p:cNvPr id="85021" name="Text Box 46"/>
            <p:cNvSpPr txBox="1">
              <a:spLocks noChangeArrowheads="1"/>
            </p:cNvSpPr>
            <p:nvPr/>
          </p:nvSpPr>
          <p:spPr bwMode="auto">
            <a:xfrm>
              <a:off x="1440" y="3504"/>
              <a:ext cx="24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 type="none" w="sm" len="sm"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1800" b="1"/>
                <a:t>(</a:t>
              </a:r>
              <a:endParaRPr kumimoji="0" lang="en-US" altLang="zh-CN" sz="1800" b="1"/>
            </a:p>
          </p:txBody>
        </p:sp>
        <p:sp>
          <p:nvSpPr>
            <p:cNvPr id="85022" name="Oval 47"/>
            <p:cNvSpPr>
              <a:spLocks noChangeArrowheads="1"/>
            </p:cNvSpPr>
            <p:nvPr/>
          </p:nvSpPr>
          <p:spPr bwMode="auto">
            <a:xfrm>
              <a:off x="1776" y="3552"/>
              <a:ext cx="336" cy="336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>
                <a:latin typeface="Symbol" panose="05050102010706020507" pitchFamily="18" charset="2"/>
              </a:endParaRPr>
            </a:p>
          </p:txBody>
        </p:sp>
        <p:sp>
          <p:nvSpPr>
            <p:cNvPr id="85023" name="Line 48"/>
            <p:cNvSpPr>
              <a:spLocks noChangeShapeType="1"/>
            </p:cNvSpPr>
            <p:nvPr/>
          </p:nvSpPr>
          <p:spPr bwMode="auto">
            <a:xfrm>
              <a:off x="2112" y="3696"/>
              <a:ext cx="336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5024" name="Text Box 49"/>
            <p:cNvSpPr txBox="1">
              <a:spLocks noChangeArrowheads="1"/>
            </p:cNvSpPr>
            <p:nvPr/>
          </p:nvSpPr>
          <p:spPr bwMode="auto">
            <a:xfrm>
              <a:off x="1824" y="3600"/>
              <a:ext cx="288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 type="none" w="sm" len="sm"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1800" b="1"/>
                <a:t>15</a:t>
              </a:r>
              <a:endParaRPr kumimoji="0" lang="en-US" altLang="zh-CN" sz="1800" b="1"/>
            </a:p>
          </p:txBody>
        </p:sp>
        <p:sp>
          <p:nvSpPr>
            <p:cNvPr id="85025" name="Text Box 50"/>
            <p:cNvSpPr txBox="1">
              <a:spLocks noChangeArrowheads="1"/>
            </p:cNvSpPr>
            <p:nvPr/>
          </p:nvSpPr>
          <p:spPr bwMode="auto">
            <a:xfrm>
              <a:off x="2112" y="3504"/>
              <a:ext cx="288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 type="none" w="sm" len="sm"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1800" b="1"/>
                <a:t>E</a:t>
              </a:r>
              <a:endParaRPr kumimoji="0" lang="en-US" altLang="zh-CN" sz="1800" b="1"/>
            </a:p>
          </p:txBody>
        </p:sp>
        <p:sp>
          <p:nvSpPr>
            <p:cNvPr id="85026" name="Text Box 51"/>
            <p:cNvSpPr txBox="1">
              <a:spLocks noChangeArrowheads="1"/>
            </p:cNvSpPr>
            <p:nvPr/>
          </p:nvSpPr>
          <p:spPr bwMode="auto">
            <a:xfrm>
              <a:off x="768" y="3600"/>
              <a:ext cx="33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 type="none" w="sm" len="sm"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1800" b="1"/>
                <a:t>F:</a:t>
              </a:r>
              <a:endParaRPr kumimoji="0" lang="en-US" altLang="zh-CN" sz="1800" b="1"/>
            </a:p>
          </p:txBody>
        </p:sp>
        <p:sp>
          <p:nvSpPr>
            <p:cNvPr id="85027" name="Oval 52"/>
            <p:cNvSpPr>
              <a:spLocks noChangeArrowheads="1"/>
            </p:cNvSpPr>
            <p:nvPr/>
          </p:nvSpPr>
          <p:spPr bwMode="auto">
            <a:xfrm>
              <a:off x="2448" y="3552"/>
              <a:ext cx="336" cy="336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>
                <a:latin typeface="Symbol" panose="05050102010706020507" pitchFamily="18" charset="2"/>
              </a:endParaRPr>
            </a:p>
          </p:txBody>
        </p:sp>
        <p:sp>
          <p:nvSpPr>
            <p:cNvPr id="85028" name="Line 53"/>
            <p:cNvSpPr>
              <a:spLocks noChangeShapeType="1"/>
            </p:cNvSpPr>
            <p:nvPr/>
          </p:nvSpPr>
          <p:spPr bwMode="auto">
            <a:xfrm>
              <a:off x="2784" y="3696"/>
              <a:ext cx="336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5029" name="Text Box 54"/>
            <p:cNvSpPr txBox="1">
              <a:spLocks noChangeArrowheads="1"/>
            </p:cNvSpPr>
            <p:nvPr/>
          </p:nvSpPr>
          <p:spPr bwMode="auto">
            <a:xfrm>
              <a:off x="2496" y="3600"/>
              <a:ext cx="288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 type="none" w="sm" len="sm"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1800" b="1"/>
                <a:t>16</a:t>
              </a:r>
              <a:endParaRPr kumimoji="0" lang="en-US" altLang="zh-CN" sz="1800" b="1"/>
            </a:p>
          </p:txBody>
        </p:sp>
        <p:sp>
          <p:nvSpPr>
            <p:cNvPr id="85030" name="Text Box 55"/>
            <p:cNvSpPr txBox="1">
              <a:spLocks noChangeArrowheads="1"/>
            </p:cNvSpPr>
            <p:nvPr/>
          </p:nvSpPr>
          <p:spPr bwMode="auto">
            <a:xfrm>
              <a:off x="2784" y="3504"/>
              <a:ext cx="288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 type="none" w="sm" len="sm"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1800" b="1"/>
                <a:t>)</a:t>
              </a:r>
              <a:endParaRPr kumimoji="0" lang="en-US" altLang="zh-CN" sz="1800" b="1"/>
            </a:p>
          </p:txBody>
        </p:sp>
        <p:cxnSp>
          <p:nvCxnSpPr>
            <p:cNvPr id="85031" name="AutoShape 56"/>
            <p:cNvCxnSpPr>
              <a:cxnSpLocks noChangeShapeType="1"/>
              <a:stCxn id="85016" idx="4"/>
              <a:endCxn id="85033" idx="4"/>
            </p:cNvCxnSpPr>
            <p:nvPr/>
          </p:nvCxnSpPr>
          <p:spPr bwMode="auto">
            <a:xfrm rot="16200000" flipH="1">
              <a:off x="2279" y="2889"/>
              <a:ext cx="1" cy="2016"/>
            </a:xfrm>
            <a:prstGeom prst="curvedConnector3">
              <a:avLst>
                <a:gd name="adj1" fmla="val 13600005"/>
              </a:avLst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85032" name="Text Box 57"/>
            <p:cNvSpPr txBox="1">
              <a:spLocks noChangeArrowheads="1"/>
            </p:cNvSpPr>
            <p:nvPr/>
          </p:nvSpPr>
          <p:spPr bwMode="auto">
            <a:xfrm>
              <a:off x="2160" y="3840"/>
              <a:ext cx="24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 type="none" w="sm" len="sm"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1800" b="1">
                  <a:sym typeface="Symbol" panose="05050102010706020507" pitchFamily="18" charset="2"/>
                </a:rPr>
                <a:t>id</a:t>
              </a:r>
              <a:endParaRPr kumimoji="0" lang="en-US" altLang="zh-CN" sz="1800" b="1"/>
            </a:p>
          </p:txBody>
        </p:sp>
      </p:grpSp>
      <p:sp>
        <p:nvSpPr>
          <p:cNvPr id="84998" name="Text Box 58"/>
          <p:cNvSpPr txBox="1">
            <a:spLocks noChangeArrowheads="1"/>
          </p:cNvSpPr>
          <p:nvPr/>
        </p:nvSpPr>
        <p:spPr bwMode="auto">
          <a:xfrm>
            <a:off x="3886200" y="4267200"/>
            <a:ext cx="3276600" cy="1398588"/>
          </a:xfrm>
          <a:prstGeom prst="rect">
            <a:avLst/>
          </a:prstGeom>
          <a:noFill/>
          <a:ln w="25400">
            <a:solidFill>
              <a:srgbClr val="FF0000"/>
            </a:solidFill>
            <a:miter lim="800000"/>
            <a:head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zh-CN" altLang="en-US" sz="2800" b="1">
                <a:solidFill>
                  <a:srgbClr val="FF3300"/>
                </a:solidFill>
              </a:rPr>
              <a:t>化简的重要性 </a:t>
            </a:r>
            <a:r>
              <a:rPr kumimoji="0" lang="en-US" altLang="zh-CN" sz="2800" b="1">
                <a:solidFill>
                  <a:srgbClr val="FF3300"/>
                </a:solidFill>
              </a:rPr>
              <a:t>?</a:t>
            </a:r>
            <a:br>
              <a:rPr kumimoji="0" lang="en-US" altLang="zh-CN" sz="2800" b="1">
                <a:solidFill>
                  <a:srgbClr val="FF3300"/>
                </a:solidFill>
              </a:rPr>
            </a:br>
            <a:r>
              <a:rPr kumimoji="0" lang="en-US" altLang="zh-CN" sz="2800" b="1">
                <a:solidFill>
                  <a:srgbClr val="FF3300"/>
                </a:solidFill>
              </a:rPr>
              <a:t>——</a:t>
            </a:r>
            <a:r>
              <a:rPr kumimoji="0" lang="zh-CN" altLang="en-US" sz="2800" b="1">
                <a:solidFill>
                  <a:srgbClr val="FF3300"/>
                </a:solidFill>
              </a:rPr>
              <a:t>代码的变化</a:t>
            </a:r>
            <a:r>
              <a:rPr kumimoji="0" lang="en-US" altLang="zh-CN" sz="2800" b="1">
                <a:solidFill>
                  <a:srgbClr val="FF3300"/>
                </a:solidFill>
              </a:rPr>
              <a:t>?</a:t>
            </a:r>
            <a:r>
              <a:rPr kumimoji="0" lang="zh-CN" altLang="en-US" sz="2800" b="1">
                <a:solidFill>
                  <a:srgbClr val="FF3300"/>
                </a:solidFill>
              </a:rPr>
              <a:t>速度提高</a:t>
            </a:r>
            <a:r>
              <a:rPr kumimoji="0" lang="en-US" altLang="zh-CN" sz="2800" b="1">
                <a:solidFill>
                  <a:srgbClr val="FF3300"/>
                </a:solidFill>
              </a:rPr>
              <a:t>20%-25%</a:t>
            </a:r>
            <a:endParaRPr kumimoji="0" lang="en-US" altLang="zh-CN" sz="2800" b="1">
              <a:solidFill>
                <a:srgbClr val="FF3300"/>
              </a:solidFill>
            </a:endParaRPr>
          </a:p>
        </p:txBody>
      </p:sp>
      <p:grpSp>
        <p:nvGrpSpPr>
          <p:cNvPr id="84999" name="Group 59"/>
          <p:cNvGrpSpPr/>
          <p:nvPr/>
        </p:nvGrpSpPr>
        <p:grpSpPr bwMode="auto">
          <a:xfrm>
            <a:off x="914400" y="1219200"/>
            <a:ext cx="3048000" cy="1890713"/>
            <a:chOff x="3648" y="3033"/>
            <a:chExt cx="1920" cy="1191"/>
          </a:xfrm>
        </p:grpSpPr>
        <p:sp>
          <p:nvSpPr>
            <p:cNvPr id="85000" name="Text Box 60"/>
            <p:cNvSpPr txBox="1">
              <a:spLocks noChangeArrowheads="1"/>
            </p:cNvSpPr>
            <p:nvPr/>
          </p:nvSpPr>
          <p:spPr bwMode="auto">
            <a:xfrm>
              <a:off x="3648" y="3456"/>
              <a:ext cx="33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 type="none" w="sm" len="sm"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1800" b="1"/>
                <a:t>E:</a:t>
              </a:r>
              <a:endParaRPr kumimoji="0" lang="en-US" altLang="zh-CN" sz="1800" b="1"/>
            </a:p>
          </p:txBody>
        </p:sp>
        <p:sp>
          <p:nvSpPr>
            <p:cNvPr id="85001" name="Oval 61"/>
            <p:cNvSpPr>
              <a:spLocks noChangeArrowheads="1"/>
            </p:cNvSpPr>
            <p:nvPr/>
          </p:nvSpPr>
          <p:spPr bwMode="auto">
            <a:xfrm>
              <a:off x="3984" y="3408"/>
              <a:ext cx="336" cy="336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>
                <a:latin typeface="Symbol" panose="05050102010706020507" pitchFamily="18" charset="2"/>
              </a:endParaRPr>
            </a:p>
          </p:txBody>
        </p:sp>
        <p:sp>
          <p:nvSpPr>
            <p:cNvPr id="85002" name="Line 62"/>
            <p:cNvSpPr>
              <a:spLocks noChangeShapeType="1"/>
            </p:cNvSpPr>
            <p:nvPr/>
          </p:nvSpPr>
          <p:spPr bwMode="auto">
            <a:xfrm>
              <a:off x="4320" y="3552"/>
              <a:ext cx="336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5003" name="Text Box 63"/>
            <p:cNvSpPr txBox="1">
              <a:spLocks noChangeArrowheads="1"/>
            </p:cNvSpPr>
            <p:nvPr/>
          </p:nvSpPr>
          <p:spPr bwMode="auto">
            <a:xfrm>
              <a:off x="4032" y="3456"/>
              <a:ext cx="24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 type="none" w="sm" len="sm"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1800" b="1"/>
                <a:t>0</a:t>
              </a:r>
              <a:endParaRPr kumimoji="0" lang="en-US" altLang="zh-CN" sz="1800" b="1"/>
            </a:p>
          </p:txBody>
        </p:sp>
        <p:sp>
          <p:nvSpPr>
            <p:cNvPr id="85004" name="Text Box 64"/>
            <p:cNvSpPr txBox="1">
              <a:spLocks noChangeArrowheads="1"/>
            </p:cNvSpPr>
            <p:nvPr/>
          </p:nvSpPr>
          <p:spPr bwMode="auto">
            <a:xfrm>
              <a:off x="4338" y="3360"/>
              <a:ext cx="24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 type="none" w="sm" len="sm"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1800" b="1"/>
                <a:t>T</a:t>
              </a:r>
              <a:endParaRPr kumimoji="0" lang="en-US" altLang="zh-CN" sz="1800" b="1"/>
            </a:p>
          </p:txBody>
        </p:sp>
        <p:sp>
          <p:nvSpPr>
            <p:cNvPr id="85005" name="Oval 65"/>
            <p:cNvSpPr>
              <a:spLocks noChangeArrowheads="1"/>
            </p:cNvSpPr>
            <p:nvPr/>
          </p:nvSpPr>
          <p:spPr bwMode="auto">
            <a:xfrm>
              <a:off x="4656" y="3408"/>
              <a:ext cx="336" cy="336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>
                <a:latin typeface="Symbol" panose="05050102010706020507" pitchFamily="18" charset="2"/>
              </a:endParaRPr>
            </a:p>
          </p:txBody>
        </p:sp>
        <p:sp>
          <p:nvSpPr>
            <p:cNvPr id="85006" name="Text Box 66"/>
            <p:cNvSpPr txBox="1">
              <a:spLocks noChangeArrowheads="1"/>
            </p:cNvSpPr>
            <p:nvPr/>
          </p:nvSpPr>
          <p:spPr bwMode="auto">
            <a:xfrm>
              <a:off x="4704" y="3456"/>
              <a:ext cx="24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 type="none" w="sm" len="sm"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1800" b="1"/>
                <a:t>3</a:t>
              </a:r>
              <a:endParaRPr kumimoji="0" lang="en-US" altLang="zh-CN" sz="1800" b="1"/>
            </a:p>
          </p:txBody>
        </p:sp>
        <p:sp>
          <p:nvSpPr>
            <p:cNvPr id="85007" name="Text Box 67"/>
            <p:cNvSpPr txBox="1">
              <a:spLocks noChangeArrowheads="1"/>
            </p:cNvSpPr>
            <p:nvPr/>
          </p:nvSpPr>
          <p:spPr bwMode="auto">
            <a:xfrm>
              <a:off x="4320" y="3033"/>
              <a:ext cx="288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 type="none" w="sm" len="sm"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zh-CN" altLang="en-US" sz="1800" b="1"/>
                <a:t>＋</a:t>
              </a:r>
              <a:endParaRPr kumimoji="0" lang="zh-CN" altLang="en-US" sz="1800" b="1"/>
            </a:p>
          </p:txBody>
        </p:sp>
        <p:sp>
          <p:nvSpPr>
            <p:cNvPr id="85008" name="Text Box 68"/>
            <p:cNvSpPr txBox="1">
              <a:spLocks noChangeArrowheads="1"/>
            </p:cNvSpPr>
            <p:nvPr/>
          </p:nvSpPr>
          <p:spPr bwMode="auto">
            <a:xfrm>
              <a:off x="4896" y="3753"/>
              <a:ext cx="24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 type="none" w="sm" len="sm"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1800" b="1">
                  <a:sym typeface="Symbol" panose="05050102010706020507" pitchFamily="18" charset="2"/>
                </a:rPr>
                <a:t></a:t>
              </a:r>
              <a:endParaRPr kumimoji="0" lang="en-US" altLang="zh-CN" sz="1800" b="1"/>
            </a:p>
          </p:txBody>
        </p:sp>
        <p:grpSp>
          <p:nvGrpSpPr>
            <p:cNvPr id="85009" name="Group 69"/>
            <p:cNvGrpSpPr/>
            <p:nvPr/>
          </p:nvGrpSpPr>
          <p:grpSpPr bwMode="auto">
            <a:xfrm>
              <a:off x="5232" y="3888"/>
              <a:ext cx="336" cy="336"/>
              <a:chOff x="2448" y="2736"/>
              <a:chExt cx="336" cy="336"/>
            </a:xfrm>
          </p:grpSpPr>
          <p:grpSp>
            <p:nvGrpSpPr>
              <p:cNvPr id="85012" name="Group 70"/>
              <p:cNvGrpSpPr/>
              <p:nvPr/>
            </p:nvGrpSpPr>
            <p:grpSpPr bwMode="auto">
              <a:xfrm>
                <a:off x="2448" y="2736"/>
                <a:ext cx="336" cy="336"/>
                <a:chOff x="3552" y="2544"/>
                <a:chExt cx="336" cy="336"/>
              </a:xfrm>
            </p:grpSpPr>
            <p:sp>
              <p:nvSpPr>
                <p:cNvPr id="85014" name="Oval 71"/>
                <p:cNvSpPr>
                  <a:spLocks noChangeArrowheads="1"/>
                </p:cNvSpPr>
                <p:nvPr/>
              </p:nvSpPr>
              <p:spPr bwMode="auto">
                <a:xfrm>
                  <a:off x="3552" y="2544"/>
                  <a:ext cx="336" cy="336"/>
                </a:xfrm>
                <a:prstGeom prst="ellipse">
                  <a:avLst/>
                </a:prstGeom>
                <a:noFill/>
                <a:ln w="25400">
                  <a:solidFill>
                    <a:schemeClr val="tx1"/>
                  </a:solidFill>
                  <a:round/>
                  <a:headEnd type="none" w="sm" len="sm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rgbClr val="FF3300"/>
                    </a:buClr>
                    <a:buSzPct val="75000"/>
                    <a:buFont typeface="Wingdings" panose="05000000000000000000" pitchFamily="2" charset="2"/>
                    <a:buChar char="m"/>
                    <a:defRPr kumimoji="1"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folHlink"/>
                    </a:buClr>
                    <a:buSzPct val="69000"/>
                    <a:buFont typeface="Wingdings" panose="05000000000000000000" pitchFamily="2" charset="2"/>
                    <a:buChar char="q"/>
                    <a:defRPr kumimoji="1" sz="2800">
                      <a:solidFill>
                        <a:srgbClr val="3333CC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3300"/>
                    </a:buClr>
                    <a:buFont typeface="Wingdings" panose="05000000000000000000" pitchFamily="2" charset="2"/>
                    <a:buChar char="Ø"/>
                    <a:defRPr kumimoji="1" sz="2400">
                      <a:solidFill>
                        <a:srgbClr val="FF3300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tx1"/>
                    </a:buClr>
                    <a:buChar char="–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tx1"/>
                    </a:buClr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en-US" sz="2400">
                    <a:latin typeface="Symbol" panose="05050102010706020507" pitchFamily="18" charset="2"/>
                  </a:endParaRPr>
                </a:p>
              </p:txBody>
            </p:sp>
            <p:sp>
              <p:nvSpPr>
                <p:cNvPr id="85015" name="Oval 72"/>
                <p:cNvSpPr>
                  <a:spLocks noChangeArrowheads="1"/>
                </p:cNvSpPr>
                <p:nvPr/>
              </p:nvSpPr>
              <p:spPr bwMode="auto">
                <a:xfrm>
                  <a:off x="3600" y="2592"/>
                  <a:ext cx="240" cy="240"/>
                </a:xfrm>
                <a:prstGeom prst="ellipse">
                  <a:avLst/>
                </a:prstGeom>
                <a:noFill/>
                <a:ln w="25400">
                  <a:solidFill>
                    <a:schemeClr val="tx1"/>
                  </a:solidFill>
                  <a:round/>
                  <a:headEnd type="none" w="sm" len="sm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rgbClr val="FF3300"/>
                    </a:buClr>
                    <a:buSzPct val="75000"/>
                    <a:buFont typeface="Wingdings" panose="05000000000000000000" pitchFamily="2" charset="2"/>
                    <a:buChar char="m"/>
                    <a:defRPr kumimoji="1"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folHlink"/>
                    </a:buClr>
                    <a:buSzPct val="69000"/>
                    <a:buFont typeface="Wingdings" panose="05000000000000000000" pitchFamily="2" charset="2"/>
                    <a:buChar char="q"/>
                    <a:defRPr kumimoji="1" sz="2800">
                      <a:solidFill>
                        <a:srgbClr val="3333CC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3300"/>
                    </a:buClr>
                    <a:buFont typeface="Wingdings" panose="05000000000000000000" pitchFamily="2" charset="2"/>
                    <a:buChar char="Ø"/>
                    <a:defRPr kumimoji="1" sz="2400">
                      <a:solidFill>
                        <a:srgbClr val="FF3300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tx1"/>
                    </a:buClr>
                    <a:buChar char="–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tx1"/>
                    </a:buClr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en-US" sz="2400">
                    <a:latin typeface="Symbol" panose="05050102010706020507" pitchFamily="18" charset="2"/>
                  </a:endParaRPr>
                </a:p>
              </p:txBody>
            </p:sp>
          </p:grpSp>
          <p:sp>
            <p:nvSpPr>
              <p:cNvPr id="85013" name="Text Box 73"/>
              <p:cNvSpPr txBox="1">
                <a:spLocks noChangeArrowheads="1"/>
              </p:cNvSpPr>
              <p:nvPr/>
            </p:nvSpPr>
            <p:spPr bwMode="auto">
              <a:xfrm>
                <a:off x="2496" y="2784"/>
                <a:ext cx="240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5400">
                    <a:solidFill>
                      <a:srgbClr val="000000"/>
                    </a:solidFill>
                    <a:miter lim="800000"/>
                    <a:headEnd type="none" w="sm" len="sm"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3300"/>
                  </a:buClr>
                  <a:buSzPct val="75000"/>
                  <a:buFont typeface="Wingdings" panose="05000000000000000000" pitchFamily="2" charset="2"/>
                  <a:buChar char="m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69000"/>
                  <a:buFont typeface="Wingdings" panose="05000000000000000000" pitchFamily="2" charset="2"/>
                  <a:buChar char="q"/>
                  <a:defRPr kumimoji="1" sz="2800">
                    <a:solidFill>
                      <a:srgbClr val="3333CC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3300"/>
                  </a:buClr>
                  <a:buFont typeface="Wingdings" panose="05000000000000000000" pitchFamily="2" charset="2"/>
                  <a:buChar char="Ø"/>
                  <a:defRPr kumimoji="1" sz="2400">
                    <a:solidFill>
                      <a:srgbClr val="FF33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kumimoji="0" lang="en-US" altLang="zh-CN" sz="1800" b="1"/>
                  <a:t>6</a:t>
                </a:r>
                <a:endParaRPr kumimoji="0" lang="en-US" altLang="zh-CN" sz="1800" b="1"/>
              </a:p>
            </p:txBody>
          </p:sp>
        </p:grpSp>
        <p:cxnSp>
          <p:nvCxnSpPr>
            <p:cNvPr id="85010" name="AutoShape 74"/>
            <p:cNvCxnSpPr>
              <a:cxnSpLocks noChangeShapeType="1"/>
              <a:stCxn id="85005" idx="4"/>
              <a:endCxn id="85014" idx="2"/>
            </p:cNvCxnSpPr>
            <p:nvPr/>
          </p:nvCxnSpPr>
          <p:spPr bwMode="auto">
            <a:xfrm rot="16200000" flipH="1">
              <a:off x="4872" y="3704"/>
              <a:ext cx="304" cy="400"/>
            </a:xfrm>
            <a:prstGeom prst="curvedConnector2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85011" name="AutoShape 75"/>
            <p:cNvCxnSpPr>
              <a:cxnSpLocks noChangeShapeType="1"/>
              <a:stCxn id="85005" idx="0"/>
              <a:endCxn id="85001" idx="0"/>
            </p:cNvCxnSpPr>
            <p:nvPr/>
          </p:nvCxnSpPr>
          <p:spPr bwMode="auto">
            <a:xfrm rot="-5400000" flipH="1" flipV="1">
              <a:off x="4487" y="3065"/>
              <a:ext cx="1" cy="672"/>
            </a:xfrm>
            <a:prstGeom prst="curvedConnector3">
              <a:avLst>
                <a:gd name="adj1" fmla="val -17200009"/>
              </a:avLst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4.4.4  </a:t>
            </a:r>
            <a:r>
              <a:rPr lang="zh-CN" altLang="en-US"/>
              <a:t>非递归预测分析方法</a:t>
            </a:r>
            <a:endParaRPr lang="zh-CN" altLang="en-US"/>
          </a:p>
        </p:txBody>
      </p:sp>
      <p:sp>
        <p:nvSpPr>
          <p:cNvPr id="860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182688" y="3810000"/>
            <a:ext cx="7772400" cy="2057400"/>
          </a:xfrm>
        </p:spPr>
        <p:txBody>
          <a:bodyPr/>
          <a:lstStyle/>
          <a:p>
            <a:pPr eaLnBrk="1" hangingPunct="1"/>
            <a:r>
              <a:rPr lang="zh-CN" altLang="en-US" sz="2800"/>
              <a:t>输入缓冲、栈、预测分析表、输出流</a:t>
            </a:r>
            <a:endParaRPr lang="zh-CN" altLang="en-US" sz="2800"/>
          </a:p>
          <a:p>
            <a:pPr lvl="1" eaLnBrk="1" hangingPunct="1"/>
            <a:r>
              <a:rPr lang="zh-CN" altLang="en-US" sz="2400"/>
              <a:t>栈：语法符号序列，栈底符</a:t>
            </a:r>
            <a:r>
              <a:rPr lang="en-US" altLang="zh-CN" sz="2400"/>
              <a:t>$</a:t>
            </a:r>
            <a:endParaRPr lang="en-US" altLang="zh-CN" sz="2400"/>
          </a:p>
          <a:p>
            <a:pPr lvl="1" eaLnBrk="1" hangingPunct="1"/>
            <a:r>
              <a:rPr lang="zh-CN" altLang="en-US" sz="2400"/>
              <a:t>预测分析表：二维数组</a:t>
            </a:r>
            <a:r>
              <a:rPr lang="en-US" altLang="zh-CN" sz="2400"/>
              <a:t>M[A,a]</a:t>
            </a:r>
            <a:r>
              <a:rPr lang="zh-CN" altLang="en-US" sz="2400"/>
              <a:t>，</a:t>
            </a:r>
            <a:r>
              <a:rPr lang="en-US" altLang="zh-CN" sz="2400"/>
              <a:t>A</a:t>
            </a:r>
            <a:r>
              <a:rPr lang="zh-CN" altLang="en-US" sz="2400"/>
              <a:t>为</a:t>
            </a:r>
            <a:r>
              <a:rPr lang="en-US" altLang="zh-CN" sz="2400"/>
              <a:t>NT</a:t>
            </a:r>
            <a:r>
              <a:rPr lang="zh-CN" altLang="en-US" sz="2400"/>
              <a:t>，</a:t>
            </a:r>
            <a:r>
              <a:rPr lang="en-US" altLang="zh-CN" sz="2400"/>
              <a:t>a</a:t>
            </a:r>
            <a:r>
              <a:rPr lang="zh-CN" altLang="en-US" sz="2400"/>
              <a:t>为</a:t>
            </a:r>
            <a:r>
              <a:rPr lang="en-US" altLang="zh-CN" sz="2400"/>
              <a:t>T</a:t>
            </a:r>
            <a:r>
              <a:rPr lang="zh-CN" altLang="en-US" sz="2400"/>
              <a:t>或</a:t>
            </a:r>
            <a:r>
              <a:rPr lang="en-US" altLang="zh-CN" sz="2400"/>
              <a:t>$</a:t>
            </a:r>
            <a:r>
              <a:rPr lang="zh-CN" altLang="en-US" sz="2400"/>
              <a:t>，其值为某种动作</a:t>
            </a:r>
            <a:endParaRPr lang="zh-CN" altLang="en-US" sz="2400"/>
          </a:p>
        </p:txBody>
      </p:sp>
      <p:sp>
        <p:nvSpPr>
          <p:cNvPr id="86020" name="Text Box 4"/>
          <p:cNvSpPr txBox="1">
            <a:spLocks noChangeArrowheads="1"/>
          </p:cNvSpPr>
          <p:nvPr/>
        </p:nvSpPr>
        <p:spPr bwMode="auto">
          <a:xfrm>
            <a:off x="990600" y="3025775"/>
            <a:ext cx="152400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1800" b="1">
                <a:solidFill>
                  <a:srgbClr val="FF3300"/>
                </a:solidFill>
              </a:rPr>
              <a:t>Empty stack symbol</a:t>
            </a:r>
            <a:endParaRPr kumimoji="0" lang="en-US" altLang="zh-CN" sz="1800" b="1">
              <a:solidFill>
                <a:srgbClr val="FF3300"/>
              </a:solidFill>
            </a:endParaRPr>
          </a:p>
        </p:txBody>
      </p:sp>
      <p:grpSp>
        <p:nvGrpSpPr>
          <p:cNvPr id="86021" name="Group 6"/>
          <p:cNvGrpSpPr/>
          <p:nvPr/>
        </p:nvGrpSpPr>
        <p:grpSpPr bwMode="auto">
          <a:xfrm>
            <a:off x="3962400" y="1371600"/>
            <a:ext cx="1524000" cy="392113"/>
            <a:chOff x="2064" y="1344"/>
            <a:chExt cx="960" cy="287"/>
          </a:xfrm>
        </p:grpSpPr>
        <p:sp>
          <p:nvSpPr>
            <p:cNvPr id="86041" name="Text Box 7"/>
            <p:cNvSpPr txBox="1">
              <a:spLocks noChangeArrowheads="1"/>
            </p:cNvSpPr>
            <p:nvPr/>
          </p:nvSpPr>
          <p:spPr bwMode="auto">
            <a:xfrm>
              <a:off x="2064" y="1344"/>
              <a:ext cx="192" cy="287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endParaRPr kumimoji="0" lang="zh-CN" altLang="zh-CN" sz="1800" b="1"/>
            </a:p>
          </p:txBody>
        </p:sp>
        <p:sp>
          <p:nvSpPr>
            <p:cNvPr id="86042" name="Text Box 8"/>
            <p:cNvSpPr txBox="1">
              <a:spLocks noChangeArrowheads="1"/>
            </p:cNvSpPr>
            <p:nvPr/>
          </p:nvSpPr>
          <p:spPr bwMode="auto">
            <a:xfrm>
              <a:off x="2256" y="1344"/>
              <a:ext cx="192" cy="287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1800" b="1"/>
                <a:t>a</a:t>
              </a:r>
              <a:endParaRPr kumimoji="0" lang="en-US" altLang="zh-CN" sz="1800" b="1"/>
            </a:p>
          </p:txBody>
        </p:sp>
        <p:sp>
          <p:nvSpPr>
            <p:cNvPr id="86043" name="Text Box 9"/>
            <p:cNvSpPr txBox="1">
              <a:spLocks noChangeArrowheads="1"/>
            </p:cNvSpPr>
            <p:nvPr/>
          </p:nvSpPr>
          <p:spPr bwMode="auto">
            <a:xfrm>
              <a:off x="2448" y="1344"/>
              <a:ext cx="192" cy="287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1800" b="1"/>
                <a:t>+</a:t>
              </a:r>
              <a:endParaRPr kumimoji="0" lang="en-US" altLang="zh-CN" sz="1800" b="1"/>
            </a:p>
          </p:txBody>
        </p:sp>
        <p:sp>
          <p:nvSpPr>
            <p:cNvPr id="86044" name="Text Box 10"/>
            <p:cNvSpPr txBox="1">
              <a:spLocks noChangeArrowheads="1"/>
            </p:cNvSpPr>
            <p:nvPr/>
          </p:nvSpPr>
          <p:spPr bwMode="auto">
            <a:xfrm>
              <a:off x="2640" y="1344"/>
              <a:ext cx="192" cy="287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1800" b="1"/>
                <a:t>b</a:t>
              </a:r>
              <a:endParaRPr kumimoji="0" lang="en-US" altLang="zh-CN" sz="1800" b="1"/>
            </a:p>
          </p:txBody>
        </p:sp>
        <p:sp>
          <p:nvSpPr>
            <p:cNvPr id="86045" name="Text Box 11"/>
            <p:cNvSpPr txBox="1">
              <a:spLocks noChangeArrowheads="1"/>
            </p:cNvSpPr>
            <p:nvPr/>
          </p:nvSpPr>
          <p:spPr bwMode="auto">
            <a:xfrm>
              <a:off x="2832" y="1344"/>
              <a:ext cx="192" cy="287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1800" b="1"/>
                <a:t>$</a:t>
              </a:r>
              <a:endParaRPr kumimoji="0" lang="en-US" altLang="zh-CN" sz="1800" b="1"/>
            </a:p>
          </p:txBody>
        </p:sp>
      </p:grpSp>
      <p:grpSp>
        <p:nvGrpSpPr>
          <p:cNvPr id="86022" name="Group 12"/>
          <p:cNvGrpSpPr/>
          <p:nvPr/>
        </p:nvGrpSpPr>
        <p:grpSpPr bwMode="auto">
          <a:xfrm>
            <a:off x="2667000" y="2038350"/>
            <a:ext cx="304800" cy="1379538"/>
            <a:chOff x="2880" y="2831"/>
            <a:chExt cx="192" cy="1009"/>
          </a:xfrm>
        </p:grpSpPr>
        <p:sp>
          <p:nvSpPr>
            <p:cNvPr id="86037" name="Text Box 13"/>
            <p:cNvSpPr txBox="1">
              <a:spLocks noChangeArrowheads="1"/>
            </p:cNvSpPr>
            <p:nvPr/>
          </p:nvSpPr>
          <p:spPr bwMode="auto">
            <a:xfrm>
              <a:off x="2880" y="3073"/>
              <a:ext cx="192" cy="286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1800" b="1"/>
                <a:t>Y</a:t>
              </a:r>
              <a:endParaRPr kumimoji="0" lang="en-US" altLang="zh-CN" sz="1800" b="1"/>
            </a:p>
          </p:txBody>
        </p:sp>
        <p:sp>
          <p:nvSpPr>
            <p:cNvPr id="86038" name="Text Box 14"/>
            <p:cNvSpPr txBox="1">
              <a:spLocks noChangeArrowheads="1"/>
            </p:cNvSpPr>
            <p:nvPr/>
          </p:nvSpPr>
          <p:spPr bwMode="auto">
            <a:xfrm>
              <a:off x="2880" y="2831"/>
              <a:ext cx="192" cy="287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1800" b="1"/>
                <a:t>X</a:t>
              </a:r>
              <a:endParaRPr kumimoji="0" lang="en-US" altLang="zh-CN" sz="1800" b="1"/>
            </a:p>
          </p:txBody>
        </p:sp>
        <p:sp>
          <p:nvSpPr>
            <p:cNvPr id="86039" name="Text Box 15"/>
            <p:cNvSpPr txBox="1">
              <a:spLocks noChangeArrowheads="1"/>
            </p:cNvSpPr>
            <p:nvPr/>
          </p:nvSpPr>
          <p:spPr bwMode="auto">
            <a:xfrm>
              <a:off x="2880" y="3553"/>
              <a:ext cx="192" cy="287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1800" b="1"/>
                <a:t>$</a:t>
              </a:r>
              <a:endParaRPr kumimoji="0" lang="en-US" altLang="zh-CN" sz="1800" b="1"/>
            </a:p>
          </p:txBody>
        </p:sp>
        <p:sp>
          <p:nvSpPr>
            <p:cNvPr id="86040" name="Text Box 16"/>
            <p:cNvSpPr txBox="1">
              <a:spLocks noChangeArrowheads="1"/>
            </p:cNvSpPr>
            <p:nvPr/>
          </p:nvSpPr>
          <p:spPr bwMode="auto">
            <a:xfrm>
              <a:off x="2880" y="3312"/>
              <a:ext cx="192" cy="286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1800" b="1"/>
                <a:t>Z</a:t>
              </a:r>
              <a:endParaRPr kumimoji="0" lang="en-US" altLang="zh-CN" sz="1800" b="1"/>
            </a:p>
          </p:txBody>
        </p:sp>
      </p:grpSp>
      <p:sp>
        <p:nvSpPr>
          <p:cNvPr id="86023" name="Text Box 17"/>
          <p:cNvSpPr txBox="1">
            <a:spLocks noChangeArrowheads="1"/>
          </p:cNvSpPr>
          <p:nvPr/>
        </p:nvSpPr>
        <p:spPr bwMode="auto">
          <a:xfrm>
            <a:off x="5791200" y="1371600"/>
            <a:ext cx="8382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1800" b="1"/>
              <a:t>Input</a:t>
            </a:r>
            <a:endParaRPr kumimoji="0" lang="en-US" altLang="zh-CN" sz="1800" b="1"/>
          </a:p>
        </p:txBody>
      </p:sp>
      <p:sp>
        <p:nvSpPr>
          <p:cNvPr id="86024" name="Text Box 18"/>
          <p:cNvSpPr txBox="1">
            <a:spLocks noChangeArrowheads="1"/>
          </p:cNvSpPr>
          <p:nvPr/>
        </p:nvSpPr>
        <p:spPr bwMode="auto">
          <a:xfrm>
            <a:off x="3733800" y="1971675"/>
            <a:ext cx="2133600" cy="666750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1800" b="1"/>
              <a:t>Predictive Parsing Program</a:t>
            </a:r>
            <a:endParaRPr kumimoji="0" lang="en-US" altLang="zh-CN" sz="1800" b="1"/>
          </a:p>
        </p:txBody>
      </p:sp>
      <p:sp>
        <p:nvSpPr>
          <p:cNvPr id="86025" name="Text Box 19"/>
          <p:cNvSpPr txBox="1">
            <a:spLocks noChangeArrowheads="1"/>
          </p:cNvSpPr>
          <p:nvPr/>
        </p:nvSpPr>
        <p:spPr bwMode="auto">
          <a:xfrm>
            <a:off x="1676400" y="2038350"/>
            <a:ext cx="8382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1800" b="1"/>
              <a:t>Stack</a:t>
            </a:r>
            <a:endParaRPr kumimoji="0" lang="en-US" altLang="zh-CN" sz="1800" b="1"/>
          </a:p>
        </p:txBody>
      </p:sp>
      <p:sp>
        <p:nvSpPr>
          <p:cNvPr id="86026" name="Text Box 20"/>
          <p:cNvSpPr txBox="1">
            <a:spLocks noChangeArrowheads="1"/>
          </p:cNvSpPr>
          <p:nvPr/>
        </p:nvSpPr>
        <p:spPr bwMode="auto">
          <a:xfrm>
            <a:off x="6629400" y="2038350"/>
            <a:ext cx="11430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1800" b="1"/>
              <a:t>Output</a:t>
            </a:r>
            <a:endParaRPr kumimoji="0" lang="en-US" altLang="zh-CN" sz="1800" b="1"/>
          </a:p>
        </p:txBody>
      </p:sp>
      <p:sp>
        <p:nvSpPr>
          <p:cNvPr id="86027" name="Text Box 21"/>
          <p:cNvSpPr txBox="1">
            <a:spLocks noChangeArrowheads="1"/>
          </p:cNvSpPr>
          <p:nvPr/>
        </p:nvSpPr>
        <p:spPr bwMode="auto">
          <a:xfrm>
            <a:off x="3733800" y="2895600"/>
            <a:ext cx="2133600" cy="666750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1800" b="1"/>
              <a:t>Parsing Table M[A,a]</a:t>
            </a:r>
            <a:endParaRPr kumimoji="0" lang="en-US" altLang="zh-CN" sz="1800" b="1"/>
          </a:p>
        </p:txBody>
      </p:sp>
      <p:sp>
        <p:nvSpPr>
          <p:cNvPr id="86028" name="Line 22"/>
          <p:cNvSpPr>
            <a:spLocks noChangeShapeType="1"/>
          </p:cNvSpPr>
          <p:nvPr/>
        </p:nvSpPr>
        <p:spPr bwMode="auto">
          <a:xfrm flipV="1">
            <a:off x="4724400" y="1700213"/>
            <a:ext cx="1588" cy="280987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6029" name="Line 23"/>
          <p:cNvSpPr>
            <a:spLocks noChangeShapeType="1"/>
          </p:cNvSpPr>
          <p:nvPr/>
        </p:nvSpPr>
        <p:spPr bwMode="auto">
          <a:xfrm flipH="1">
            <a:off x="2971800" y="2170113"/>
            <a:ext cx="762000" cy="1587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6030" name="Line 24"/>
          <p:cNvSpPr>
            <a:spLocks noChangeShapeType="1"/>
          </p:cNvSpPr>
          <p:nvPr/>
        </p:nvSpPr>
        <p:spPr bwMode="auto">
          <a:xfrm>
            <a:off x="4724400" y="2622550"/>
            <a:ext cx="0" cy="27305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6031" name="Line 25"/>
          <p:cNvSpPr>
            <a:spLocks noChangeShapeType="1"/>
          </p:cNvSpPr>
          <p:nvPr/>
        </p:nvSpPr>
        <p:spPr bwMode="auto">
          <a:xfrm>
            <a:off x="5867400" y="2236788"/>
            <a:ext cx="7620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6032" name="Text Box 26"/>
          <p:cNvSpPr txBox="1">
            <a:spLocks noChangeArrowheads="1"/>
          </p:cNvSpPr>
          <p:nvPr/>
        </p:nvSpPr>
        <p:spPr bwMode="auto">
          <a:xfrm>
            <a:off x="6553200" y="1371600"/>
            <a:ext cx="22098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1800" b="1">
                <a:solidFill>
                  <a:srgbClr val="FF3300"/>
                </a:solidFill>
              </a:rPr>
              <a:t>(String + terminator)</a:t>
            </a:r>
            <a:endParaRPr kumimoji="0" lang="en-US" altLang="zh-CN" sz="1800" b="1">
              <a:solidFill>
                <a:srgbClr val="FF3300"/>
              </a:solidFill>
            </a:endParaRPr>
          </a:p>
        </p:txBody>
      </p:sp>
      <p:sp>
        <p:nvSpPr>
          <p:cNvPr id="86033" name="Text Box 27"/>
          <p:cNvSpPr txBox="1">
            <a:spLocks noChangeArrowheads="1"/>
          </p:cNvSpPr>
          <p:nvPr/>
        </p:nvSpPr>
        <p:spPr bwMode="auto">
          <a:xfrm>
            <a:off x="1295400" y="2301875"/>
            <a:ext cx="1143000" cy="915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1800" b="1">
                <a:solidFill>
                  <a:srgbClr val="FF3300"/>
                </a:solidFill>
              </a:rPr>
              <a:t>NT + T symbols of CFG</a:t>
            </a:r>
            <a:endParaRPr kumimoji="0" lang="en-US" altLang="zh-CN" sz="1800" b="1">
              <a:solidFill>
                <a:srgbClr val="FF3300"/>
              </a:solidFill>
            </a:endParaRPr>
          </a:p>
        </p:txBody>
      </p:sp>
      <p:sp>
        <p:nvSpPr>
          <p:cNvPr id="86034" name="Line 28"/>
          <p:cNvSpPr>
            <a:spLocks noChangeShapeType="1"/>
          </p:cNvSpPr>
          <p:nvPr/>
        </p:nvSpPr>
        <p:spPr bwMode="auto">
          <a:xfrm flipV="1">
            <a:off x="2362200" y="3221038"/>
            <a:ext cx="381000" cy="65087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6035" name="AutoShape 29"/>
          <p:cNvSpPr/>
          <p:nvPr/>
        </p:nvSpPr>
        <p:spPr bwMode="auto">
          <a:xfrm>
            <a:off x="6096000" y="2695575"/>
            <a:ext cx="152400" cy="788988"/>
          </a:xfrm>
          <a:prstGeom prst="rightBrace">
            <a:avLst>
              <a:gd name="adj1" fmla="val 43142"/>
              <a:gd name="adj2" fmla="val 50000"/>
            </a:avLst>
          </a:prstGeom>
          <a:noFill/>
          <a:ln w="25400">
            <a:solidFill>
              <a:srgbClr val="FF0000"/>
            </a:solidFill>
            <a:round/>
            <a:head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>
              <a:latin typeface="Symbol" panose="05050102010706020507" pitchFamily="18" charset="2"/>
            </a:endParaRPr>
          </a:p>
        </p:txBody>
      </p:sp>
      <p:sp>
        <p:nvSpPr>
          <p:cNvPr id="86036" name="Text Box 30"/>
          <p:cNvSpPr txBox="1">
            <a:spLocks noChangeArrowheads="1"/>
          </p:cNvSpPr>
          <p:nvPr/>
        </p:nvSpPr>
        <p:spPr bwMode="auto">
          <a:xfrm>
            <a:off x="6477000" y="2695575"/>
            <a:ext cx="2133600" cy="1190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1800" b="1">
                <a:solidFill>
                  <a:srgbClr val="FF3300"/>
                </a:solidFill>
              </a:rPr>
              <a:t>What actions parser should take based on stack / input</a:t>
            </a:r>
            <a:endParaRPr kumimoji="0" lang="en-US" altLang="zh-CN" sz="1800" b="1">
              <a:solidFill>
                <a:srgbClr val="FF3300"/>
              </a:solidFill>
            </a:endParaRP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预测分析器运行方法</a:t>
            </a:r>
            <a:endParaRPr lang="zh-CN" altLang="en-US"/>
          </a:p>
        </p:txBody>
      </p:sp>
      <p:sp>
        <p:nvSpPr>
          <p:cNvPr id="8704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182688" y="1371600"/>
            <a:ext cx="7772400" cy="5029200"/>
          </a:xfrm>
        </p:spPr>
        <p:txBody>
          <a:bodyPr/>
          <a:lstStyle/>
          <a:p>
            <a:pPr marL="609600" indent="-609600" eaLnBrk="1" hangingPunct="1"/>
            <a:r>
              <a:rPr lang="zh-CN" altLang="en-US" sz="2800"/>
              <a:t>考虑栈顶符号</a:t>
            </a:r>
            <a:r>
              <a:rPr lang="en-US" altLang="zh-CN" sz="2800"/>
              <a:t>X</a:t>
            </a:r>
            <a:r>
              <a:rPr lang="zh-CN" altLang="en-US" sz="2800"/>
              <a:t>，当前输入符号</a:t>
            </a:r>
            <a:r>
              <a:rPr lang="en-US" altLang="zh-CN" sz="2800"/>
              <a:t>a</a:t>
            </a:r>
            <a:endParaRPr lang="en-US" altLang="zh-CN" sz="2800"/>
          </a:p>
          <a:p>
            <a:pPr marL="609600" indent="-609600" eaLnBrk="1" hangingPunct="1">
              <a:buFont typeface="Wingdings" panose="05000000000000000000" pitchFamily="2" charset="2"/>
              <a:buAutoNum type="arabicPeriod"/>
            </a:pPr>
            <a:r>
              <a:rPr lang="en-US" altLang="zh-CN" sz="2800"/>
              <a:t>X=a=$</a:t>
            </a:r>
            <a:r>
              <a:rPr lang="zh-CN" altLang="en-US" sz="2800"/>
              <a:t>，终止，接受输入串</a:t>
            </a:r>
            <a:endParaRPr lang="zh-CN" altLang="en-US" sz="2800"/>
          </a:p>
          <a:p>
            <a:pPr marL="609600" indent="-609600" eaLnBrk="1" hangingPunct="1">
              <a:buFont typeface="Wingdings" panose="05000000000000000000" pitchFamily="2" charset="2"/>
              <a:buAutoNum type="arabicPeriod"/>
            </a:pPr>
            <a:r>
              <a:rPr lang="en-US" altLang="zh-CN" sz="2800"/>
              <a:t>X=a</a:t>
            </a:r>
            <a:r>
              <a:rPr lang="en-US" altLang="zh-CN" sz="2800">
                <a:ea typeface="Arial Unicode MS" pitchFamily="34" charset="-122"/>
              </a:rPr>
              <a:t>≠</a:t>
            </a:r>
            <a:r>
              <a:rPr lang="en-US" altLang="zh-CN" sz="2800"/>
              <a:t>$</a:t>
            </a:r>
            <a:r>
              <a:rPr lang="zh-CN" altLang="en-US" sz="2800"/>
              <a:t>，</a:t>
            </a:r>
            <a:r>
              <a:rPr lang="en-US" altLang="zh-CN" sz="2800"/>
              <a:t>X</a:t>
            </a:r>
            <a:r>
              <a:rPr lang="zh-CN" altLang="en-US" sz="2800"/>
              <a:t>弹出栈，输入指针前移</a:t>
            </a:r>
            <a:endParaRPr lang="zh-CN" altLang="en-US" sz="2800"/>
          </a:p>
          <a:p>
            <a:pPr marL="609600" indent="-609600" eaLnBrk="1" hangingPunct="1">
              <a:buFont typeface="Wingdings" panose="05000000000000000000" pitchFamily="2" charset="2"/>
              <a:buAutoNum type="arabicPeriod"/>
            </a:pPr>
            <a:r>
              <a:rPr lang="en-US" altLang="zh-CN" sz="2800"/>
              <a:t>X</a:t>
            </a:r>
            <a:r>
              <a:rPr lang="zh-CN" altLang="en-US" sz="2800"/>
              <a:t>为</a:t>
            </a:r>
            <a:r>
              <a:rPr lang="en-US" altLang="zh-CN" sz="2800"/>
              <a:t>NT</a:t>
            </a:r>
            <a:r>
              <a:rPr lang="zh-CN" altLang="en-US" sz="2800"/>
              <a:t>：</a:t>
            </a:r>
            <a:endParaRPr lang="zh-CN" altLang="en-US" sz="2800"/>
          </a:p>
          <a:p>
            <a:pPr marL="990600" lvl="1" indent="-533400" eaLnBrk="1" hangingPunct="1"/>
            <a:r>
              <a:rPr lang="en-US" altLang="zh-CN" sz="2400"/>
              <a:t>M[X, a] = {X</a:t>
            </a:r>
            <a:r>
              <a:rPr kumimoji="0" lang="en-US" altLang="zh-CN" sz="2400">
                <a:sym typeface="Symbol" panose="05050102010706020507" pitchFamily="18" charset="2"/>
              </a:rPr>
              <a:t>UVW}</a:t>
            </a:r>
            <a:r>
              <a:rPr kumimoji="0" lang="zh-CN" altLang="en-US" sz="2400">
                <a:sym typeface="Symbol" panose="05050102010706020507" pitchFamily="18" charset="2"/>
              </a:rPr>
              <a:t>，将栈中</a:t>
            </a:r>
            <a:r>
              <a:rPr kumimoji="0" lang="en-US" altLang="zh-CN" sz="2400">
                <a:sym typeface="Symbol" panose="05050102010706020507" pitchFamily="18" charset="2"/>
              </a:rPr>
              <a:t>X</a:t>
            </a:r>
            <a:r>
              <a:rPr kumimoji="0" lang="zh-CN" altLang="en-US" sz="2400">
                <a:sym typeface="Symbol" panose="05050102010706020507" pitchFamily="18" charset="2"/>
              </a:rPr>
              <a:t>替换为</a:t>
            </a:r>
            <a:r>
              <a:rPr kumimoji="0" lang="en-US" altLang="zh-CN" sz="2400">
                <a:sym typeface="Symbol" panose="05050102010706020507" pitchFamily="18" charset="2"/>
              </a:rPr>
              <a:t>UVW</a:t>
            </a:r>
            <a:r>
              <a:rPr kumimoji="0" lang="zh-CN" altLang="en-US" sz="2400">
                <a:sym typeface="Symbol" panose="05050102010706020507" pitchFamily="18" charset="2"/>
              </a:rPr>
              <a:t>（</a:t>
            </a:r>
            <a:r>
              <a:rPr kumimoji="0" lang="en-US" altLang="zh-CN" sz="2400">
                <a:sym typeface="Symbol" panose="05050102010706020507" pitchFamily="18" charset="2"/>
              </a:rPr>
              <a:t>U</a:t>
            </a:r>
            <a:r>
              <a:rPr kumimoji="0" lang="zh-CN" altLang="en-US" sz="2400">
                <a:sym typeface="Symbol" panose="05050102010706020507" pitchFamily="18" charset="2"/>
              </a:rPr>
              <a:t>在栈顶），输出可以是打印出产生式，表示推导</a:t>
            </a:r>
            <a:endParaRPr kumimoji="0" lang="zh-CN" altLang="en-US" sz="2400">
              <a:sym typeface="Symbol" panose="05050102010706020507" pitchFamily="18" charset="2"/>
            </a:endParaRPr>
          </a:p>
          <a:p>
            <a:pPr marL="990600" lvl="1" indent="-533400" eaLnBrk="1" hangingPunct="1"/>
            <a:r>
              <a:rPr kumimoji="0" lang="en-US" altLang="zh-CN" sz="2400">
                <a:sym typeface="Symbol" panose="05050102010706020507" pitchFamily="18" charset="2"/>
              </a:rPr>
              <a:t>M[X, a]=</a:t>
            </a:r>
            <a:r>
              <a:rPr kumimoji="0" lang="en-US" altLang="zh-CN" sz="2400" b="1">
                <a:sym typeface="Symbol" panose="05050102010706020507" pitchFamily="18" charset="2"/>
              </a:rPr>
              <a:t>error</a:t>
            </a:r>
            <a:r>
              <a:rPr kumimoji="0" lang="zh-CN" altLang="en-US" sz="2400">
                <a:sym typeface="Symbol" panose="05050102010706020507" pitchFamily="18" charset="2"/>
              </a:rPr>
              <a:t>，调用错误恢复函数</a:t>
            </a:r>
            <a:endParaRPr kumimoji="0" lang="zh-CN" altLang="en-US" sz="2400" b="1">
              <a:sym typeface="Symbol" panose="05050102010706020507" pitchFamily="18" charset="2"/>
            </a:endParaRP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算法</a:t>
            </a:r>
            <a:r>
              <a:rPr lang="en-US" altLang="zh-CN"/>
              <a:t>4.3  </a:t>
            </a:r>
            <a:r>
              <a:rPr lang="zh-CN" altLang="en-US"/>
              <a:t>非递归预测分析方法</a:t>
            </a:r>
            <a:endParaRPr lang="zh-CN" altLang="en-US"/>
          </a:p>
        </p:txBody>
      </p:sp>
      <p:sp>
        <p:nvSpPr>
          <p:cNvPr id="8806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182688" y="1371600"/>
            <a:ext cx="7772400" cy="5105400"/>
          </a:xfrm>
        </p:spPr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2400"/>
              <a:t>输入：符号串</a:t>
            </a:r>
            <a:r>
              <a:rPr lang="en-US" altLang="zh-CN" sz="2400"/>
              <a:t>w</a:t>
            </a:r>
            <a:r>
              <a:rPr lang="zh-CN" altLang="en-US" sz="2400"/>
              <a:t>，文法</a:t>
            </a:r>
            <a:r>
              <a:rPr lang="en-US" altLang="zh-CN" sz="2400"/>
              <a:t>G</a:t>
            </a:r>
            <a:r>
              <a:rPr lang="zh-CN" altLang="en-US" sz="2400"/>
              <a:t>及其预测分析表</a:t>
            </a:r>
            <a:r>
              <a:rPr lang="en-US" altLang="zh-CN" sz="2400"/>
              <a:t>M</a:t>
            </a:r>
            <a:endParaRPr lang="en-US" altLang="zh-CN" sz="2400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2400"/>
              <a:t>输出：若</a:t>
            </a:r>
            <a:r>
              <a:rPr lang="en-US" altLang="zh-CN" sz="2400"/>
              <a:t>w</a:t>
            </a:r>
            <a:r>
              <a:rPr lang="en-US" altLang="zh-CN" sz="2400">
                <a:latin typeface="宋体" panose="02010600030101010101" pitchFamily="2" charset="-122"/>
              </a:rPr>
              <a:t>∈</a:t>
            </a:r>
            <a:r>
              <a:rPr lang="en-US" altLang="zh-CN" sz="2400"/>
              <a:t>L(G)</a:t>
            </a:r>
            <a:r>
              <a:rPr lang="zh-CN" altLang="en-US" sz="2400"/>
              <a:t>，</a:t>
            </a:r>
            <a:r>
              <a:rPr lang="en-US" altLang="zh-CN" sz="2400"/>
              <a:t>w</a:t>
            </a:r>
            <a:r>
              <a:rPr lang="zh-CN" altLang="en-US" sz="2400"/>
              <a:t>的一个最左推导；否则，错误提示</a:t>
            </a:r>
            <a:endParaRPr lang="zh-CN" altLang="en-US" sz="2400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2400"/>
              <a:t>方法：</a:t>
            </a:r>
            <a:endParaRPr lang="zh-CN" altLang="en-US" sz="2400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2400"/>
              <a:t>	</a:t>
            </a:r>
            <a:r>
              <a:rPr lang="zh-CN" altLang="en-US" sz="2400">
                <a:solidFill>
                  <a:schemeClr val="folHlink"/>
                </a:solidFill>
              </a:rPr>
              <a:t>初始：栈中为</a:t>
            </a:r>
            <a:r>
              <a:rPr lang="en-US" altLang="zh-CN" sz="2400">
                <a:solidFill>
                  <a:schemeClr val="folHlink"/>
                </a:solidFill>
              </a:rPr>
              <a:t>$S</a:t>
            </a:r>
            <a:r>
              <a:rPr lang="zh-CN" altLang="en-US" sz="2400">
                <a:solidFill>
                  <a:schemeClr val="folHlink"/>
                </a:solidFill>
              </a:rPr>
              <a:t>（</a:t>
            </a:r>
            <a:r>
              <a:rPr lang="en-US" altLang="zh-CN" sz="2400">
                <a:solidFill>
                  <a:schemeClr val="folHlink"/>
                </a:solidFill>
              </a:rPr>
              <a:t>S</a:t>
            </a:r>
            <a:r>
              <a:rPr lang="zh-CN" altLang="en-US" sz="2400">
                <a:solidFill>
                  <a:schemeClr val="folHlink"/>
                </a:solidFill>
              </a:rPr>
              <a:t>在栈顶），输入缓冲区为</a:t>
            </a:r>
            <a:r>
              <a:rPr lang="en-US" altLang="zh-CN" sz="2400">
                <a:solidFill>
                  <a:schemeClr val="folHlink"/>
                </a:solidFill>
              </a:rPr>
              <a:t>w$</a:t>
            </a:r>
            <a:r>
              <a:rPr lang="zh-CN" altLang="en-US" sz="2400">
                <a:solidFill>
                  <a:schemeClr val="folHlink"/>
                </a:solidFill>
              </a:rPr>
              <a:t>。分析器运行算法：</a:t>
            </a:r>
            <a:endParaRPr lang="zh-CN" altLang="en-US" sz="2400">
              <a:solidFill>
                <a:schemeClr val="folHlink"/>
              </a:solidFill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2000">
                <a:solidFill>
                  <a:schemeClr val="folHlink"/>
                </a:solidFill>
              </a:rPr>
              <a:t>设置</a:t>
            </a:r>
            <a:r>
              <a:rPr lang="en-US" altLang="zh-CN" sz="2000">
                <a:solidFill>
                  <a:schemeClr val="folHlink"/>
                </a:solidFill>
              </a:rPr>
              <a:t>ip</a:t>
            </a:r>
            <a:r>
              <a:rPr lang="zh-CN" altLang="en-US" sz="2000">
                <a:solidFill>
                  <a:schemeClr val="folHlink"/>
                </a:solidFill>
              </a:rPr>
              <a:t>指向输入缓冲区的第一个符号</a:t>
            </a:r>
            <a:r>
              <a:rPr lang="en-US" altLang="zh-CN" sz="2000">
                <a:solidFill>
                  <a:schemeClr val="folHlink"/>
                </a:solidFill>
              </a:rPr>
              <a:t>;</a:t>
            </a:r>
            <a:endParaRPr lang="en-US" altLang="zh-CN" sz="2000">
              <a:solidFill>
                <a:schemeClr val="folHlink"/>
              </a:solidFill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000">
                <a:solidFill>
                  <a:schemeClr val="folHlink"/>
                </a:solidFill>
              </a:rPr>
              <a:t>do {</a:t>
            </a:r>
            <a:endParaRPr lang="en-US" altLang="zh-CN" sz="2000">
              <a:solidFill>
                <a:schemeClr val="folHlink"/>
              </a:solidFill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000">
                <a:solidFill>
                  <a:schemeClr val="folHlink"/>
                </a:solidFill>
              </a:rPr>
              <a:t>	</a:t>
            </a:r>
            <a:r>
              <a:rPr lang="zh-CN" altLang="en-US" sz="2000">
                <a:solidFill>
                  <a:schemeClr val="folHlink"/>
                </a:solidFill>
              </a:rPr>
              <a:t>令</a:t>
            </a:r>
            <a:r>
              <a:rPr lang="en-US" altLang="zh-CN" sz="2000">
                <a:solidFill>
                  <a:schemeClr val="folHlink"/>
                </a:solidFill>
              </a:rPr>
              <a:t>X</a:t>
            </a:r>
            <a:r>
              <a:rPr lang="zh-CN" altLang="en-US" sz="2000">
                <a:solidFill>
                  <a:schemeClr val="folHlink"/>
                </a:solidFill>
              </a:rPr>
              <a:t>为栈顶符号，</a:t>
            </a:r>
            <a:r>
              <a:rPr lang="en-US" altLang="zh-CN" sz="2000">
                <a:solidFill>
                  <a:schemeClr val="folHlink"/>
                </a:solidFill>
              </a:rPr>
              <a:t>a</a:t>
            </a:r>
            <a:r>
              <a:rPr lang="zh-CN" altLang="en-US" sz="2000">
                <a:solidFill>
                  <a:schemeClr val="folHlink"/>
                </a:solidFill>
              </a:rPr>
              <a:t>为</a:t>
            </a:r>
            <a:r>
              <a:rPr lang="en-US" altLang="zh-CN" sz="2000">
                <a:solidFill>
                  <a:schemeClr val="folHlink"/>
                </a:solidFill>
              </a:rPr>
              <a:t>ip</a:t>
            </a:r>
            <a:r>
              <a:rPr lang="zh-CN" altLang="en-US" sz="2000">
                <a:solidFill>
                  <a:schemeClr val="folHlink"/>
                </a:solidFill>
              </a:rPr>
              <a:t>指向符号</a:t>
            </a:r>
            <a:endParaRPr lang="zh-CN" altLang="en-US" sz="2000">
              <a:solidFill>
                <a:schemeClr val="folHlink"/>
              </a:solidFill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2000">
                <a:solidFill>
                  <a:schemeClr val="folHlink"/>
                </a:solidFill>
              </a:rPr>
              <a:t>	</a:t>
            </a:r>
            <a:r>
              <a:rPr lang="en-US" altLang="zh-CN" sz="2000">
                <a:solidFill>
                  <a:schemeClr val="folHlink"/>
                </a:solidFill>
              </a:rPr>
              <a:t>if (X</a:t>
            </a:r>
            <a:r>
              <a:rPr lang="zh-CN" altLang="en-US" sz="2000">
                <a:solidFill>
                  <a:schemeClr val="folHlink"/>
                </a:solidFill>
              </a:rPr>
              <a:t>为终结符或</a:t>
            </a:r>
            <a:r>
              <a:rPr lang="en-US" altLang="zh-CN" sz="2000">
                <a:solidFill>
                  <a:schemeClr val="folHlink"/>
                </a:solidFill>
              </a:rPr>
              <a:t>$) {</a:t>
            </a:r>
            <a:endParaRPr lang="en-US" altLang="zh-CN" sz="2000">
              <a:solidFill>
                <a:schemeClr val="folHlink"/>
              </a:solidFill>
            </a:endParaRP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算法</a:t>
            </a:r>
            <a:r>
              <a:rPr lang="en-US" altLang="zh-CN"/>
              <a:t>4.3</a:t>
            </a:r>
            <a:r>
              <a:rPr lang="zh-CN" altLang="en-US"/>
              <a:t>（续）</a:t>
            </a:r>
            <a:endParaRPr lang="zh-CN" altLang="en-US"/>
          </a:p>
        </p:txBody>
      </p:sp>
      <p:sp>
        <p:nvSpPr>
          <p:cNvPr id="8909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182688" y="1371600"/>
            <a:ext cx="7772400" cy="4953000"/>
          </a:xfrm>
        </p:spPr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000">
                <a:solidFill>
                  <a:schemeClr val="folHlink"/>
                </a:solidFill>
              </a:rPr>
              <a:t>		if (X == a) {</a:t>
            </a:r>
            <a:endParaRPr lang="en-US" altLang="zh-CN" sz="2000">
              <a:solidFill>
                <a:schemeClr val="folHlink"/>
              </a:solidFill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000">
                <a:solidFill>
                  <a:schemeClr val="folHlink"/>
                </a:solidFill>
              </a:rPr>
              <a:t>			X</a:t>
            </a:r>
            <a:r>
              <a:rPr lang="zh-CN" altLang="en-US" sz="2000">
                <a:solidFill>
                  <a:schemeClr val="folHlink"/>
                </a:solidFill>
              </a:rPr>
              <a:t>弹出栈，</a:t>
            </a:r>
            <a:r>
              <a:rPr lang="en-US" altLang="zh-CN" sz="2000">
                <a:solidFill>
                  <a:schemeClr val="folHlink"/>
                </a:solidFill>
              </a:rPr>
              <a:t>ip</a:t>
            </a:r>
            <a:r>
              <a:rPr lang="zh-CN" altLang="en-US" sz="2000">
                <a:solidFill>
                  <a:schemeClr val="folHlink"/>
                </a:solidFill>
              </a:rPr>
              <a:t>前移</a:t>
            </a:r>
            <a:r>
              <a:rPr lang="en-US" altLang="zh-CN" sz="2000">
                <a:solidFill>
                  <a:schemeClr val="folHlink"/>
                </a:solidFill>
              </a:rPr>
              <a:t>;</a:t>
            </a:r>
            <a:endParaRPr lang="en-US" altLang="zh-CN" sz="2000">
              <a:solidFill>
                <a:schemeClr val="folHlink"/>
              </a:solidFill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000">
                <a:solidFill>
                  <a:schemeClr val="folHlink"/>
                </a:solidFill>
              </a:rPr>
              <a:t>		}</a:t>
            </a:r>
            <a:endParaRPr lang="en-US" altLang="zh-CN" sz="2000">
              <a:solidFill>
                <a:schemeClr val="folHlink"/>
              </a:solidFill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000">
                <a:solidFill>
                  <a:schemeClr val="folHlink"/>
                </a:solidFill>
              </a:rPr>
              <a:t>		else error();</a:t>
            </a:r>
            <a:endParaRPr lang="en-US" altLang="zh-CN" sz="2000">
              <a:solidFill>
                <a:schemeClr val="folHlink"/>
              </a:solidFill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000">
                <a:solidFill>
                  <a:schemeClr val="folHlink"/>
                </a:solidFill>
              </a:rPr>
              <a:t>	} else if (M[X, a] = X </a:t>
            </a:r>
            <a:r>
              <a:rPr kumimoji="0" lang="en-US" altLang="zh-CN" sz="2000">
                <a:solidFill>
                  <a:schemeClr val="folHlink"/>
                </a:solidFill>
                <a:sym typeface="Symbol" panose="05050102010706020507" pitchFamily="18" charset="2"/>
              </a:rPr>
              <a:t> Y</a:t>
            </a:r>
            <a:r>
              <a:rPr kumimoji="0" lang="en-US" altLang="zh-CN" sz="2000" baseline="-25000">
                <a:solidFill>
                  <a:schemeClr val="folHlink"/>
                </a:solidFill>
                <a:sym typeface="Symbol" panose="05050102010706020507" pitchFamily="18" charset="2"/>
              </a:rPr>
              <a:t>1</a:t>
            </a:r>
            <a:r>
              <a:rPr kumimoji="0" lang="en-US" altLang="zh-CN" sz="2000">
                <a:solidFill>
                  <a:schemeClr val="folHlink"/>
                </a:solidFill>
                <a:sym typeface="Symbol" panose="05050102010706020507" pitchFamily="18" charset="2"/>
              </a:rPr>
              <a:t>Y</a:t>
            </a:r>
            <a:r>
              <a:rPr kumimoji="0" lang="en-US" altLang="zh-CN" sz="2000" baseline="-25000">
                <a:solidFill>
                  <a:schemeClr val="folHlink"/>
                </a:solidFill>
                <a:sym typeface="Symbol" panose="05050102010706020507" pitchFamily="18" charset="2"/>
              </a:rPr>
              <a:t>2</a:t>
            </a:r>
            <a:r>
              <a:rPr kumimoji="0" lang="en-US" altLang="zh-CN" sz="2000">
                <a:solidFill>
                  <a:schemeClr val="folHlink"/>
                </a:solidFill>
                <a:sym typeface="Symbol" panose="05050102010706020507" pitchFamily="18" charset="2"/>
              </a:rPr>
              <a:t>…Y</a:t>
            </a:r>
            <a:r>
              <a:rPr kumimoji="0" lang="en-US" altLang="zh-CN" sz="2000" baseline="-25000">
                <a:solidFill>
                  <a:schemeClr val="folHlink"/>
                </a:solidFill>
                <a:sym typeface="Symbol" panose="05050102010706020507" pitchFamily="18" charset="2"/>
              </a:rPr>
              <a:t>k</a:t>
            </a:r>
            <a:r>
              <a:rPr kumimoji="0" lang="en-US" altLang="zh-CN" sz="2000">
                <a:solidFill>
                  <a:schemeClr val="folHlink"/>
                </a:solidFill>
                <a:sym typeface="Symbol" panose="05050102010706020507" pitchFamily="18" charset="2"/>
              </a:rPr>
              <a:t>) {</a:t>
            </a:r>
            <a:endParaRPr kumimoji="0" lang="en-US" altLang="zh-CN" sz="2000">
              <a:solidFill>
                <a:schemeClr val="folHlink"/>
              </a:solidFill>
              <a:sym typeface="Symbol" panose="05050102010706020507" pitchFamily="18" charset="2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kumimoji="0" lang="en-US" altLang="zh-CN" sz="2000">
                <a:solidFill>
                  <a:schemeClr val="folHlink"/>
                </a:solidFill>
                <a:sym typeface="Symbol" panose="05050102010706020507" pitchFamily="18" charset="2"/>
              </a:rPr>
              <a:t>		X</a:t>
            </a:r>
            <a:r>
              <a:rPr kumimoji="0" lang="zh-CN" altLang="en-US" sz="2000">
                <a:solidFill>
                  <a:schemeClr val="folHlink"/>
                </a:solidFill>
                <a:sym typeface="Symbol" panose="05050102010706020507" pitchFamily="18" charset="2"/>
              </a:rPr>
              <a:t>弹出栈</a:t>
            </a:r>
            <a:r>
              <a:rPr kumimoji="0" lang="en-US" altLang="zh-CN" sz="2000">
                <a:solidFill>
                  <a:schemeClr val="folHlink"/>
                </a:solidFill>
                <a:sym typeface="Symbol" panose="05050102010706020507" pitchFamily="18" charset="2"/>
              </a:rPr>
              <a:t>;</a:t>
            </a:r>
            <a:endParaRPr kumimoji="0" lang="en-US" altLang="zh-CN" sz="2000">
              <a:solidFill>
                <a:schemeClr val="folHlink"/>
              </a:solidFill>
              <a:sym typeface="Symbol" panose="05050102010706020507" pitchFamily="18" charset="2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kumimoji="0" lang="en-US" altLang="zh-CN" sz="2000">
                <a:solidFill>
                  <a:schemeClr val="folHlink"/>
                </a:solidFill>
                <a:sym typeface="Symbol" panose="05050102010706020507" pitchFamily="18" charset="2"/>
              </a:rPr>
              <a:t>		</a:t>
            </a:r>
            <a:r>
              <a:rPr kumimoji="0" lang="zh-CN" altLang="en-US" sz="2000">
                <a:solidFill>
                  <a:schemeClr val="folHlink"/>
                </a:solidFill>
                <a:sym typeface="Symbol" panose="05050102010706020507" pitchFamily="18" charset="2"/>
              </a:rPr>
              <a:t>将</a:t>
            </a:r>
            <a:r>
              <a:rPr kumimoji="0" lang="en-US" altLang="zh-CN" sz="2000">
                <a:solidFill>
                  <a:schemeClr val="folHlink"/>
                </a:solidFill>
                <a:sym typeface="Symbol" panose="05050102010706020507" pitchFamily="18" charset="2"/>
              </a:rPr>
              <a:t>Y</a:t>
            </a:r>
            <a:r>
              <a:rPr kumimoji="0" lang="en-US" altLang="zh-CN" sz="2000" baseline="-25000">
                <a:solidFill>
                  <a:schemeClr val="folHlink"/>
                </a:solidFill>
                <a:sym typeface="Symbol" panose="05050102010706020507" pitchFamily="18" charset="2"/>
              </a:rPr>
              <a:t>k</a:t>
            </a:r>
            <a:r>
              <a:rPr kumimoji="0" lang="en-US" altLang="zh-CN" sz="2000">
                <a:solidFill>
                  <a:schemeClr val="folHlink"/>
                </a:solidFill>
                <a:sym typeface="Symbol" panose="05050102010706020507" pitchFamily="18" charset="2"/>
              </a:rPr>
              <a:t>, Y</a:t>
            </a:r>
            <a:r>
              <a:rPr kumimoji="0" lang="en-US" altLang="zh-CN" sz="2000" baseline="-25000">
                <a:solidFill>
                  <a:schemeClr val="folHlink"/>
                </a:solidFill>
                <a:sym typeface="Symbol" panose="05050102010706020507" pitchFamily="18" charset="2"/>
              </a:rPr>
              <a:t>k-1</a:t>
            </a:r>
            <a:r>
              <a:rPr kumimoji="0" lang="en-US" altLang="zh-CN" sz="2000">
                <a:solidFill>
                  <a:schemeClr val="folHlink"/>
                </a:solidFill>
                <a:sym typeface="Symbol" panose="05050102010706020507" pitchFamily="18" charset="2"/>
              </a:rPr>
              <a:t>, …, Y</a:t>
            </a:r>
            <a:r>
              <a:rPr kumimoji="0" lang="en-US" altLang="zh-CN" sz="2000" baseline="-25000">
                <a:solidFill>
                  <a:schemeClr val="folHlink"/>
                </a:solidFill>
                <a:sym typeface="Symbol" panose="05050102010706020507" pitchFamily="18" charset="2"/>
              </a:rPr>
              <a:t>1</a:t>
            </a:r>
            <a:r>
              <a:rPr kumimoji="0" lang="zh-CN" altLang="en-US" sz="2000">
                <a:solidFill>
                  <a:schemeClr val="folHlink"/>
                </a:solidFill>
                <a:sym typeface="Symbol" panose="05050102010706020507" pitchFamily="18" charset="2"/>
              </a:rPr>
              <a:t>压栈，</a:t>
            </a:r>
            <a:r>
              <a:rPr kumimoji="0" lang="en-US" altLang="zh-CN" sz="2000">
                <a:solidFill>
                  <a:schemeClr val="folHlink"/>
                </a:solidFill>
                <a:sym typeface="Symbol" panose="05050102010706020507" pitchFamily="18" charset="2"/>
              </a:rPr>
              <a:t>Y</a:t>
            </a:r>
            <a:r>
              <a:rPr kumimoji="0" lang="en-US" altLang="zh-CN" sz="2000" baseline="-25000">
                <a:solidFill>
                  <a:schemeClr val="folHlink"/>
                </a:solidFill>
                <a:sym typeface="Symbol" panose="05050102010706020507" pitchFamily="18" charset="2"/>
              </a:rPr>
              <a:t>1</a:t>
            </a:r>
            <a:r>
              <a:rPr kumimoji="0" lang="zh-CN" altLang="en-US" sz="2000">
                <a:solidFill>
                  <a:schemeClr val="folHlink"/>
                </a:solidFill>
                <a:sym typeface="Symbol" panose="05050102010706020507" pitchFamily="18" charset="2"/>
              </a:rPr>
              <a:t>置于栈顶</a:t>
            </a:r>
            <a:r>
              <a:rPr kumimoji="0" lang="en-US" altLang="zh-CN" sz="2000">
                <a:solidFill>
                  <a:schemeClr val="folHlink"/>
                </a:solidFill>
                <a:sym typeface="Symbol" panose="05050102010706020507" pitchFamily="18" charset="2"/>
              </a:rPr>
              <a:t>;</a:t>
            </a:r>
            <a:endParaRPr kumimoji="0" lang="en-US" altLang="zh-CN" sz="2000">
              <a:solidFill>
                <a:schemeClr val="folHlink"/>
              </a:solidFill>
              <a:sym typeface="Symbol" panose="05050102010706020507" pitchFamily="18" charset="2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kumimoji="0" lang="en-US" altLang="zh-CN" sz="2000">
                <a:solidFill>
                  <a:schemeClr val="folHlink"/>
                </a:solidFill>
                <a:sym typeface="Symbol" panose="05050102010706020507" pitchFamily="18" charset="2"/>
              </a:rPr>
              <a:t>		</a:t>
            </a:r>
            <a:r>
              <a:rPr kumimoji="0" lang="zh-CN" altLang="en-US" sz="2000">
                <a:solidFill>
                  <a:schemeClr val="folHlink"/>
                </a:solidFill>
                <a:sym typeface="Symbol" panose="05050102010706020507" pitchFamily="18" charset="2"/>
              </a:rPr>
              <a:t>输出产生式</a:t>
            </a:r>
            <a:r>
              <a:rPr lang="en-US" altLang="zh-CN" sz="2000">
                <a:solidFill>
                  <a:schemeClr val="folHlink"/>
                </a:solidFill>
              </a:rPr>
              <a:t>X </a:t>
            </a:r>
            <a:r>
              <a:rPr kumimoji="0" lang="en-US" altLang="zh-CN" sz="2000">
                <a:solidFill>
                  <a:schemeClr val="folHlink"/>
                </a:solidFill>
                <a:sym typeface="Symbol" panose="05050102010706020507" pitchFamily="18" charset="2"/>
              </a:rPr>
              <a:t> Y</a:t>
            </a:r>
            <a:r>
              <a:rPr kumimoji="0" lang="en-US" altLang="zh-CN" sz="2000" baseline="-25000">
                <a:solidFill>
                  <a:schemeClr val="folHlink"/>
                </a:solidFill>
                <a:sym typeface="Symbol" panose="05050102010706020507" pitchFamily="18" charset="2"/>
              </a:rPr>
              <a:t>1</a:t>
            </a:r>
            <a:r>
              <a:rPr kumimoji="0" lang="en-US" altLang="zh-CN" sz="2000">
                <a:solidFill>
                  <a:schemeClr val="folHlink"/>
                </a:solidFill>
                <a:sym typeface="Symbol" panose="05050102010706020507" pitchFamily="18" charset="2"/>
              </a:rPr>
              <a:t>Y</a:t>
            </a:r>
            <a:r>
              <a:rPr kumimoji="0" lang="en-US" altLang="zh-CN" sz="2000" baseline="-25000">
                <a:solidFill>
                  <a:schemeClr val="folHlink"/>
                </a:solidFill>
                <a:sym typeface="Symbol" panose="05050102010706020507" pitchFamily="18" charset="2"/>
              </a:rPr>
              <a:t>2</a:t>
            </a:r>
            <a:r>
              <a:rPr kumimoji="0" lang="en-US" altLang="zh-CN" sz="2000">
                <a:solidFill>
                  <a:schemeClr val="folHlink"/>
                </a:solidFill>
                <a:sym typeface="Symbol" panose="05050102010706020507" pitchFamily="18" charset="2"/>
              </a:rPr>
              <a:t>…Y</a:t>
            </a:r>
            <a:r>
              <a:rPr kumimoji="0" lang="en-US" altLang="zh-CN" sz="2000" baseline="-25000">
                <a:solidFill>
                  <a:schemeClr val="folHlink"/>
                </a:solidFill>
                <a:sym typeface="Symbol" panose="05050102010706020507" pitchFamily="18" charset="2"/>
              </a:rPr>
              <a:t>k</a:t>
            </a:r>
            <a:r>
              <a:rPr kumimoji="0" lang="en-US" altLang="zh-CN" sz="2000">
                <a:solidFill>
                  <a:schemeClr val="folHlink"/>
                </a:solidFill>
                <a:sym typeface="Symbol" panose="05050102010706020507" pitchFamily="18" charset="2"/>
              </a:rPr>
              <a:t>;</a:t>
            </a:r>
            <a:endParaRPr kumimoji="0" lang="en-US" altLang="zh-CN" sz="2000">
              <a:solidFill>
                <a:schemeClr val="folHlink"/>
              </a:solidFill>
              <a:sym typeface="Symbol" panose="05050102010706020507" pitchFamily="18" charset="2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kumimoji="0" lang="en-US" altLang="zh-CN" sz="2000">
                <a:solidFill>
                  <a:schemeClr val="folHlink"/>
                </a:solidFill>
                <a:sym typeface="Symbol" panose="05050102010706020507" pitchFamily="18" charset="2"/>
              </a:rPr>
              <a:t>	} else error();</a:t>
            </a:r>
            <a:endParaRPr kumimoji="0" lang="en-US" altLang="zh-CN" sz="2000">
              <a:solidFill>
                <a:schemeClr val="folHlink"/>
              </a:solidFill>
              <a:sym typeface="Symbol" panose="05050102010706020507" pitchFamily="18" charset="2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kumimoji="0" lang="en-US" altLang="zh-CN" sz="2000">
                <a:solidFill>
                  <a:schemeClr val="folHlink"/>
                </a:solidFill>
                <a:sym typeface="Symbol" panose="05050102010706020507" pitchFamily="18" charset="2"/>
              </a:rPr>
              <a:t>} while (X != $);</a:t>
            </a:r>
            <a:endParaRPr kumimoji="0" lang="en-US" altLang="zh-CN" sz="2000">
              <a:solidFill>
                <a:schemeClr val="folHlink"/>
              </a:solidFill>
              <a:sym typeface="Symbol" panose="05050102010706020507" pitchFamily="18" charset="2"/>
            </a:endParaRP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例</a:t>
            </a:r>
            <a:r>
              <a:rPr lang="en-US" altLang="zh-CN"/>
              <a:t>4.16</a:t>
            </a:r>
            <a:endParaRPr lang="en-US" altLang="zh-CN"/>
          </a:p>
        </p:txBody>
      </p:sp>
      <p:sp>
        <p:nvSpPr>
          <p:cNvPr id="90115" name="Text Box 5"/>
          <p:cNvSpPr txBox="1">
            <a:spLocks noChangeArrowheads="1"/>
          </p:cNvSpPr>
          <p:nvPr/>
        </p:nvSpPr>
        <p:spPr bwMode="auto">
          <a:xfrm>
            <a:off x="1295400" y="1219200"/>
            <a:ext cx="2590800" cy="749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b="1">
                <a:sym typeface="Symbol" panose="05050102010706020507" pitchFamily="18" charset="2"/>
              </a:rPr>
              <a:t>E  TE’                                                E’  + TE’ |  </a:t>
            </a:r>
            <a:r>
              <a:rPr kumimoji="0" lang="en-US" altLang="zh-CN" sz="2400" b="1">
                <a:latin typeface="Symbol" panose="05050102010706020507" pitchFamily="18" charset="2"/>
                <a:sym typeface="Symbol" panose="05050102010706020507" pitchFamily="18" charset="2"/>
              </a:rPr>
              <a:t>e</a:t>
            </a:r>
            <a:endParaRPr kumimoji="0" lang="en-US" altLang="zh-CN" sz="2400" b="1">
              <a:latin typeface="Symbol" panose="05050102010706020507" pitchFamily="18" charset="2"/>
              <a:sym typeface="Symbol" panose="05050102010706020507" pitchFamily="18" charset="2"/>
            </a:endParaRPr>
          </a:p>
        </p:txBody>
      </p:sp>
      <p:sp>
        <p:nvSpPr>
          <p:cNvPr id="90116" name="Text Box 6"/>
          <p:cNvSpPr txBox="1">
            <a:spLocks noChangeArrowheads="1"/>
          </p:cNvSpPr>
          <p:nvPr/>
        </p:nvSpPr>
        <p:spPr bwMode="auto">
          <a:xfrm>
            <a:off x="1295400" y="1828800"/>
            <a:ext cx="2819400" cy="749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b="1">
                <a:sym typeface="Symbol" panose="05050102010706020507" pitchFamily="18" charset="2"/>
              </a:rPr>
              <a:t>T  FT’                                                T’  * FT’ |  </a:t>
            </a:r>
            <a:r>
              <a:rPr kumimoji="0" lang="en-US" altLang="zh-CN" sz="2400" b="1">
                <a:latin typeface="Symbol" panose="05050102010706020507" pitchFamily="18" charset="2"/>
                <a:sym typeface="Symbol" panose="05050102010706020507" pitchFamily="18" charset="2"/>
              </a:rPr>
              <a:t>e</a:t>
            </a:r>
            <a:endParaRPr kumimoji="0" lang="en-US" altLang="zh-CN" sz="2400" b="1">
              <a:latin typeface="Symbol" panose="05050102010706020507" pitchFamily="18" charset="2"/>
              <a:sym typeface="Symbol" panose="05050102010706020507" pitchFamily="18" charset="2"/>
            </a:endParaRPr>
          </a:p>
        </p:txBody>
      </p:sp>
      <p:sp>
        <p:nvSpPr>
          <p:cNvPr id="90117" name="Text Box 7"/>
          <p:cNvSpPr txBox="1">
            <a:spLocks noChangeArrowheads="1"/>
          </p:cNvSpPr>
          <p:nvPr/>
        </p:nvSpPr>
        <p:spPr bwMode="auto">
          <a:xfrm>
            <a:off x="1295400" y="2536825"/>
            <a:ext cx="201136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CN" sz="2400" b="1">
                <a:sym typeface="Symbol" panose="05050102010706020507" pitchFamily="18" charset="2"/>
              </a:rPr>
              <a:t>F   ( E )  | id</a:t>
            </a:r>
            <a:endParaRPr kumimoji="0" lang="en-US" altLang="zh-CN" sz="2400" b="1">
              <a:sym typeface="Symbol" panose="05050102010706020507" pitchFamily="18" charset="2"/>
            </a:endParaRPr>
          </a:p>
        </p:txBody>
      </p:sp>
      <p:sp>
        <p:nvSpPr>
          <p:cNvPr id="90118" name="AutoShape 8"/>
          <p:cNvSpPr/>
          <p:nvPr/>
        </p:nvSpPr>
        <p:spPr bwMode="auto">
          <a:xfrm>
            <a:off x="3962400" y="1371600"/>
            <a:ext cx="381000" cy="1447800"/>
          </a:xfrm>
          <a:prstGeom prst="rightBrace">
            <a:avLst>
              <a:gd name="adj1" fmla="val 31667"/>
              <a:gd name="adj2" fmla="val 50000"/>
            </a:avLst>
          </a:prstGeom>
          <a:noFill/>
          <a:ln w="25400">
            <a:solidFill>
              <a:schemeClr val="tx1"/>
            </a:solidFill>
            <a:round/>
            <a:head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>
              <a:latin typeface="Symbol" panose="05050102010706020507" pitchFamily="18" charset="2"/>
            </a:endParaRPr>
          </a:p>
        </p:txBody>
      </p:sp>
      <p:sp>
        <p:nvSpPr>
          <p:cNvPr id="90119" name="Text Box 10"/>
          <p:cNvSpPr txBox="1">
            <a:spLocks noChangeArrowheads="1"/>
          </p:cNvSpPr>
          <p:nvPr/>
        </p:nvSpPr>
        <p:spPr bwMode="auto">
          <a:xfrm>
            <a:off x="4267200" y="2590800"/>
            <a:ext cx="17526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800" b="1">
                <a:solidFill>
                  <a:srgbClr val="3333CC"/>
                </a:solidFill>
              </a:rPr>
              <a:t>Table M</a:t>
            </a:r>
            <a:endParaRPr kumimoji="0" lang="en-US" altLang="zh-CN" sz="2800" b="1">
              <a:solidFill>
                <a:srgbClr val="3333CC"/>
              </a:solidFill>
            </a:endParaRPr>
          </a:p>
        </p:txBody>
      </p:sp>
      <p:grpSp>
        <p:nvGrpSpPr>
          <p:cNvPr id="90120" name="Group 12"/>
          <p:cNvGrpSpPr/>
          <p:nvPr/>
        </p:nvGrpSpPr>
        <p:grpSpPr bwMode="auto">
          <a:xfrm>
            <a:off x="1143000" y="3200400"/>
            <a:ext cx="7848600" cy="2667000"/>
            <a:chOff x="720" y="2400"/>
            <a:chExt cx="4944" cy="1680"/>
          </a:xfrm>
        </p:grpSpPr>
        <p:sp>
          <p:nvSpPr>
            <p:cNvPr id="90148" name="Line 13"/>
            <p:cNvSpPr>
              <a:spLocks noChangeShapeType="1"/>
            </p:cNvSpPr>
            <p:nvPr/>
          </p:nvSpPr>
          <p:spPr bwMode="auto">
            <a:xfrm>
              <a:off x="720" y="2400"/>
              <a:ext cx="4944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0149" name="Line 14"/>
            <p:cNvSpPr>
              <a:spLocks noChangeShapeType="1"/>
            </p:cNvSpPr>
            <p:nvPr/>
          </p:nvSpPr>
          <p:spPr bwMode="auto">
            <a:xfrm>
              <a:off x="720" y="2448"/>
              <a:ext cx="4944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0150" name="Line 15"/>
            <p:cNvSpPr>
              <a:spLocks noChangeShapeType="1"/>
            </p:cNvSpPr>
            <p:nvPr/>
          </p:nvSpPr>
          <p:spPr bwMode="auto">
            <a:xfrm>
              <a:off x="1440" y="2688"/>
              <a:ext cx="4223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0151" name="Line 16"/>
            <p:cNvSpPr>
              <a:spLocks noChangeShapeType="1"/>
            </p:cNvSpPr>
            <p:nvPr/>
          </p:nvSpPr>
          <p:spPr bwMode="auto">
            <a:xfrm>
              <a:off x="720" y="2880"/>
              <a:ext cx="4944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0152" name="Line 17"/>
            <p:cNvSpPr>
              <a:spLocks noChangeShapeType="1"/>
            </p:cNvSpPr>
            <p:nvPr/>
          </p:nvSpPr>
          <p:spPr bwMode="auto">
            <a:xfrm>
              <a:off x="720" y="4080"/>
              <a:ext cx="4944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0153" name="Line 18"/>
            <p:cNvSpPr>
              <a:spLocks noChangeShapeType="1"/>
            </p:cNvSpPr>
            <p:nvPr/>
          </p:nvSpPr>
          <p:spPr bwMode="auto">
            <a:xfrm>
              <a:off x="5664" y="2400"/>
              <a:ext cx="0" cy="168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0154" name="Line 19"/>
            <p:cNvSpPr>
              <a:spLocks noChangeShapeType="1"/>
            </p:cNvSpPr>
            <p:nvPr/>
          </p:nvSpPr>
          <p:spPr bwMode="auto">
            <a:xfrm>
              <a:off x="1440" y="2448"/>
              <a:ext cx="0" cy="163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0155" name="Line 20"/>
            <p:cNvSpPr>
              <a:spLocks noChangeShapeType="1"/>
            </p:cNvSpPr>
            <p:nvPr/>
          </p:nvSpPr>
          <p:spPr bwMode="auto">
            <a:xfrm>
              <a:off x="2160" y="2688"/>
              <a:ext cx="0" cy="139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0156" name="Line 21"/>
            <p:cNvSpPr>
              <a:spLocks noChangeShapeType="1"/>
            </p:cNvSpPr>
            <p:nvPr/>
          </p:nvSpPr>
          <p:spPr bwMode="auto">
            <a:xfrm>
              <a:off x="3600" y="2688"/>
              <a:ext cx="0" cy="139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0157" name="Line 22"/>
            <p:cNvSpPr>
              <a:spLocks noChangeShapeType="1"/>
            </p:cNvSpPr>
            <p:nvPr/>
          </p:nvSpPr>
          <p:spPr bwMode="auto">
            <a:xfrm>
              <a:off x="4320" y="2688"/>
              <a:ext cx="0" cy="139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0158" name="Line 23"/>
            <p:cNvSpPr>
              <a:spLocks noChangeShapeType="1"/>
            </p:cNvSpPr>
            <p:nvPr/>
          </p:nvSpPr>
          <p:spPr bwMode="auto">
            <a:xfrm>
              <a:off x="4992" y="2688"/>
              <a:ext cx="0" cy="139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0159" name="Line 24"/>
            <p:cNvSpPr>
              <a:spLocks noChangeShapeType="1"/>
            </p:cNvSpPr>
            <p:nvPr/>
          </p:nvSpPr>
          <p:spPr bwMode="auto">
            <a:xfrm>
              <a:off x="2880" y="2688"/>
              <a:ext cx="0" cy="139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0160" name="Line 25"/>
            <p:cNvSpPr>
              <a:spLocks noChangeShapeType="1"/>
            </p:cNvSpPr>
            <p:nvPr/>
          </p:nvSpPr>
          <p:spPr bwMode="auto">
            <a:xfrm>
              <a:off x="720" y="3120"/>
              <a:ext cx="4944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0161" name="Line 26"/>
            <p:cNvSpPr>
              <a:spLocks noChangeShapeType="1"/>
            </p:cNvSpPr>
            <p:nvPr/>
          </p:nvSpPr>
          <p:spPr bwMode="auto">
            <a:xfrm>
              <a:off x="720" y="3360"/>
              <a:ext cx="4944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0162" name="Line 27"/>
            <p:cNvSpPr>
              <a:spLocks noChangeShapeType="1"/>
            </p:cNvSpPr>
            <p:nvPr/>
          </p:nvSpPr>
          <p:spPr bwMode="auto">
            <a:xfrm>
              <a:off x="720" y="3600"/>
              <a:ext cx="4944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0163" name="Line 28"/>
            <p:cNvSpPr>
              <a:spLocks noChangeShapeType="1"/>
            </p:cNvSpPr>
            <p:nvPr/>
          </p:nvSpPr>
          <p:spPr bwMode="auto">
            <a:xfrm>
              <a:off x="720" y="3840"/>
              <a:ext cx="4944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90121" name="Text Box 29"/>
          <p:cNvSpPr txBox="1">
            <a:spLocks noChangeArrowheads="1"/>
          </p:cNvSpPr>
          <p:nvPr/>
        </p:nvSpPr>
        <p:spPr bwMode="auto">
          <a:xfrm>
            <a:off x="1066800" y="3429000"/>
            <a:ext cx="1219200" cy="517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lnSpc>
                <a:spcPct val="7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b="1"/>
              <a:t>Non-terminal</a:t>
            </a:r>
            <a:endParaRPr kumimoji="0" lang="en-US" altLang="zh-CN" sz="2000" b="1"/>
          </a:p>
        </p:txBody>
      </p:sp>
      <p:sp>
        <p:nvSpPr>
          <p:cNvPr id="90122" name="Text Box 30"/>
          <p:cNvSpPr txBox="1">
            <a:spLocks noChangeArrowheads="1"/>
          </p:cNvSpPr>
          <p:nvPr/>
        </p:nvSpPr>
        <p:spPr bwMode="auto">
          <a:xfrm>
            <a:off x="4343400" y="3276600"/>
            <a:ext cx="33528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b="1"/>
              <a:t>INPUT SYMBOL</a:t>
            </a:r>
            <a:endParaRPr kumimoji="0" lang="en-US" altLang="zh-CN" sz="2000" b="1"/>
          </a:p>
        </p:txBody>
      </p:sp>
      <p:sp>
        <p:nvSpPr>
          <p:cNvPr id="90123" name="Text Box 31"/>
          <p:cNvSpPr txBox="1">
            <a:spLocks noChangeArrowheads="1"/>
          </p:cNvSpPr>
          <p:nvPr/>
        </p:nvSpPr>
        <p:spPr bwMode="auto">
          <a:xfrm>
            <a:off x="2514600" y="3584575"/>
            <a:ext cx="6858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b="1"/>
              <a:t>id</a:t>
            </a:r>
            <a:endParaRPr kumimoji="0" lang="en-US" altLang="zh-CN" sz="2000" b="1"/>
          </a:p>
        </p:txBody>
      </p:sp>
      <p:sp>
        <p:nvSpPr>
          <p:cNvPr id="90124" name="Text Box 32"/>
          <p:cNvSpPr txBox="1">
            <a:spLocks noChangeArrowheads="1"/>
          </p:cNvSpPr>
          <p:nvPr/>
        </p:nvSpPr>
        <p:spPr bwMode="auto">
          <a:xfrm>
            <a:off x="3657600" y="3584575"/>
            <a:ext cx="6858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b="1"/>
              <a:t>+</a:t>
            </a:r>
            <a:endParaRPr kumimoji="0" lang="en-US" altLang="zh-CN" sz="2000" b="1"/>
          </a:p>
        </p:txBody>
      </p:sp>
      <p:sp>
        <p:nvSpPr>
          <p:cNvPr id="90125" name="Text Box 33"/>
          <p:cNvSpPr txBox="1">
            <a:spLocks noChangeArrowheads="1"/>
          </p:cNvSpPr>
          <p:nvPr/>
        </p:nvSpPr>
        <p:spPr bwMode="auto">
          <a:xfrm>
            <a:off x="4800600" y="3584575"/>
            <a:ext cx="6858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b="1"/>
              <a:t>*</a:t>
            </a:r>
            <a:endParaRPr kumimoji="0" lang="en-US" altLang="zh-CN" sz="2000" b="1"/>
          </a:p>
        </p:txBody>
      </p:sp>
      <p:sp>
        <p:nvSpPr>
          <p:cNvPr id="90126" name="Text Box 34"/>
          <p:cNvSpPr txBox="1">
            <a:spLocks noChangeArrowheads="1"/>
          </p:cNvSpPr>
          <p:nvPr/>
        </p:nvSpPr>
        <p:spPr bwMode="auto">
          <a:xfrm>
            <a:off x="5943600" y="3584575"/>
            <a:ext cx="6858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b="1"/>
              <a:t>(</a:t>
            </a:r>
            <a:endParaRPr kumimoji="0" lang="en-US" altLang="zh-CN" sz="2000" b="1"/>
          </a:p>
        </p:txBody>
      </p:sp>
      <p:sp>
        <p:nvSpPr>
          <p:cNvPr id="90127" name="Text Box 35"/>
          <p:cNvSpPr txBox="1">
            <a:spLocks noChangeArrowheads="1"/>
          </p:cNvSpPr>
          <p:nvPr/>
        </p:nvSpPr>
        <p:spPr bwMode="auto">
          <a:xfrm>
            <a:off x="7010400" y="3584575"/>
            <a:ext cx="6858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b="1"/>
              <a:t>)</a:t>
            </a:r>
            <a:endParaRPr kumimoji="0" lang="en-US" altLang="zh-CN" sz="2000" b="1"/>
          </a:p>
        </p:txBody>
      </p:sp>
      <p:sp>
        <p:nvSpPr>
          <p:cNvPr id="90128" name="Text Box 36"/>
          <p:cNvSpPr txBox="1">
            <a:spLocks noChangeArrowheads="1"/>
          </p:cNvSpPr>
          <p:nvPr/>
        </p:nvSpPr>
        <p:spPr bwMode="auto">
          <a:xfrm>
            <a:off x="8077200" y="3584575"/>
            <a:ext cx="6858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b="1"/>
              <a:t>$</a:t>
            </a:r>
            <a:endParaRPr kumimoji="0" lang="en-US" altLang="zh-CN" sz="2000" b="1"/>
          </a:p>
        </p:txBody>
      </p:sp>
      <p:sp>
        <p:nvSpPr>
          <p:cNvPr id="90129" name="Text Box 37"/>
          <p:cNvSpPr txBox="1">
            <a:spLocks noChangeArrowheads="1"/>
          </p:cNvSpPr>
          <p:nvPr/>
        </p:nvSpPr>
        <p:spPr bwMode="auto">
          <a:xfrm>
            <a:off x="1219200" y="3962400"/>
            <a:ext cx="914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b="1"/>
              <a:t>E</a:t>
            </a:r>
            <a:endParaRPr kumimoji="0" lang="en-US" altLang="zh-CN" sz="2000" b="1"/>
          </a:p>
        </p:txBody>
      </p:sp>
      <p:sp>
        <p:nvSpPr>
          <p:cNvPr id="90130" name="Text Box 38"/>
          <p:cNvSpPr txBox="1">
            <a:spLocks noChangeArrowheads="1"/>
          </p:cNvSpPr>
          <p:nvPr/>
        </p:nvSpPr>
        <p:spPr bwMode="auto">
          <a:xfrm>
            <a:off x="1219200" y="4343400"/>
            <a:ext cx="914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b="1"/>
              <a:t>E’</a:t>
            </a:r>
            <a:endParaRPr kumimoji="0" lang="en-US" altLang="zh-CN" sz="2000" b="1"/>
          </a:p>
        </p:txBody>
      </p:sp>
      <p:sp>
        <p:nvSpPr>
          <p:cNvPr id="90131" name="Text Box 39"/>
          <p:cNvSpPr txBox="1">
            <a:spLocks noChangeArrowheads="1"/>
          </p:cNvSpPr>
          <p:nvPr/>
        </p:nvSpPr>
        <p:spPr bwMode="auto">
          <a:xfrm>
            <a:off x="1219200" y="4724400"/>
            <a:ext cx="914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b="1"/>
              <a:t>T</a:t>
            </a:r>
            <a:endParaRPr kumimoji="0" lang="en-US" altLang="zh-CN" sz="2000" b="1"/>
          </a:p>
        </p:txBody>
      </p:sp>
      <p:sp>
        <p:nvSpPr>
          <p:cNvPr id="90132" name="Text Box 40"/>
          <p:cNvSpPr txBox="1">
            <a:spLocks noChangeArrowheads="1"/>
          </p:cNvSpPr>
          <p:nvPr/>
        </p:nvSpPr>
        <p:spPr bwMode="auto">
          <a:xfrm>
            <a:off x="1219200" y="5105400"/>
            <a:ext cx="914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b="1"/>
              <a:t>T’</a:t>
            </a:r>
            <a:endParaRPr kumimoji="0" lang="en-US" altLang="zh-CN" sz="2000" b="1"/>
          </a:p>
        </p:txBody>
      </p:sp>
      <p:sp>
        <p:nvSpPr>
          <p:cNvPr id="90133" name="Text Box 41"/>
          <p:cNvSpPr txBox="1">
            <a:spLocks noChangeArrowheads="1"/>
          </p:cNvSpPr>
          <p:nvPr/>
        </p:nvSpPr>
        <p:spPr bwMode="auto">
          <a:xfrm>
            <a:off x="1219200" y="5486400"/>
            <a:ext cx="914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b="1"/>
              <a:t>F</a:t>
            </a:r>
            <a:endParaRPr kumimoji="0" lang="en-US" altLang="zh-CN" sz="2000" b="1"/>
          </a:p>
        </p:txBody>
      </p:sp>
      <p:sp>
        <p:nvSpPr>
          <p:cNvPr id="90134" name="Text Box 42"/>
          <p:cNvSpPr txBox="1">
            <a:spLocks noChangeArrowheads="1"/>
          </p:cNvSpPr>
          <p:nvPr/>
        </p:nvSpPr>
        <p:spPr bwMode="auto">
          <a:xfrm>
            <a:off x="2286000" y="3962400"/>
            <a:ext cx="11430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b="1"/>
              <a:t>E</a:t>
            </a:r>
            <a:r>
              <a:rPr kumimoji="0" lang="en-US" altLang="zh-CN" sz="2000" b="1">
                <a:sym typeface="Symbol" panose="05050102010706020507" pitchFamily="18" charset="2"/>
              </a:rPr>
              <a:t>TE’</a:t>
            </a:r>
            <a:endParaRPr kumimoji="0" lang="en-US" altLang="zh-CN" sz="2000" b="1"/>
          </a:p>
        </p:txBody>
      </p:sp>
      <p:sp>
        <p:nvSpPr>
          <p:cNvPr id="90135" name="Text Box 43"/>
          <p:cNvSpPr txBox="1">
            <a:spLocks noChangeArrowheads="1"/>
          </p:cNvSpPr>
          <p:nvPr/>
        </p:nvSpPr>
        <p:spPr bwMode="auto">
          <a:xfrm>
            <a:off x="2286000" y="4724400"/>
            <a:ext cx="11430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b="1"/>
              <a:t>T</a:t>
            </a:r>
            <a:r>
              <a:rPr kumimoji="0" lang="en-US" altLang="zh-CN" sz="2000" b="1">
                <a:sym typeface="Symbol" panose="05050102010706020507" pitchFamily="18" charset="2"/>
              </a:rPr>
              <a:t>FT’</a:t>
            </a:r>
            <a:endParaRPr kumimoji="0" lang="en-US" altLang="zh-CN" sz="2000" b="1"/>
          </a:p>
        </p:txBody>
      </p:sp>
      <p:sp>
        <p:nvSpPr>
          <p:cNvPr id="90136" name="Text Box 44"/>
          <p:cNvSpPr txBox="1">
            <a:spLocks noChangeArrowheads="1"/>
          </p:cNvSpPr>
          <p:nvPr/>
        </p:nvSpPr>
        <p:spPr bwMode="auto">
          <a:xfrm>
            <a:off x="2286000" y="5486400"/>
            <a:ext cx="11430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b="1"/>
              <a:t>F</a:t>
            </a:r>
            <a:r>
              <a:rPr kumimoji="0" lang="en-US" altLang="zh-CN" sz="2000" b="1">
                <a:sym typeface="Symbol" panose="05050102010706020507" pitchFamily="18" charset="2"/>
              </a:rPr>
              <a:t>id</a:t>
            </a:r>
            <a:endParaRPr kumimoji="0" lang="en-US" altLang="zh-CN" sz="2000" b="1"/>
          </a:p>
        </p:txBody>
      </p:sp>
      <p:sp>
        <p:nvSpPr>
          <p:cNvPr id="90137" name="Text Box 45"/>
          <p:cNvSpPr txBox="1">
            <a:spLocks noChangeArrowheads="1"/>
          </p:cNvSpPr>
          <p:nvPr/>
        </p:nvSpPr>
        <p:spPr bwMode="auto">
          <a:xfrm>
            <a:off x="3352800" y="4343400"/>
            <a:ext cx="12192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b="1"/>
              <a:t>E’</a:t>
            </a:r>
            <a:r>
              <a:rPr kumimoji="0" lang="en-US" altLang="zh-CN" sz="2000" b="1">
                <a:sym typeface="Symbol" panose="05050102010706020507" pitchFamily="18" charset="2"/>
              </a:rPr>
              <a:t>+TE’</a:t>
            </a:r>
            <a:endParaRPr kumimoji="0" lang="en-US" altLang="zh-CN" sz="2000" b="1"/>
          </a:p>
        </p:txBody>
      </p:sp>
      <p:sp>
        <p:nvSpPr>
          <p:cNvPr id="90138" name="Text Box 46"/>
          <p:cNvSpPr txBox="1">
            <a:spLocks noChangeArrowheads="1"/>
          </p:cNvSpPr>
          <p:nvPr/>
        </p:nvSpPr>
        <p:spPr bwMode="auto">
          <a:xfrm>
            <a:off x="3429000" y="5105400"/>
            <a:ext cx="11430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b="1"/>
              <a:t>T’</a:t>
            </a:r>
            <a:r>
              <a:rPr kumimoji="0" lang="en-US" altLang="zh-CN" sz="2000" b="1">
                <a:sym typeface="Symbol" panose="05050102010706020507" pitchFamily="18" charset="2"/>
              </a:rPr>
              <a:t> </a:t>
            </a:r>
            <a:r>
              <a:rPr kumimoji="0" lang="en-US" altLang="zh-CN" sz="2000" b="1">
                <a:latin typeface="Symbol" panose="05050102010706020507" pitchFamily="18" charset="2"/>
                <a:sym typeface="Symbol" panose="05050102010706020507" pitchFamily="18" charset="2"/>
              </a:rPr>
              <a:t>e</a:t>
            </a:r>
            <a:endParaRPr kumimoji="0" lang="en-US" altLang="zh-CN" sz="2000" b="1">
              <a:latin typeface="Symbol" panose="05050102010706020507" pitchFamily="18" charset="2"/>
              <a:sym typeface="Symbol" panose="05050102010706020507" pitchFamily="18" charset="2"/>
            </a:endParaRPr>
          </a:p>
        </p:txBody>
      </p:sp>
      <p:sp>
        <p:nvSpPr>
          <p:cNvPr id="90139" name="Text Box 47"/>
          <p:cNvSpPr txBox="1">
            <a:spLocks noChangeArrowheads="1"/>
          </p:cNvSpPr>
          <p:nvPr/>
        </p:nvSpPr>
        <p:spPr bwMode="auto">
          <a:xfrm>
            <a:off x="4572000" y="5105400"/>
            <a:ext cx="1143000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b="1"/>
              <a:t>T’</a:t>
            </a:r>
            <a:r>
              <a:rPr kumimoji="0" lang="en-US" altLang="zh-CN" sz="2000" b="1">
                <a:sym typeface="Symbol" panose="05050102010706020507" pitchFamily="18" charset="2"/>
              </a:rPr>
              <a:t>*FT’</a:t>
            </a:r>
            <a:endParaRPr kumimoji="0" lang="en-US" altLang="zh-CN" sz="2000" b="1"/>
          </a:p>
        </p:txBody>
      </p:sp>
      <p:sp>
        <p:nvSpPr>
          <p:cNvPr id="90140" name="Text Box 48"/>
          <p:cNvSpPr txBox="1">
            <a:spLocks noChangeArrowheads="1"/>
          </p:cNvSpPr>
          <p:nvPr/>
        </p:nvSpPr>
        <p:spPr bwMode="auto">
          <a:xfrm>
            <a:off x="5715000" y="5486400"/>
            <a:ext cx="11430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b="1"/>
              <a:t>F</a:t>
            </a:r>
            <a:r>
              <a:rPr kumimoji="0" lang="en-US" altLang="zh-CN" sz="2000" b="1">
                <a:sym typeface="Symbol" panose="05050102010706020507" pitchFamily="18" charset="2"/>
              </a:rPr>
              <a:t>(E)</a:t>
            </a:r>
            <a:endParaRPr kumimoji="0" lang="en-US" altLang="zh-CN" sz="2000" b="1"/>
          </a:p>
        </p:txBody>
      </p:sp>
      <p:sp>
        <p:nvSpPr>
          <p:cNvPr id="90141" name="Text Box 49"/>
          <p:cNvSpPr txBox="1">
            <a:spLocks noChangeArrowheads="1"/>
          </p:cNvSpPr>
          <p:nvPr/>
        </p:nvSpPr>
        <p:spPr bwMode="auto">
          <a:xfrm>
            <a:off x="5715000" y="4724400"/>
            <a:ext cx="11430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b="1"/>
              <a:t>T</a:t>
            </a:r>
            <a:r>
              <a:rPr kumimoji="0" lang="en-US" altLang="zh-CN" sz="2000" b="1">
                <a:sym typeface="Symbol" panose="05050102010706020507" pitchFamily="18" charset="2"/>
              </a:rPr>
              <a:t>FT’</a:t>
            </a:r>
            <a:endParaRPr kumimoji="0" lang="en-US" altLang="zh-CN" sz="2000" b="1"/>
          </a:p>
        </p:txBody>
      </p:sp>
      <p:sp>
        <p:nvSpPr>
          <p:cNvPr id="90142" name="Text Box 50"/>
          <p:cNvSpPr txBox="1">
            <a:spLocks noChangeArrowheads="1"/>
          </p:cNvSpPr>
          <p:nvPr/>
        </p:nvSpPr>
        <p:spPr bwMode="auto">
          <a:xfrm>
            <a:off x="5715000" y="3962400"/>
            <a:ext cx="11430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b="1"/>
              <a:t>E</a:t>
            </a:r>
            <a:r>
              <a:rPr kumimoji="0" lang="en-US" altLang="zh-CN" sz="2000" b="1">
                <a:sym typeface="Symbol" panose="05050102010706020507" pitchFamily="18" charset="2"/>
              </a:rPr>
              <a:t>TE’</a:t>
            </a:r>
            <a:endParaRPr kumimoji="0" lang="en-US" altLang="zh-CN" sz="2000" b="1"/>
          </a:p>
        </p:txBody>
      </p:sp>
      <p:sp>
        <p:nvSpPr>
          <p:cNvPr id="90143" name="Text Box 51"/>
          <p:cNvSpPr txBox="1">
            <a:spLocks noChangeArrowheads="1"/>
          </p:cNvSpPr>
          <p:nvPr/>
        </p:nvSpPr>
        <p:spPr bwMode="auto">
          <a:xfrm>
            <a:off x="6781800" y="5105400"/>
            <a:ext cx="11430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b="1"/>
              <a:t>T’</a:t>
            </a:r>
            <a:r>
              <a:rPr kumimoji="0" lang="en-US" altLang="zh-CN" sz="2000" b="1">
                <a:sym typeface="Symbol" panose="05050102010706020507" pitchFamily="18" charset="2"/>
              </a:rPr>
              <a:t> </a:t>
            </a:r>
            <a:r>
              <a:rPr kumimoji="0" lang="en-US" altLang="zh-CN" sz="2000" b="1">
                <a:latin typeface="Symbol" panose="05050102010706020507" pitchFamily="18" charset="2"/>
                <a:sym typeface="Symbol" panose="05050102010706020507" pitchFamily="18" charset="2"/>
              </a:rPr>
              <a:t>e</a:t>
            </a:r>
            <a:endParaRPr kumimoji="0" lang="en-US" altLang="zh-CN" sz="2000" b="1">
              <a:latin typeface="Symbol" panose="05050102010706020507" pitchFamily="18" charset="2"/>
              <a:sym typeface="Symbol" panose="05050102010706020507" pitchFamily="18" charset="2"/>
            </a:endParaRPr>
          </a:p>
        </p:txBody>
      </p:sp>
      <p:sp>
        <p:nvSpPr>
          <p:cNvPr id="90144" name="Text Box 52"/>
          <p:cNvSpPr txBox="1">
            <a:spLocks noChangeArrowheads="1"/>
          </p:cNvSpPr>
          <p:nvPr/>
        </p:nvSpPr>
        <p:spPr bwMode="auto">
          <a:xfrm>
            <a:off x="6781800" y="4343400"/>
            <a:ext cx="11430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b="1"/>
              <a:t>E’</a:t>
            </a:r>
            <a:r>
              <a:rPr kumimoji="0" lang="en-US" altLang="zh-CN" sz="2000" b="1">
                <a:sym typeface="Symbol" panose="05050102010706020507" pitchFamily="18" charset="2"/>
              </a:rPr>
              <a:t></a:t>
            </a:r>
            <a:r>
              <a:rPr kumimoji="0" lang="en-US" altLang="zh-CN" sz="2000" b="1">
                <a:latin typeface="Symbol" panose="05050102010706020507" pitchFamily="18" charset="2"/>
                <a:sym typeface="Symbol" panose="05050102010706020507" pitchFamily="18" charset="2"/>
              </a:rPr>
              <a:t>e</a:t>
            </a:r>
            <a:endParaRPr kumimoji="0" lang="en-US" altLang="zh-CN" sz="2000" b="1">
              <a:latin typeface="Symbol" panose="05050102010706020507" pitchFamily="18" charset="2"/>
              <a:sym typeface="Symbol" panose="05050102010706020507" pitchFamily="18" charset="2"/>
            </a:endParaRPr>
          </a:p>
        </p:txBody>
      </p:sp>
      <p:sp>
        <p:nvSpPr>
          <p:cNvPr id="90145" name="Text Box 53"/>
          <p:cNvSpPr txBox="1">
            <a:spLocks noChangeArrowheads="1"/>
          </p:cNvSpPr>
          <p:nvPr/>
        </p:nvSpPr>
        <p:spPr bwMode="auto">
          <a:xfrm>
            <a:off x="7848600" y="4343400"/>
            <a:ext cx="11430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b="1"/>
              <a:t>E’</a:t>
            </a:r>
            <a:r>
              <a:rPr kumimoji="0" lang="en-US" altLang="zh-CN" sz="2000" b="1">
                <a:sym typeface="Symbol" panose="05050102010706020507" pitchFamily="18" charset="2"/>
              </a:rPr>
              <a:t> </a:t>
            </a:r>
            <a:r>
              <a:rPr kumimoji="0" lang="en-US" altLang="zh-CN" sz="2000" b="1">
                <a:latin typeface="Symbol" panose="05050102010706020507" pitchFamily="18" charset="2"/>
                <a:sym typeface="Symbol" panose="05050102010706020507" pitchFamily="18" charset="2"/>
              </a:rPr>
              <a:t>e</a:t>
            </a:r>
            <a:endParaRPr kumimoji="0" lang="en-US" altLang="zh-CN" sz="2000" b="1">
              <a:latin typeface="Symbol" panose="05050102010706020507" pitchFamily="18" charset="2"/>
              <a:sym typeface="Symbol" panose="05050102010706020507" pitchFamily="18" charset="2"/>
            </a:endParaRPr>
          </a:p>
        </p:txBody>
      </p:sp>
      <p:sp>
        <p:nvSpPr>
          <p:cNvPr id="90146" name="Text Box 54"/>
          <p:cNvSpPr txBox="1">
            <a:spLocks noChangeArrowheads="1"/>
          </p:cNvSpPr>
          <p:nvPr/>
        </p:nvSpPr>
        <p:spPr bwMode="auto">
          <a:xfrm>
            <a:off x="7848600" y="5105400"/>
            <a:ext cx="11430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b="1"/>
              <a:t>T’</a:t>
            </a:r>
            <a:r>
              <a:rPr kumimoji="0" lang="en-US" altLang="zh-CN" sz="2000" b="1">
                <a:sym typeface="Symbol" panose="05050102010706020507" pitchFamily="18" charset="2"/>
              </a:rPr>
              <a:t> </a:t>
            </a:r>
            <a:r>
              <a:rPr kumimoji="0" lang="en-US" altLang="zh-CN" sz="2000" b="1">
                <a:latin typeface="Symbol" panose="05050102010706020507" pitchFamily="18" charset="2"/>
                <a:sym typeface="Symbol" panose="05050102010706020507" pitchFamily="18" charset="2"/>
              </a:rPr>
              <a:t>e</a:t>
            </a:r>
            <a:endParaRPr kumimoji="0" lang="en-US" altLang="zh-CN" sz="2000" b="1">
              <a:latin typeface="Symbol" panose="05050102010706020507" pitchFamily="18" charset="2"/>
              <a:sym typeface="Symbol" panose="05050102010706020507" pitchFamily="18" charset="2"/>
            </a:endParaRPr>
          </a:p>
        </p:txBody>
      </p:sp>
      <p:sp>
        <p:nvSpPr>
          <p:cNvPr id="90147" name="Line 55"/>
          <p:cNvSpPr>
            <a:spLocks noChangeShapeType="1"/>
          </p:cNvSpPr>
          <p:nvPr/>
        </p:nvSpPr>
        <p:spPr bwMode="auto">
          <a:xfrm>
            <a:off x="1143000" y="3200400"/>
            <a:ext cx="0" cy="26670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例</a:t>
            </a:r>
            <a:r>
              <a:rPr lang="en-US" altLang="zh-CN"/>
              <a:t>4.16</a:t>
            </a:r>
            <a:r>
              <a:rPr lang="zh-CN" altLang="en-US"/>
              <a:t>（续）</a:t>
            </a:r>
            <a:endParaRPr lang="zh-CN" altLang="en-US"/>
          </a:p>
        </p:txBody>
      </p:sp>
      <p:sp>
        <p:nvSpPr>
          <p:cNvPr id="91139" name="Text Box 4"/>
          <p:cNvSpPr txBox="1">
            <a:spLocks noChangeArrowheads="1"/>
          </p:cNvSpPr>
          <p:nvPr/>
        </p:nvSpPr>
        <p:spPr bwMode="auto">
          <a:xfrm>
            <a:off x="6934200" y="3276600"/>
            <a:ext cx="19050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b="1">
                <a:solidFill>
                  <a:srgbClr val="FF3300"/>
                </a:solidFill>
              </a:rPr>
              <a:t>Expend Input</a:t>
            </a:r>
            <a:endParaRPr kumimoji="0" lang="en-US" altLang="zh-CN" sz="2000" b="1">
              <a:solidFill>
                <a:srgbClr val="FF3300"/>
              </a:solidFill>
            </a:endParaRPr>
          </a:p>
        </p:txBody>
      </p:sp>
      <p:sp>
        <p:nvSpPr>
          <p:cNvPr id="91140" name="Line 5"/>
          <p:cNvSpPr>
            <a:spLocks noChangeShapeType="1"/>
          </p:cNvSpPr>
          <p:nvPr/>
        </p:nvSpPr>
        <p:spPr bwMode="auto">
          <a:xfrm flipH="1">
            <a:off x="5791200" y="3733800"/>
            <a:ext cx="1295400" cy="114300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1141" name="Line 6"/>
          <p:cNvSpPr>
            <a:spLocks noChangeShapeType="1"/>
          </p:cNvSpPr>
          <p:nvPr/>
        </p:nvSpPr>
        <p:spPr bwMode="auto">
          <a:xfrm flipH="1">
            <a:off x="5791200" y="3810000"/>
            <a:ext cx="1600200" cy="167640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91142" name="Group 7"/>
          <p:cNvGrpSpPr/>
          <p:nvPr/>
        </p:nvGrpSpPr>
        <p:grpSpPr bwMode="auto">
          <a:xfrm>
            <a:off x="1447800" y="1447800"/>
            <a:ext cx="5486400" cy="5105400"/>
            <a:chOff x="912" y="768"/>
            <a:chExt cx="3456" cy="3216"/>
          </a:xfrm>
        </p:grpSpPr>
        <p:grpSp>
          <p:nvGrpSpPr>
            <p:cNvPr id="91143" name="Group 8"/>
            <p:cNvGrpSpPr/>
            <p:nvPr/>
          </p:nvGrpSpPr>
          <p:grpSpPr bwMode="auto">
            <a:xfrm>
              <a:off x="912" y="768"/>
              <a:ext cx="3264" cy="3216"/>
              <a:chOff x="1632" y="816"/>
              <a:chExt cx="3264" cy="3216"/>
            </a:xfrm>
          </p:grpSpPr>
          <p:sp>
            <p:nvSpPr>
              <p:cNvPr id="91149" name="Line 9"/>
              <p:cNvSpPr>
                <a:spLocks noChangeShapeType="1"/>
              </p:cNvSpPr>
              <p:nvPr/>
            </p:nvSpPr>
            <p:spPr bwMode="auto">
              <a:xfrm>
                <a:off x="1632" y="816"/>
                <a:ext cx="3264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91150" name="Line 10"/>
              <p:cNvSpPr>
                <a:spLocks noChangeShapeType="1"/>
              </p:cNvSpPr>
              <p:nvPr/>
            </p:nvSpPr>
            <p:spPr bwMode="auto">
              <a:xfrm>
                <a:off x="1632" y="864"/>
                <a:ext cx="3264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91151" name="Line 11"/>
              <p:cNvSpPr>
                <a:spLocks noChangeShapeType="1"/>
              </p:cNvSpPr>
              <p:nvPr/>
            </p:nvSpPr>
            <p:spPr bwMode="auto">
              <a:xfrm>
                <a:off x="1632" y="1056"/>
                <a:ext cx="3264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91152" name="Line 12"/>
              <p:cNvSpPr>
                <a:spLocks noChangeShapeType="1"/>
              </p:cNvSpPr>
              <p:nvPr/>
            </p:nvSpPr>
            <p:spPr bwMode="auto">
              <a:xfrm>
                <a:off x="1632" y="4032"/>
                <a:ext cx="3264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91153" name="Line 13"/>
              <p:cNvSpPr>
                <a:spLocks noChangeShapeType="1"/>
              </p:cNvSpPr>
              <p:nvPr/>
            </p:nvSpPr>
            <p:spPr bwMode="auto">
              <a:xfrm>
                <a:off x="3792" y="864"/>
                <a:ext cx="0" cy="3168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91154" name="Line 14"/>
              <p:cNvSpPr>
                <a:spLocks noChangeShapeType="1"/>
              </p:cNvSpPr>
              <p:nvPr/>
            </p:nvSpPr>
            <p:spPr bwMode="auto">
              <a:xfrm>
                <a:off x="2496" y="864"/>
                <a:ext cx="0" cy="3168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91155" name="Text Box 15"/>
              <p:cNvSpPr txBox="1">
                <a:spLocks noChangeArrowheads="1"/>
              </p:cNvSpPr>
              <p:nvPr/>
            </p:nvSpPr>
            <p:spPr bwMode="auto">
              <a:xfrm>
                <a:off x="1680" y="1104"/>
                <a:ext cx="720" cy="291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5400">
                    <a:solidFill>
                      <a:srgbClr val="000000"/>
                    </a:solidFill>
                    <a:miter lim="800000"/>
                    <a:headEnd type="none" w="sm" len="sm"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3300"/>
                  </a:buClr>
                  <a:buSzPct val="75000"/>
                  <a:buFont typeface="Wingdings" panose="05000000000000000000" pitchFamily="2" charset="2"/>
                  <a:buChar char="m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69000"/>
                  <a:buFont typeface="Wingdings" panose="05000000000000000000" pitchFamily="2" charset="2"/>
                  <a:buChar char="q"/>
                  <a:defRPr kumimoji="1" sz="2800">
                    <a:solidFill>
                      <a:srgbClr val="3333CC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3300"/>
                  </a:buClr>
                  <a:buFont typeface="Wingdings" panose="05000000000000000000" pitchFamily="2" charset="2"/>
                  <a:buChar char="Ø"/>
                  <a:defRPr kumimoji="1" sz="2400">
                    <a:solidFill>
                      <a:srgbClr val="FF33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kumimoji="0" lang="en-US" altLang="zh-CN" sz="1600" b="1"/>
                  <a:t>$E</a:t>
                </a:r>
                <a:endParaRPr kumimoji="0" lang="en-US" altLang="zh-CN" sz="1600" b="1"/>
              </a:p>
              <a:p>
                <a:pPr eaLnBrk="1" hangingPunct="1">
                  <a:lnSpc>
                    <a:spcPct val="60000"/>
                  </a:lnSpc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kumimoji="0" lang="en-US" altLang="zh-CN" sz="1600" b="1"/>
                  <a:t>$E’T</a:t>
                </a:r>
                <a:endParaRPr kumimoji="0" lang="en-US" altLang="zh-CN" sz="1600" b="1"/>
              </a:p>
              <a:p>
                <a:pPr eaLnBrk="1" hangingPunct="1">
                  <a:lnSpc>
                    <a:spcPct val="60000"/>
                  </a:lnSpc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kumimoji="0" lang="en-US" altLang="zh-CN" sz="1600" b="1"/>
                  <a:t>$E’T’F</a:t>
                </a:r>
                <a:endParaRPr kumimoji="0" lang="en-US" altLang="zh-CN" sz="1600" b="1"/>
              </a:p>
              <a:p>
                <a:pPr eaLnBrk="1" hangingPunct="1">
                  <a:lnSpc>
                    <a:spcPct val="60000"/>
                  </a:lnSpc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kumimoji="0" lang="en-US" altLang="zh-CN" sz="1600" b="1"/>
                  <a:t>$E’T’id</a:t>
                </a:r>
                <a:endParaRPr kumimoji="0" lang="en-US" altLang="zh-CN" sz="1600" b="1"/>
              </a:p>
              <a:p>
                <a:pPr eaLnBrk="1" hangingPunct="1">
                  <a:lnSpc>
                    <a:spcPct val="60000"/>
                  </a:lnSpc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kumimoji="0" lang="en-US" altLang="zh-CN" sz="1600" b="1"/>
                  <a:t>$E’T’</a:t>
                </a:r>
                <a:endParaRPr kumimoji="0" lang="en-US" altLang="zh-CN" sz="1600" b="1"/>
              </a:p>
              <a:p>
                <a:pPr eaLnBrk="1" hangingPunct="1">
                  <a:lnSpc>
                    <a:spcPct val="60000"/>
                  </a:lnSpc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kumimoji="0" lang="en-US" altLang="zh-CN" sz="1600" b="1"/>
                  <a:t>$E’</a:t>
                </a:r>
                <a:endParaRPr kumimoji="0" lang="en-US" altLang="zh-CN" sz="1600" b="1"/>
              </a:p>
              <a:p>
                <a:pPr eaLnBrk="1" hangingPunct="1">
                  <a:lnSpc>
                    <a:spcPct val="60000"/>
                  </a:lnSpc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kumimoji="0" lang="en-US" altLang="zh-CN" sz="1600" b="1"/>
                  <a:t>$E’T+</a:t>
                </a:r>
                <a:endParaRPr kumimoji="0" lang="en-US" altLang="zh-CN" sz="1600" b="1"/>
              </a:p>
              <a:p>
                <a:pPr eaLnBrk="1" hangingPunct="1">
                  <a:lnSpc>
                    <a:spcPct val="60000"/>
                  </a:lnSpc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kumimoji="0" lang="en-US" altLang="zh-CN" sz="1600" b="1"/>
                  <a:t>$E’T</a:t>
                </a:r>
                <a:endParaRPr kumimoji="0" lang="en-US" altLang="zh-CN" sz="1600" b="1"/>
              </a:p>
              <a:p>
                <a:pPr eaLnBrk="1" hangingPunct="1">
                  <a:lnSpc>
                    <a:spcPct val="60000"/>
                  </a:lnSpc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kumimoji="0" lang="en-US" altLang="zh-CN" sz="1600" b="1"/>
                  <a:t>$E’T’F</a:t>
                </a:r>
                <a:endParaRPr kumimoji="0" lang="en-US" altLang="zh-CN" sz="1600" b="1"/>
              </a:p>
              <a:p>
                <a:pPr eaLnBrk="1" hangingPunct="1">
                  <a:lnSpc>
                    <a:spcPct val="60000"/>
                  </a:lnSpc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kumimoji="0" lang="en-US" altLang="zh-CN" sz="1600" b="1"/>
                  <a:t>$E’T’id</a:t>
                </a:r>
                <a:endParaRPr kumimoji="0" lang="en-US" altLang="zh-CN" sz="1600" b="1"/>
              </a:p>
              <a:p>
                <a:pPr eaLnBrk="1" hangingPunct="1">
                  <a:lnSpc>
                    <a:spcPct val="60000"/>
                  </a:lnSpc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kumimoji="0" lang="en-US" altLang="zh-CN" sz="1600" b="1"/>
                  <a:t>$E’T’</a:t>
                </a:r>
                <a:endParaRPr kumimoji="0" lang="en-US" altLang="zh-CN" sz="1600" b="1"/>
              </a:p>
              <a:p>
                <a:pPr eaLnBrk="1" hangingPunct="1">
                  <a:lnSpc>
                    <a:spcPct val="60000"/>
                  </a:lnSpc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kumimoji="0" lang="en-US" altLang="zh-CN" sz="1600" b="1"/>
                  <a:t>$E’T’F*</a:t>
                </a:r>
                <a:endParaRPr kumimoji="0" lang="en-US" altLang="zh-CN" sz="1600" b="1"/>
              </a:p>
              <a:p>
                <a:pPr eaLnBrk="1" hangingPunct="1">
                  <a:lnSpc>
                    <a:spcPct val="60000"/>
                  </a:lnSpc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kumimoji="0" lang="en-US" altLang="zh-CN" sz="1600" b="1"/>
                  <a:t>$E’T’F</a:t>
                </a:r>
                <a:endParaRPr kumimoji="0" lang="en-US" altLang="zh-CN" sz="1600" b="1"/>
              </a:p>
              <a:p>
                <a:pPr eaLnBrk="1" hangingPunct="1">
                  <a:lnSpc>
                    <a:spcPct val="60000"/>
                  </a:lnSpc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kumimoji="0" lang="en-US" altLang="zh-CN" sz="1600" b="1"/>
                  <a:t>$E’T’id</a:t>
                </a:r>
                <a:endParaRPr kumimoji="0" lang="en-US" altLang="zh-CN" sz="1600" b="1"/>
              </a:p>
              <a:p>
                <a:pPr eaLnBrk="1" hangingPunct="1">
                  <a:lnSpc>
                    <a:spcPct val="60000"/>
                  </a:lnSpc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kumimoji="0" lang="en-US" altLang="zh-CN" sz="1600" b="1"/>
                  <a:t>$E’T’</a:t>
                </a:r>
                <a:endParaRPr kumimoji="0" lang="en-US" altLang="zh-CN" sz="1600" b="1"/>
              </a:p>
              <a:p>
                <a:pPr eaLnBrk="1" hangingPunct="1">
                  <a:lnSpc>
                    <a:spcPct val="60000"/>
                  </a:lnSpc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kumimoji="0" lang="en-US" altLang="zh-CN" sz="1600" b="1"/>
                  <a:t>$E’</a:t>
                </a:r>
                <a:endParaRPr kumimoji="0" lang="en-US" altLang="zh-CN" sz="1600" b="1"/>
              </a:p>
              <a:p>
                <a:pPr eaLnBrk="1" hangingPunct="1">
                  <a:lnSpc>
                    <a:spcPct val="60000"/>
                  </a:lnSpc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kumimoji="0" lang="en-US" altLang="zh-CN" sz="1600" b="1"/>
                  <a:t>$</a:t>
                </a:r>
                <a:endParaRPr kumimoji="0" lang="en-US" altLang="zh-CN" sz="1600" b="1"/>
              </a:p>
            </p:txBody>
          </p:sp>
          <p:sp>
            <p:nvSpPr>
              <p:cNvPr id="91156" name="Text Box 16"/>
              <p:cNvSpPr txBox="1">
                <a:spLocks noChangeArrowheads="1"/>
              </p:cNvSpPr>
              <p:nvPr/>
            </p:nvSpPr>
            <p:spPr bwMode="auto">
              <a:xfrm>
                <a:off x="2592" y="1104"/>
                <a:ext cx="1152" cy="291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5400">
                    <a:solidFill>
                      <a:srgbClr val="000000"/>
                    </a:solidFill>
                    <a:miter lim="800000"/>
                    <a:headEnd type="none" w="sm" len="sm"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3300"/>
                  </a:buClr>
                  <a:buSzPct val="75000"/>
                  <a:buFont typeface="Wingdings" panose="05000000000000000000" pitchFamily="2" charset="2"/>
                  <a:buChar char="m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69000"/>
                  <a:buFont typeface="Wingdings" panose="05000000000000000000" pitchFamily="2" charset="2"/>
                  <a:buChar char="q"/>
                  <a:defRPr kumimoji="1" sz="2800">
                    <a:solidFill>
                      <a:srgbClr val="3333CC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3300"/>
                  </a:buClr>
                  <a:buFont typeface="Wingdings" panose="05000000000000000000" pitchFamily="2" charset="2"/>
                  <a:buChar char="Ø"/>
                  <a:defRPr kumimoji="1" sz="2400">
                    <a:solidFill>
                      <a:srgbClr val="FF33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r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kumimoji="0" lang="en-US" altLang="zh-CN" sz="1600" b="1">
                    <a:solidFill>
                      <a:srgbClr val="3333CC"/>
                    </a:solidFill>
                  </a:rPr>
                  <a:t>id + id * id$</a:t>
                </a:r>
                <a:endParaRPr kumimoji="0" lang="en-US" altLang="zh-CN" sz="1600" b="1">
                  <a:solidFill>
                    <a:srgbClr val="3333CC"/>
                  </a:solidFill>
                </a:endParaRPr>
              </a:p>
              <a:p>
                <a:pPr algn="r" eaLnBrk="1" hangingPunct="1">
                  <a:lnSpc>
                    <a:spcPct val="60000"/>
                  </a:lnSpc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kumimoji="0" lang="en-US" altLang="zh-CN" sz="1600" b="1">
                    <a:solidFill>
                      <a:srgbClr val="3333CC"/>
                    </a:solidFill>
                  </a:rPr>
                  <a:t>id + id * id$</a:t>
                </a:r>
                <a:endParaRPr kumimoji="0" lang="en-US" altLang="zh-CN" sz="1600" b="1">
                  <a:solidFill>
                    <a:srgbClr val="3333CC"/>
                  </a:solidFill>
                </a:endParaRPr>
              </a:p>
              <a:p>
                <a:pPr algn="r" eaLnBrk="1" hangingPunct="1">
                  <a:lnSpc>
                    <a:spcPct val="60000"/>
                  </a:lnSpc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kumimoji="0" lang="en-US" altLang="zh-CN" sz="1600" b="1">
                    <a:solidFill>
                      <a:srgbClr val="3333CC"/>
                    </a:solidFill>
                  </a:rPr>
                  <a:t>id + id * id$</a:t>
                </a:r>
                <a:endParaRPr kumimoji="0" lang="en-US" altLang="zh-CN" sz="1600" b="1">
                  <a:solidFill>
                    <a:srgbClr val="3333CC"/>
                  </a:solidFill>
                </a:endParaRPr>
              </a:p>
              <a:p>
                <a:pPr algn="r" eaLnBrk="1" hangingPunct="1">
                  <a:lnSpc>
                    <a:spcPct val="60000"/>
                  </a:lnSpc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kumimoji="0" lang="en-US" altLang="zh-CN" sz="1600" b="1">
                    <a:solidFill>
                      <a:srgbClr val="3333CC"/>
                    </a:solidFill>
                  </a:rPr>
                  <a:t>id + id * id$</a:t>
                </a:r>
                <a:endParaRPr kumimoji="0" lang="en-US" altLang="zh-CN" sz="1600" b="1">
                  <a:solidFill>
                    <a:srgbClr val="3333CC"/>
                  </a:solidFill>
                </a:endParaRPr>
              </a:p>
              <a:p>
                <a:pPr algn="r" eaLnBrk="1" hangingPunct="1">
                  <a:lnSpc>
                    <a:spcPct val="60000"/>
                  </a:lnSpc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kumimoji="0" lang="en-US" altLang="zh-CN" sz="1600" b="1">
                    <a:solidFill>
                      <a:srgbClr val="3333CC"/>
                    </a:solidFill>
                  </a:rPr>
                  <a:t>+ id * id$</a:t>
                </a:r>
                <a:endParaRPr kumimoji="0" lang="en-US" altLang="zh-CN" sz="1600" b="1">
                  <a:solidFill>
                    <a:srgbClr val="3333CC"/>
                  </a:solidFill>
                </a:endParaRPr>
              </a:p>
              <a:p>
                <a:pPr algn="r" eaLnBrk="1" hangingPunct="1">
                  <a:lnSpc>
                    <a:spcPct val="60000"/>
                  </a:lnSpc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kumimoji="0" lang="en-US" altLang="zh-CN" sz="1600" b="1">
                    <a:solidFill>
                      <a:srgbClr val="3333CC"/>
                    </a:solidFill>
                  </a:rPr>
                  <a:t>+ id * id$</a:t>
                </a:r>
                <a:endParaRPr kumimoji="0" lang="en-US" altLang="zh-CN" sz="1600" b="1">
                  <a:solidFill>
                    <a:srgbClr val="3333CC"/>
                  </a:solidFill>
                </a:endParaRPr>
              </a:p>
              <a:p>
                <a:pPr algn="r" eaLnBrk="1" hangingPunct="1">
                  <a:lnSpc>
                    <a:spcPct val="60000"/>
                  </a:lnSpc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kumimoji="0" lang="en-US" altLang="zh-CN" sz="1600" b="1">
                    <a:solidFill>
                      <a:srgbClr val="3333CC"/>
                    </a:solidFill>
                  </a:rPr>
                  <a:t>+ id * id$</a:t>
                </a:r>
                <a:endParaRPr kumimoji="0" lang="en-US" altLang="zh-CN" sz="1600" b="1">
                  <a:solidFill>
                    <a:srgbClr val="3333CC"/>
                  </a:solidFill>
                </a:endParaRPr>
              </a:p>
              <a:p>
                <a:pPr algn="r" eaLnBrk="1" hangingPunct="1">
                  <a:lnSpc>
                    <a:spcPct val="60000"/>
                  </a:lnSpc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kumimoji="0" lang="en-US" altLang="zh-CN" sz="1600" b="1">
                    <a:solidFill>
                      <a:srgbClr val="3333CC"/>
                    </a:solidFill>
                  </a:rPr>
                  <a:t>id * id$</a:t>
                </a:r>
                <a:endParaRPr kumimoji="0" lang="en-US" altLang="zh-CN" sz="1600" b="1">
                  <a:solidFill>
                    <a:srgbClr val="3333CC"/>
                  </a:solidFill>
                </a:endParaRPr>
              </a:p>
              <a:p>
                <a:pPr algn="r" eaLnBrk="1" hangingPunct="1">
                  <a:lnSpc>
                    <a:spcPct val="60000"/>
                  </a:lnSpc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kumimoji="0" lang="en-US" altLang="zh-CN" sz="1600" b="1">
                    <a:solidFill>
                      <a:srgbClr val="3333CC"/>
                    </a:solidFill>
                  </a:rPr>
                  <a:t>id * id$</a:t>
                </a:r>
                <a:endParaRPr kumimoji="0" lang="en-US" altLang="zh-CN" sz="1600" b="1">
                  <a:solidFill>
                    <a:srgbClr val="3333CC"/>
                  </a:solidFill>
                </a:endParaRPr>
              </a:p>
              <a:p>
                <a:pPr algn="r" eaLnBrk="1" hangingPunct="1">
                  <a:lnSpc>
                    <a:spcPct val="60000"/>
                  </a:lnSpc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kumimoji="0" lang="en-US" altLang="zh-CN" sz="1600" b="1">
                    <a:solidFill>
                      <a:srgbClr val="3333CC"/>
                    </a:solidFill>
                  </a:rPr>
                  <a:t>id * id$</a:t>
                </a:r>
                <a:endParaRPr kumimoji="0" lang="en-US" altLang="zh-CN" sz="1600" b="1">
                  <a:solidFill>
                    <a:srgbClr val="3333CC"/>
                  </a:solidFill>
                </a:endParaRPr>
              </a:p>
              <a:p>
                <a:pPr algn="r" eaLnBrk="1" hangingPunct="1">
                  <a:lnSpc>
                    <a:spcPct val="60000"/>
                  </a:lnSpc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kumimoji="0" lang="en-US" altLang="zh-CN" sz="1600" b="1">
                    <a:solidFill>
                      <a:srgbClr val="3333CC"/>
                    </a:solidFill>
                  </a:rPr>
                  <a:t>* id$</a:t>
                </a:r>
                <a:endParaRPr kumimoji="0" lang="en-US" altLang="zh-CN" sz="1600" b="1">
                  <a:solidFill>
                    <a:srgbClr val="3333CC"/>
                  </a:solidFill>
                </a:endParaRPr>
              </a:p>
              <a:p>
                <a:pPr algn="r" eaLnBrk="1" hangingPunct="1">
                  <a:lnSpc>
                    <a:spcPct val="60000"/>
                  </a:lnSpc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kumimoji="0" lang="en-US" altLang="zh-CN" sz="1600" b="1">
                    <a:solidFill>
                      <a:srgbClr val="3333CC"/>
                    </a:solidFill>
                  </a:rPr>
                  <a:t>* id$</a:t>
                </a:r>
                <a:endParaRPr kumimoji="0" lang="en-US" altLang="zh-CN" sz="1600" b="1">
                  <a:solidFill>
                    <a:srgbClr val="3333CC"/>
                  </a:solidFill>
                </a:endParaRPr>
              </a:p>
              <a:p>
                <a:pPr algn="r" eaLnBrk="1" hangingPunct="1">
                  <a:lnSpc>
                    <a:spcPct val="60000"/>
                  </a:lnSpc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kumimoji="0" lang="en-US" altLang="zh-CN" sz="1600" b="1">
                    <a:solidFill>
                      <a:srgbClr val="3333CC"/>
                    </a:solidFill>
                  </a:rPr>
                  <a:t>id$</a:t>
                </a:r>
                <a:endParaRPr kumimoji="0" lang="en-US" altLang="zh-CN" sz="1600" b="1">
                  <a:solidFill>
                    <a:srgbClr val="3333CC"/>
                  </a:solidFill>
                </a:endParaRPr>
              </a:p>
              <a:p>
                <a:pPr algn="r" eaLnBrk="1" hangingPunct="1">
                  <a:lnSpc>
                    <a:spcPct val="60000"/>
                  </a:lnSpc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kumimoji="0" lang="en-US" altLang="zh-CN" sz="1600" b="1">
                    <a:solidFill>
                      <a:srgbClr val="3333CC"/>
                    </a:solidFill>
                  </a:rPr>
                  <a:t>id$</a:t>
                </a:r>
                <a:endParaRPr kumimoji="0" lang="en-US" altLang="zh-CN" sz="1600" b="1">
                  <a:solidFill>
                    <a:srgbClr val="3333CC"/>
                  </a:solidFill>
                </a:endParaRPr>
              </a:p>
              <a:p>
                <a:pPr algn="r" eaLnBrk="1" hangingPunct="1">
                  <a:lnSpc>
                    <a:spcPct val="60000"/>
                  </a:lnSpc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kumimoji="0" lang="en-US" altLang="zh-CN" sz="1600" b="1">
                    <a:solidFill>
                      <a:srgbClr val="3333CC"/>
                    </a:solidFill>
                  </a:rPr>
                  <a:t>$</a:t>
                </a:r>
                <a:endParaRPr kumimoji="0" lang="en-US" altLang="zh-CN" sz="1600" b="1">
                  <a:solidFill>
                    <a:srgbClr val="3333CC"/>
                  </a:solidFill>
                </a:endParaRPr>
              </a:p>
              <a:p>
                <a:pPr algn="r" eaLnBrk="1" hangingPunct="1">
                  <a:lnSpc>
                    <a:spcPct val="60000"/>
                  </a:lnSpc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kumimoji="0" lang="en-US" altLang="zh-CN" sz="1600" b="1">
                    <a:solidFill>
                      <a:srgbClr val="3333CC"/>
                    </a:solidFill>
                  </a:rPr>
                  <a:t>$</a:t>
                </a:r>
                <a:endParaRPr kumimoji="0" lang="en-US" altLang="zh-CN" sz="1600" b="1">
                  <a:solidFill>
                    <a:srgbClr val="3333CC"/>
                  </a:solidFill>
                </a:endParaRPr>
              </a:p>
              <a:p>
                <a:pPr algn="r" eaLnBrk="1" hangingPunct="1">
                  <a:lnSpc>
                    <a:spcPct val="60000"/>
                  </a:lnSpc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kumimoji="0" lang="en-US" altLang="zh-CN" sz="1600" b="1">
                    <a:solidFill>
                      <a:srgbClr val="3333CC"/>
                    </a:solidFill>
                  </a:rPr>
                  <a:t>$</a:t>
                </a:r>
                <a:endParaRPr kumimoji="0" lang="en-US" altLang="zh-CN" sz="1600" b="1">
                  <a:solidFill>
                    <a:srgbClr val="3333CC"/>
                  </a:solidFill>
                </a:endParaRPr>
              </a:p>
            </p:txBody>
          </p:sp>
          <p:sp>
            <p:nvSpPr>
              <p:cNvPr id="91157" name="Text Box 17"/>
              <p:cNvSpPr txBox="1">
                <a:spLocks noChangeArrowheads="1"/>
              </p:cNvSpPr>
              <p:nvPr/>
            </p:nvSpPr>
            <p:spPr bwMode="auto">
              <a:xfrm>
                <a:off x="3888" y="1104"/>
                <a:ext cx="960" cy="291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5400">
                    <a:solidFill>
                      <a:srgbClr val="000000"/>
                    </a:solidFill>
                    <a:miter lim="800000"/>
                    <a:headEnd type="none" w="sm" len="sm"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3300"/>
                  </a:buClr>
                  <a:buSzPct val="75000"/>
                  <a:buFont typeface="Wingdings" panose="05000000000000000000" pitchFamily="2" charset="2"/>
                  <a:buChar char="m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69000"/>
                  <a:buFont typeface="Wingdings" panose="05000000000000000000" pitchFamily="2" charset="2"/>
                  <a:buChar char="q"/>
                  <a:defRPr kumimoji="1" sz="2800">
                    <a:solidFill>
                      <a:srgbClr val="3333CC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3300"/>
                  </a:buClr>
                  <a:buFont typeface="Wingdings" panose="05000000000000000000" pitchFamily="2" charset="2"/>
                  <a:buChar char="Ø"/>
                  <a:defRPr kumimoji="1" sz="2400">
                    <a:solidFill>
                      <a:srgbClr val="FF33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endParaRPr kumimoji="0" lang="en-US" altLang="zh-CN" sz="1600" b="1"/>
              </a:p>
              <a:p>
                <a:pPr eaLnBrk="1" hangingPunct="1">
                  <a:lnSpc>
                    <a:spcPct val="60000"/>
                  </a:lnSpc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kumimoji="0" lang="en-US" altLang="zh-CN" sz="1600" b="1"/>
                  <a:t>E</a:t>
                </a:r>
                <a:r>
                  <a:rPr kumimoji="0" lang="en-US" altLang="zh-CN" sz="1600" b="1">
                    <a:sym typeface="Symbol" panose="05050102010706020507" pitchFamily="18" charset="2"/>
                  </a:rPr>
                  <a:t> TE’</a:t>
                </a:r>
                <a:endParaRPr kumimoji="0" lang="en-US" altLang="zh-CN" sz="1600" b="1"/>
              </a:p>
              <a:p>
                <a:pPr eaLnBrk="1" hangingPunct="1">
                  <a:lnSpc>
                    <a:spcPct val="60000"/>
                  </a:lnSpc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kumimoji="0" lang="en-US" altLang="zh-CN" sz="1600" b="1"/>
                  <a:t>T</a:t>
                </a:r>
                <a:r>
                  <a:rPr kumimoji="0" lang="en-US" altLang="zh-CN" sz="1600" b="1">
                    <a:sym typeface="Symbol" panose="05050102010706020507" pitchFamily="18" charset="2"/>
                  </a:rPr>
                  <a:t> FT’</a:t>
                </a:r>
                <a:endParaRPr kumimoji="0" lang="en-US" altLang="zh-CN" sz="1600" b="1"/>
              </a:p>
              <a:p>
                <a:pPr eaLnBrk="1" hangingPunct="1">
                  <a:lnSpc>
                    <a:spcPct val="60000"/>
                  </a:lnSpc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kumimoji="0" lang="en-US" altLang="zh-CN" sz="1600" b="1"/>
                  <a:t>F </a:t>
                </a:r>
                <a:r>
                  <a:rPr kumimoji="0" lang="en-US" altLang="zh-CN" sz="1600" b="1">
                    <a:sym typeface="Symbol" panose="05050102010706020507" pitchFamily="18" charset="2"/>
                  </a:rPr>
                  <a:t> </a:t>
                </a:r>
                <a:r>
                  <a:rPr kumimoji="0" lang="en-US" altLang="zh-CN" sz="1600" b="1"/>
                  <a:t>id</a:t>
                </a:r>
                <a:endParaRPr kumimoji="0" lang="en-US" altLang="zh-CN" sz="1600" b="1"/>
              </a:p>
              <a:p>
                <a:pPr eaLnBrk="1" hangingPunct="1">
                  <a:lnSpc>
                    <a:spcPct val="60000"/>
                  </a:lnSpc>
                  <a:spcBef>
                    <a:spcPct val="50000"/>
                  </a:spcBef>
                  <a:buClrTx/>
                  <a:buSzTx/>
                  <a:buFontTx/>
                  <a:buNone/>
                </a:pPr>
                <a:endParaRPr kumimoji="0" lang="en-US" altLang="zh-CN" sz="1600" b="1"/>
              </a:p>
              <a:p>
                <a:pPr eaLnBrk="1" hangingPunct="1">
                  <a:lnSpc>
                    <a:spcPct val="60000"/>
                  </a:lnSpc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kumimoji="0" lang="en-US" altLang="zh-CN" sz="1600" b="1"/>
                  <a:t>T’ </a:t>
                </a:r>
                <a:r>
                  <a:rPr kumimoji="0" lang="en-US" altLang="zh-CN" sz="1600" b="1">
                    <a:sym typeface="Symbol" panose="05050102010706020507" pitchFamily="18" charset="2"/>
                  </a:rPr>
                  <a:t> </a:t>
                </a:r>
                <a:r>
                  <a:rPr kumimoji="0" lang="en-US" altLang="zh-CN" sz="1600" b="1">
                    <a:latin typeface="Symbol" panose="05050102010706020507" pitchFamily="18" charset="2"/>
                    <a:sym typeface="Symbol" panose="05050102010706020507" pitchFamily="18" charset="2"/>
                  </a:rPr>
                  <a:t>e</a:t>
                </a:r>
                <a:endParaRPr kumimoji="0" lang="en-US" altLang="zh-CN" sz="1600" b="1">
                  <a:latin typeface="Symbol" panose="05050102010706020507" pitchFamily="18" charset="2"/>
                </a:endParaRPr>
              </a:p>
              <a:p>
                <a:pPr eaLnBrk="1" hangingPunct="1">
                  <a:lnSpc>
                    <a:spcPct val="60000"/>
                  </a:lnSpc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kumimoji="0" lang="en-US" altLang="zh-CN" sz="1600" b="1"/>
                  <a:t>E’ </a:t>
                </a:r>
                <a:r>
                  <a:rPr kumimoji="0" lang="en-US" altLang="zh-CN" sz="1600" b="1">
                    <a:sym typeface="Symbol" panose="05050102010706020507" pitchFamily="18" charset="2"/>
                  </a:rPr>
                  <a:t> </a:t>
                </a:r>
                <a:r>
                  <a:rPr kumimoji="0" lang="en-US" altLang="zh-CN" sz="1600" b="1"/>
                  <a:t>+TE’</a:t>
                </a:r>
                <a:endParaRPr kumimoji="0" lang="en-US" altLang="zh-CN" sz="1600" b="1"/>
              </a:p>
              <a:p>
                <a:pPr eaLnBrk="1" hangingPunct="1">
                  <a:lnSpc>
                    <a:spcPct val="60000"/>
                  </a:lnSpc>
                  <a:spcBef>
                    <a:spcPct val="50000"/>
                  </a:spcBef>
                  <a:buClrTx/>
                  <a:buSzTx/>
                  <a:buFontTx/>
                  <a:buNone/>
                </a:pPr>
                <a:endParaRPr kumimoji="0" lang="en-US" altLang="zh-CN" sz="1600" b="1"/>
              </a:p>
              <a:p>
                <a:pPr eaLnBrk="1" hangingPunct="1">
                  <a:lnSpc>
                    <a:spcPct val="60000"/>
                  </a:lnSpc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kumimoji="0" lang="en-US" altLang="zh-CN" sz="1600" b="1"/>
                  <a:t>T</a:t>
                </a:r>
                <a:r>
                  <a:rPr kumimoji="0" lang="en-US" altLang="zh-CN" sz="1600" b="1">
                    <a:sym typeface="Symbol" panose="05050102010706020507" pitchFamily="18" charset="2"/>
                  </a:rPr>
                  <a:t> FT’</a:t>
                </a:r>
                <a:endParaRPr kumimoji="0" lang="en-US" altLang="zh-CN" sz="1600" b="1"/>
              </a:p>
              <a:p>
                <a:pPr eaLnBrk="1" hangingPunct="1">
                  <a:lnSpc>
                    <a:spcPct val="60000"/>
                  </a:lnSpc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kumimoji="0" lang="en-US" altLang="zh-CN" sz="1600" b="1"/>
                  <a:t>F </a:t>
                </a:r>
                <a:r>
                  <a:rPr kumimoji="0" lang="en-US" altLang="zh-CN" sz="1600" b="1">
                    <a:sym typeface="Symbol" panose="05050102010706020507" pitchFamily="18" charset="2"/>
                  </a:rPr>
                  <a:t> </a:t>
                </a:r>
                <a:r>
                  <a:rPr kumimoji="0" lang="en-US" altLang="zh-CN" sz="1600" b="1"/>
                  <a:t>id</a:t>
                </a:r>
                <a:endParaRPr kumimoji="0" lang="en-US" altLang="zh-CN" sz="1600" b="1"/>
              </a:p>
              <a:p>
                <a:pPr eaLnBrk="1" hangingPunct="1">
                  <a:lnSpc>
                    <a:spcPct val="60000"/>
                  </a:lnSpc>
                  <a:spcBef>
                    <a:spcPct val="50000"/>
                  </a:spcBef>
                  <a:buClrTx/>
                  <a:buSzTx/>
                  <a:buFontTx/>
                  <a:buNone/>
                </a:pPr>
                <a:endParaRPr kumimoji="0" lang="en-US" altLang="zh-CN" sz="1600" b="1"/>
              </a:p>
              <a:p>
                <a:pPr eaLnBrk="1" hangingPunct="1">
                  <a:lnSpc>
                    <a:spcPct val="60000"/>
                  </a:lnSpc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kumimoji="0" lang="en-US" altLang="zh-CN" sz="1600" b="1"/>
                  <a:t>T’ </a:t>
                </a:r>
                <a:r>
                  <a:rPr kumimoji="0" lang="en-US" altLang="zh-CN" sz="1600" b="1">
                    <a:sym typeface="Symbol" panose="05050102010706020507" pitchFamily="18" charset="2"/>
                  </a:rPr>
                  <a:t> </a:t>
                </a:r>
                <a:r>
                  <a:rPr kumimoji="0" lang="en-US" altLang="zh-CN" sz="1600" b="1"/>
                  <a:t>*FT’</a:t>
                </a:r>
                <a:endParaRPr kumimoji="0" lang="en-US" altLang="zh-CN" sz="1600" b="1"/>
              </a:p>
              <a:p>
                <a:pPr eaLnBrk="1" hangingPunct="1">
                  <a:lnSpc>
                    <a:spcPct val="60000"/>
                  </a:lnSpc>
                  <a:spcBef>
                    <a:spcPct val="50000"/>
                  </a:spcBef>
                  <a:buClrTx/>
                  <a:buSzTx/>
                  <a:buFontTx/>
                  <a:buNone/>
                </a:pPr>
                <a:endParaRPr kumimoji="0" lang="en-US" altLang="zh-CN" sz="1600" b="1"/>
              </a:p>
              <a:p>
                <a:pPr eaLnBrk="1" hangingPunct="1">
                  <a:lnSpc>
                    <a:spcPct val="60000"/>
                  </a:lnSpc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kumimoji="0" lang="en-US" altLang="zh-CN" sz="1600" b="1"/>
                  <a:t>F </a:t>
                </a:r>
                <a:r>
                  <a:rPr kumimoji="0" lang="en-US" altLang="zh-CN" sz="1600" b="1">
                    <a:sym typeface="Symbol" panose="05050102010706020507" pitchFamily="18" charset="2"/>
                  </a:rPr>
                  <a:t> </a:t>
                </a:r>
                <a:r>
                  <a:rPr kumimoji="0" lang="en-US" altLang="zh-CN" sz="1600" b="1"/>
                  <a:t>id</a:t>
                </a:r>
                <a:endParaRPr kumimoji="0" lang="en-US" altLang="zh-CN" sz="1600" b="1"/>
              </a:p>
              <a:p>
                <a:pPr eaLnBrk="1" hangingPunct="1">
                  <a:lnSpc>
                    <a:spcPct val="60000"/>
                  </a:lnSpc>
                  <a:spcBef>
                    <a:spcPct val="50000"/>
                  </a:spcBef>
                  <a:buClrTx/>
                  <a:buSzTx/>
                  <a:buFontTx/>
                  <a:buNone/>
                </a:pPr>
                <a:endParaRPr kumimoji="0" lang="en-US" altLang="zh-CN" sz="1600" b="1"/>
              </a:p>
              <a:p>
                <a:pPr eaLnBrk="1" hangingPunct="1">
                  <a:lnSpc>
                    <a:spcPct val="60000"/>
                  </a:lnSpc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kumimoji="0" lang="en-US" altLang="zh-CN" sz="1600" b="1"/>
                  <a:t>T’ </a:t>
                </a:r>
                <a:r>
                  <a:rPr kumimoji="0" lang="en-US" altLang="zh-CN" sz="1600" b="1">
                    <a:sym typeface="Symbol" panose="05050102010706020507" pitchFamily="18" charset="2"/>
                  </a:rPr>
                  <a:t> </a:t>
                </a:r>
                <a:r>
                  <a:rPr kumimoji="0" lang="en-US" altLang="zh-CN" sz="1600" b="1">
                    <a:latin typeface="Symbol" panose="05050102010706020507" pitchFamily="18" charset="2"/>
                    <a:sym typeface="Symbol" panose="05050102010706020507" pitchFamily="18" charset="2"/>
                  </a:rPr>
                  <a:t>e</a:t>
                </a:r>
                <a:endParaRPr kumimoji="0" lang="en-US" altLang="zh-CN" sz="1600" b="1"/>
              </a:p>
              <a:p>
                <a:pPr eaLnBrk="1" hangingPunct="1">
                  <a:lnSpc>
                    <a:spcPct val="60000"/>
                  </a:lnSpc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kumimoji="0" lang="en-US" altLang="zh-CN" sz="1600" b="1"/>
                  <a:t>E’ </a:t>
                </a:r>
                <a:r>
                  <a:rPr kumimoji="0" lang="en-US" altLang="zh-CN" sz="1600" b="1">
                    <a:sym typeface="Symbol" panose="05050102010706020507" pitchFamily="18" charset="2"/>
                  </a:rPr>
                  <a:t> </a:t>
                </a:r>
                <a:r>
                  <a:rPr kumimoji="0" lang="en-US" altLang="zh-CN" sz="1600" b="1">
                    <a:latin typeface="Symbol" panose="05050102010706020507" pitchFamily="18" charset="2"/>
                    <a:sym typeface="Symbol" panose="05050102010706020507" pitchFamily="18" charset="2"/>
                  </a:rPr>
                  <a:t>e</a:t>
                </a:r>
                <a:endParaRPr kumimoji="0" lang="en-US" altLang="zh-CN" sz="1600" b="1">
                  <a:latin typeface="Symbol" panose="05050102010706020507" pitchFamily="18" charset="2"/>
                  <a:sym typeface="Symbol" panose="05050102010706020507" pitchFamily="18" charset="2"/>
                </a:endParaRPr>
              </a:p>
            </p:txBody>
          </p:sp>
          <p:sp>
            <p:nvSpPr>
              <p:cNvPr id="91158" name="Text Box 18"/>
              <p:cNvSpPr txBox="1">
                <a:spLocks noChangeArrowheads="1"/>
              </p:cNvSpPr>
              <p:nvPr/>
            </p:nvSpPr>
            <p:spPr bwMode="auto">
              <a:xfrm>
                <a:off x="1680" y="864"/>
                <a:ext cx="768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5400">
                    <a:solidFill>
                      <a:srgbClr val="000000"/>
                    </a:solidFill>
                    <a:miter lim="800000"/>
                    <a:headEnd type="none" w="sm" len="sm"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3300"/>
                  </a:buClr>
                  <a:buSzPct val="75000"/>
                  <a:buFont typeface="Wingdings" panose="05000000000000000000" pitchFamily="2" charset="2"/>
                  <a:buChar char="m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69000"/>
                  <a:buFont typeface="Wingdings" panose="05000000000000000000" pitchFamily="2" charset="2"/>
                  <a:buChar char="q"/>
                  <a:defRPr kumimoji="1" sz="2800">
                    <a:solidFill>
                      <a:srgbClr val="3333CC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3300"/>
                  </a:buClr>
                  <a:buFont typeface="Wingdings" panose="05000000000000000000" pitchFamily="2" charset="2"/>
                  <a:buChar char="Ø"/>
                  <a:defRPr kumimoji="1" sz="2400">
                    <a:solidFill>
                      <a:srgbClr val="FF33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kumimoji="0" lang="en-US" altLang="zh-CN" sz="1800" b="1"/>
                  <a:t>STACK</a:t>
                </a:r>
                <a:endParaRPr kumimoji="0" lang="en-US" altLang="zh-CN" sz="1800" b="1"/>
              </a:p>
            </p:txBody>
          </p:sp>
          <p:sp>
            <p:nvSpPr>
              <p:cNvPr id="91159" name="Text Box 19"/>
              <p:cNvSpPr txBox="1">
                <a:spLocks noChangeArrowheads="1"/>
              </p:cNvSpPr>
              <p:nvPr/>
            </p:nvSpPr>
            <p:spPr bwMode="auto">
              <a:xfrm>
                <a:off x="2736" y="864"/>
                <a:ext cx="768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5400">
                    <a:solidFill>
                      <a:srgbClr val="000000"/>
                    </a:solidFill>
                    <a:miter lim="800000"/>
                    <a:headEnd type="none" w="sm" len="sm"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3300"/>
                  </a:buClr>
                  <a:buSzPct val="75000"/>
                  <a:buFont typeface="Wingdings" panose="05000000000000000000" pitchFamily="2" charset="2"/>
                  <a:buChar char="m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69000"/>
                  <a:buFont typeface="Wingdings" panose="05000000000000000000" pitchFamily="2" charset="2"/>
                  <a:buChar char="q"/>
                  <a:defRPr kumimoji="1" sz="2800">
                    <a:solidFill>
                      <a:srgbClr val="3333CC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3300"/>
                  </a:buClr>
                  <a:buFont typeface="Wingdings" panose="05000000000000000000" pitchFamily="2" charset="2"/>
                  <a:buChar char="Ø"/>
                  <a:defRPr kumimoji="1" sz="2400">
                    <a:solidFill>
                      <a:srgbClr val="FF33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kumimoji="0" lang="en-US" altLang="zh-CN" sz="1800" b="1"/>
                  <a:t>INPUT</a:t>
                </a:r>
                <a:endParaRPr kumimoji="0" lang="en-US" altLang="zh-CN" sz="1800" b="1"/>
              </a:p>
            </p:txBody>
          </p:sp>
          <p:sp>
            <p:nvSpPr>
              <p:cNvPr id="91160" name="Text Box 20"/>
              <p:cNvSpPr txBox="1">
                <a:spLocks noChangeArrowheads="1"/>
              </p:cNvSpPr>
              <p:nvPr/>
            </p:nvSpPr>
            <p:spPr bwMode="auto">
              <a:xfrm>
                <a:off x="3936" y="864"/>
                <a:ext cx="768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5400">
                    <a:solidFill>
                      <a:srgbClr val="000000"/>
                    </a:solidFill>
                    <a:miter lim="800000"/>
                    <a:headEnd type="none" w="sm" len="sm"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3300"/>
                  </a:buClr>
                  <a:buSzPct val="75000"/>
                  <a:buFont typeface="Wingdings" panose="05000000000000000000" pitchFamily="2" charset="2"/>
                  <a:buChar char="m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69000"/>
                  <a:buFont typeface="Wingdings" panose="05000000000000000000" pitchFamily="2" charset="2"/>
                  <a:buChar char="q"/>
                  <a:defRPr kumimoji="1" sz="2800">
                    <a:solidFill>
                      <a:srgbClr val="3333CC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3300"/>
                  </a:buClr>
                  <a:buFont typeface="Wingdings" panose="05000000000000000000" pitchFamily="2" charset="2"/>
                  <a:buChar char="Ø"/>
                  <a:defRPr kumimoji="1" sz="2400">
                    <a:solidFill>
                      <a:srgbClr val="FF33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kumimoji="0" lang="en-US" altLang="zh-CN" sz="1800" b="1"/>
                  <a:t>OUTPUT</a:t>
                </a:r>
                <a:endParaRPr kumimoji="0" lang="en-US" altLang="zh-CN" sz="1800" b="1"/>
              </a:p>
            </p:txBody>
          </p:sp>
        </p:grpSp>
        <p:sp>
          <p:nvSpPr>
            <p:cNvPr id="91144" name="Line 21"/>
            <p:cNvSpPr>
              <a:spLocks noChangeShapeType="1"/>
            </p:cNvSpPr>
            <p:nvPr/>
          </p:nvSpPr>
          <p:spPr bwMode="auto">
            <a:xfrm flipH="1" flipV="1">
              <a:off x="3648" y="1728"/>
              <a:ext cx="672" cy="240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 type="none" w="sm" len="sm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1145" name="Line 22"/>
            <p:cNvSpPr>
              <a:spLocks noChangeShapeType="1"/>
            </p:cNvSpPr>
            <p:nvPr/>
          </p:nvSpPr>
          <p:spPr bwMode="auto">
            <a:xfrm flipH="1">
              <a:off x="3600" y="2064"/>
              <a:ext cx="720" cy="48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 type="none" w="sm" len="sm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1146" name="Line 23"/>
            <p:cNvSpPr>
              <a:spLocks noChangeShapeType="1"/>
            </p:cNvSpPr>
            <p:nvPr/>
          </p:nvSpPr>
          <p:spPr bwMode="auto">
            <a:xfrm flipH="1">
              <a:off x="3648" y="2160"/>
              <a:ext cx="720" cy="480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 type="none" w="sm" len="sm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1147" name="Line 24"/>
            <p:cNvSpPr>
              <a:spLocks noChangeShapeType="1"/>
            </p:cNvSpPr>
            <p:nvPr/>
          </p:nvSpPr>
          <p:spPr bwMode="auto">
            <a:xfrm>
              <a:off x="3504" y="2256"/>
              <a:ext cx="96" cy="0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1148" name="Line 25"/>
            <p:cNvSpPr>
              <a:spLocks noChangeShapeType="1"/>
            </p:cNvSpPr>
            <p:nvPr/>
          </p:nvSpPr>
          <p:spPr bwMode="auto">
            <a:xfrm>
              <a:off x="3504" y="3072"/>
              <a:ext cx="96" cy="0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4.4.5  FIRST</a:t>
            </a:r>
            <a:r>
              <a:rPr lang="zh-CN" altLang="en-US"/>
              <a:t>和</a:t>
            </a:r>
            <a:r>
              <a:rPr lang="en-US" altLang="zh-CN"/>
              <a:t>FOLLOW</a:t>
            </a:r>
            <a:endParaRPr lang="en-US" altLang="zh-CN"/>
          </a:p>
        </p:txBody>
      </p:sp>
      <p:sp>
        <p:nvSpPr>
          <p:cNvPr id="9216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182688" y="1371600"/>
            <a:ext cx="7772400" cy="5486400"/>
          </a:xfrm>
        </p:spPr>
        <p:txBody>
          <a:bodyPr/>
          <a:lstStyle/>
          <a:p>
            <a:pPr eaLnBrk="1" hangingPunct="1"/>
            <a:r>
              <a:rPr lang="zh-CN" altLang="en-US"/>
              <a:t>如何构造预测分析表？</a:t>
            </a:r>
            <a:endParaRPr lang="zh-CN" altLang="en-US"/>
          </a:p>
          <a:p>
            <a:pPr lvl="1" eaLnBrk="1" hangingPunct="1"/>
            <a:r>
              <a:rPr lang="zh-CN" altLang="en-US"/>
              <a:t>计算</a:t>
            </a:r>
            <a:r>
              <a:rPr lang="en-US" altLang="zh-CN"/>
              <a:t>FIRST</a:t>
            </a:r>
            <a:r>
              <a:rPr lang="zh-CN" altLang="en-US"/>
              <a:t>和</a:t>
            </a:r>
            <a:r>
              <a:rPr lang="en-US" altLang="zh-CN"/>
              <a:t>FOLLOW</a:t>
            </a:r>
            <a:r>
              <a:rPr lang="zh-CN" altLang="en-US"/>
              <a:t>函数</a:t>
            </a:r>
            <a:endParaRPr lang="zh-CN" altLang="en-US"/>
          </a:p>
          <a:p>
            <a:pPr lvl="1" eaLnBrk="1" hangingPunct="1"/>
            <a:r>
              <a:rPr lang="zh-CN" altLang="en-US"/>
              <a:t>应用构造算法</a:t>
            </a:r>
            <a:endParaRPr lang="zh-CN" altLang="en-US"/>
          </a:p>
          <a:p>
            <a:pPr eaLnBrk="1" hangingPunct="1"/>
            <a:r>
              <a:rPr lang="en-US" altLang="zh-CN"/>
              <a:t>FIRST</a:t>
            </a:r>
            <a:r>
              <a:rPr lang="zh-CN" altLang="en-US"/>
              <a:t>？</a:t>
            </a:r>
            <a:endParaRPr lang="zh-CN" altLang="en-US"/>
          </a:p>
          <a:p>
            <a:pPr lvl="1" eaLnBrk="1" hangingPunct="1"/>
            <a:r>
              <a:rPr kumimoji="0" lang="en-US" altLang="zh-CN">
                <a:sym typeface="Symbol" panose="05050102010706020507" pitchFamily="18" charset="2"/>
              </a:rPr>
              <a:t>FIRST(</a:t>
            </a:r>
            <a:r>
              <a:rPr kumimoji="0" lang="en-US" altLang="zh-CN">
                <a:latin typeface="Symbol" panose="05050102010706020507" pitchFamily="18" charset="2"/>
                <a:sym typeface="Symbol" panose="05050102010706020507" pitchFamily="18" charset="2"/>
              </a:rPr>
              <a:t>a</a:t>
            </a:r>
            <a:r>
              <a:rPr kumimoji="0" lang="en-US" altLang="zh-CN">
                <a:sym typeface="Symbol" panose="05050102010706020507" pitchFamily="18" charset="2"/>
              </a:rPr>
              <a:t>)</a:t>
            </a:r>
            <a:r>
              <a:rPr kumimoji="0" lang="zh-CN" altLang="en-US">
                <a:latin typeface="Symbol" panose="05050102010706020507" pitchFamily="18" charset="2"/>
                <a:sym typeface="Symbol" panose="05050102010706020507" pitchFamily="18" charset="2"/>
              </a:rPr>
              <a:t>：</a:t>
            </a:r>
            <a:r>
              <a:rPr kumimoji="0" lang="en-US" altLang="zh-CN">
                <a:latin typeface="Symbol" panose="05050102010706020507" pitchFamily="18" charset="2"/>
                <a:sym typeface="Symbol" panose="05050102010706020507" pitchFamily="18" charset="2"/>
              </a:rPr>
              <a:t>a</a:t>
            </a:r>
            <a:r>
              <a:rPr kumimoji="0" lang="en-US" altLang="zh-CN">
                <a:latin typeface="宋体" panose="02010600030101010101" pitchFamily="2" charset="-122"/>
                <a:sym typeface="Symbol" panose="05050102010706020507" pitchFamily="18" charset="2"/>
              </a:rPr>
              <a:t>∈</a:t>
            </a:r>
            <a:r>
              <a:rPr kumimoji="0" lang="en-US" altLang="zh-CN">
                <a:sym typeface="Symbol" panose="05050102010706020507" pitchFamily="18" charset="2"/>
              </a:rPr>
              <a:t>(T  NT)*</a:t>
            </a:r>
            <a:endParaRPr kumimoji="0" lang="en-US" altLang="zh-CN">
              <a:sym typeface="Symbol" panose="05050102010706020507" pitchFamily="18" charset="2"/>
            </a:endParaRPr>
          </a:p>
          <a:p>
            <a:pPr lvl="2" eaLnBrk="1" hangingPunct="1"/>
            <a:r>
              <a:rPr kumimoji="0" lang="zh-CN" altLang="en-US">
                <a:sym typeface="Symbol" panose="05050102010706020507" pitchFamily="18" charset="2"/>
              </a:rPr>
              <a:t>所有</a:t>
            </a:r>
            <a:r>
              <a:rPr kumimoji="0" lang="en-US" altLang="zh-CN">
                <a:latin typeface="Symbol" panose="05050102010706020507" pitchFamily="18" charset="2"/>
                <a:sym typeface="Symbol" panose="05050102010706020507" pitchFamily="18" charset="2"/>
              </a:rPr>
              <a:t>a</a:t>
            </a:r>
            <a:r>
              <a:rPr kumimoji="0" lang="zh-CN" altLang="en-US">
                <a:latin typeface="Symbol" panose="05050102010706020507" pitchFamily="18" charset="2"/>
                <a:sym typeface="Symbol" panose="05050102010706020507" pitchFamily="18" charset="2"/>
              </a:rPr>
              <a:t>可</a:t>
            </a:r>
            <a:r>
              <a:rPr kumimoji="0" lang="zh-CN" altLang="en-US">
                <a:sym typeface="Symbol" panose="05050102010706020507" pitchFamily="18" charset="2"/>
              </a:rPr>
              <a:t>推导出的符号串的开头终结符的集合</a:t>
            </a:r>
            <a:endParaRPr kumimoji="0" lang="zh-CN" altLang="en-US">
              <a:sym typeface="Symbol" panose="05050102010706020507" pitchFamily="18" charset="2"/>
            </a:endParaRPr>
          </a:p>
          <a:p>
            <a:pPr lvl="2" eaLnBrk="1" hangingPunct="1"/>
            <a:r>
              <a:rPr kumimoji="0" lang="zh-CN" altLang="en-US" b="1">
                <a:sym typeface="Symbol" panose="05050102010706020507" pitchFamily="18" charset="2"/>
              </a:rPr>
              <a:t></a:t>
            </a:r>
            <a:r>
              <a:rPr kumimoji="0" lang="en-US" altLang="zh-CN" b="1">
                <a:latin typeface="Symbol" panose="05050102010706020507" pitchFamily="18" charset="2"/>
                <a:sym typeface="Symbol" panose="05050102010706020507" pitchFamily="18" charset="2"/>
              </a:rPr>
              <a:t>e</a:t>
            </a:r>
            <a:r>
              <a:rPr kumimoji="0" lang="en-US" altLang="zh-CN" b="1">
                <a:latin typeface="Symbol" panose="05050102010706020507" pitchFamily="18" charset="2"/>
                <a:sym typeface="Wingdings" panose="05000000000000000000" pitchFamily="2" charset="2"/>
              </a:rPr>
              <a:t></a:t>
            </a:r>
            <a:r>
              <a:rPr kumimoji="0" lang="en-US" altLang="zh-CN">
                <a:latin typeface="Symbol" panose="05050102010706020507" pitchFamily="18" charset="2"/>
                <a:sym typeface="Symbol" panose="05050102010706020507" pitchFamily="18" charset="2"/>
              </a:rPr>
              <a:t>e</a:t>
            </a:r>
            <a:r>
              <a:rPr kumimoji="0" lang="en-US" altLang="zh-CN">
                <a:latin typeface="宋体" panose="02010600030101010101" pitchFamily="2" charset="-122"/>
                <a:sym typeface="Symbol" panose="05050102010706020507" pitchFamily="18" charset="2"/>
              </a:rPr>
              <a:t>∈</a:t>
            </a:r>
            <a:r>
              <a:rPr kumimoji="0" lang="en-US" altLang="zh-CN">
                <a:sym typeface="Symbol" panose="05050102010706020507" pitchFamily="18" charset="2"/>
              </a:rPr>
              <a:t>FIRST(</a:t>
            </a:r>
            <a:r>
              <a:rPr kumimoji="0" lang="en-US" altLang="zh-CN">
                <a:latin typeface="Symbol" panose="05050102010706020507" pitchFamily="18" charset="2"/>
                <a:sym typeface="Symbol" panose="05050102010706020507" pitchFamily="18" charset="2"/>
              </a:rPr>
              <a:t>a</a:t>
            </a:r>
            <a:r>
              <a:rPr kumimoji="0" lang="en-US" altLang="zh-CN">
                <a:sym typeface="Symbol" panose="05050102010706020507" pitchFamily="18" charset="2"/>
              </a:rPr>
              <a:t>)</a:t>
            </a:r>
            <a:endParaRPr kumimoji="0" lang="en-US" altLang="zh-CN">
              <a:sym typeface="Symbol" panose="05050102010706020507" pitchFamily="18" charset="2"/>
            </a:endParaRPr>
          </a:p>
        </p:txBody>
      </p:sp>
      <p:sp>
        <p:nvSpPr>
          <p:cNvPr id="92164" name="Text Box 4"/>
          <p:cNvSpPr txBox="1">
            <a:spLocks noChangeArrowheads="1"/>
          </p:cNvSpPr>
          <p:nvPr/>
        </p:nvSpPr>
        <p:spPr bwMode="auto">
          <a:xfrm>
            <a:off x="2590800" y="4479925"/>
            <a:ext cx="228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>
                <a:solidFill>
                  <a:srgbClr val="3333CC"/>
                </a:solidFill>
              </a:rPr>
              <a:t>*</a:t>
            </a:r>
            <a:endParaRPr kumimoji="0" lang="en-US" altLang="zh-CN" sz="2000">
              <a:solidFill>
                <a:srgbClr val="3333CC"/>
              </a:solidFill>
            </a:endParaRP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FIRST</a:t>
            </a:r>
            <a:r>
              <a:rPr lang="zh-CN" altLang="en-US"/>
              <a:t>和</a:t>
            </a:r>
            <a:r>
              <a:rPr lang="en-US" altLang="zh-CN"/>
              <a:t>FOLLOW</a:t>
            </a:r>
            <a:endParaRPr lang="en-US" altLang="zh-CN"/>
          </a:p>
        </p:txBody>
      </p:sp>
      <p:sp>
        <p:nvSpPr>
          <p:cNvPr id="9318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182688" y="1371600"/>
            <a:ext cx="7772400" cy="5486400"/>
          </a:xfrm>
        </p:spPr>
        <p:txBody>
          <a:bodyPr/>
          <a:lstStyle/>
          <a:p>
            <a:pPr eaLnBrk="1" hangingPunct="1"/>
            <a:r>
              <a:rPr lang="en-US" altLang="zh-CN"/>
              <a:t>FOLLOW</a:t>
            </a:r>
            <a:r>
              <a:rPr lang="zh-CN" altLang="en-US"/>
              <a:t>？</a:t>
            </a:r>
            <a:endParaRPr lang="zh-CN" altLang="en-US"/>
          </a:p>
          <a:p>
            <a:pPr lvl="1" eaLnBrk="1" hangingPunct="1"/>
            <a:r>
              <a:rPr kumimoji="0" lang="en-US" altLang="zh-CN">
                <a:sym typeface="Symbol" panose="05050102010706020507" pitchFamily="18" charset="2"/>
              </a:rPr>
              <a:t>FOLLOW(A)</a:t>
            </a:r>
            <a:r>
              <a:rPr kumimoji="0" lang="zh-CN" altLang="en-US">
                <a:sym typeface="Symbol" panose="05050102010706020507" pitchFamily="18" charset="2"/>
              </a:rPr>
              <a:t>：</a:t>
            </a:r>
            <a:r>
              <a:rPr kumimoji="0" lang="en-US" altLang="zh-CN">
                <a:sym typeface="Symbol" panose="05050102010706020507" pitchFamily="18" charset="2"/>
              </a:rPr>
              <a:t>A</a:t>
            </a:r>
            <a:r>
              <a:rPr kumimoji="0" lang="en-US" altLang="zh-CN">
                <a:latin typeface="宋体" panose="02010600030101010101" pitchFamily="2" charset="-122"/>
                <a:sym typeface="Symbol" panose="05050102010706020507" pitchFamily="18" charset="2"/>
              </a:rPr>
              <a:t>∈</a:t>
            </a:r>
            <a:r>
              <a:rPr kumimoji="0" lang="en-US" altLang="zh-CN">
                <a:sym typeface="Symbol" panose="05050102010706020507" pitchFamily="18" charset="2"/>
              </a:rPr>
              <a:t>NT</a:t>
            </a:r>
            <a:endParaRPr kumimoji="0" lang="en-US" altLang="zh-CN">
              <a:sym typeface="Symbol" panose="05050102010706020507" pitchFamily="18" charset="2"/>
            </a:endParaRPr>
          </a:p>
          <a:p>
            <a:pPr lvl="2" eaLnBrk="1" hangingPunct="1"/>
            <a:r>
              <a:rPr kumimoji="0" lang="zh-CN" altLang="en-US">
                <a:sym typeface="Symbol" panose="05050102010706020507" pitchFamily="18" charset="2"/>
              </a:rPr>
              <a:t>所有句型中紧接</a:t>
            </a:r>
            <a:r>
              <a:rPr kumimoji="0" lang="en-US" altLang="zh-CN">
                <a:sym typeface="Symbol" panose="05050102010706020507" pitchFamily="18" charset="2"/>
              </a:rPr>
              <a:t>A</a:t>
            </a:r>
            <a:r>
              <a:rPr kumimoji="0" lang="zh-CN" altLang="en-US">
                <a:sym typeface="Symbol" panose="05050102010706020507" pitchFamily="18" charset="2"/>
              </a:rPr>
              <a:t>之后的终结符的集合</a:t>
            </a:r>
            <a:endParaRPr kumimoji="0" lang="zh-CN" altLang="en-US">
              <a:sym typeface="Symbol" panose="05050102010706020507" pitchFamily="18" charset="2"/>
            </a:endParaRPr>
          </a:p>
          <a:p>
            <a:pPr lvl="2" eaLnBrk="1" hangingPunct="1"/>
            <a:r>
              <a:rPr kumimoji="0" lang="en-US" altLang="zh-CN" b="1">
                <a:sym typeface="Symbol" panose="05050102010706020507" pitchFamily="18" charset="2"/>
              </a:rPr>
              <a:t>SAa</a:t>
            </a:r>
            <a:r>
              <a:rPr kumimoji="0" lang="en-US" altLang="zh-CN" b="1">
                <a:sym typeface="Wingdings" panose="05000000000000000000" pitchFamily="2" charset="2"/>
              </a:rPr>
              <a:t></a:t>
            </a:r>
            <a:r>
              <a:rPr kumimoji="0" lang="en-US" altLang="zh-CN">
                <a:sym typeface="Symbol" panose="05050102010706020507" pitchFamily="18" charset="2"/>
              </a:rPr>
              <a:t>a</a:t>
            </a:r>
            <a:r>
              <a:rPr kumimoji="0" lang="en-US" altLang="zh-CN">
                <a:latin typeface="宋体" panose="02010600030101010101" pitchFamily="2" charset="-122"/>
                <a:sym typeface="Symbol" panose="05050102010706020507" pitchFamily="18" charset="2"/>
              </a:rPr>
              <a:t>∈</a:t>
            </a:r>
            <a:r>
              <a:rPr kumimoji="0" lang="en-US" altLang="zh-CN">
                <a:sym typeface="Symbol" panose="05050102010706020507" pitchFamily="18" charset="2"/>
              </a:rPr>
              <a:t>FOLLOW(A)</a:t>
            </a:r>
            <a:endParaRPr kumimoji="0" lang="en-US" altLang="zh-CN">
              <a:sym typeface="Symbol" panose="05050102010706020507" pitchFamily="18" charset="2"/>
            </a:endParaRPr>
          </a:p>
          <a:p>
            <a:pPr lvl="2" eaLnBrk="1" hangingPunct="1"/>
            <a:r>
              <a:rPr kumimoji="0" lang="en-US" altLang="zh-CN" b="1">
                <a:sym typeface="Symbol" panose="05050102010706020507" pitchFamily="18" charset="2"/>
              </a:rPr>
              <a:t>SA</a:t>
            </a:r>
            <a:r>
              <a:rPr kumimoji="0" lang="en-US" altLang="zh-CN">
                <a:sym typeface="Wingdings" panose="05000000000000000000" pitchFamily="2" charset="2"/>
              </a:rPr>
              <a:t></a:t>
            </a:r>
            <a:r>
              <a:rPr kumimoji="0" lang="en-US" altLang="zh-CN">
                <a:sym typeface="Symbol" panose="05050102010706020507" pitchFamily="18" charset="2"/>
              </a:rPr>
              <a:t>$</a:t>
            </a:r>
            <a:r>
              <a:rPr kumimoji="0" lang="en-US" altLang="zh-CN">
                <a:latin typeface="宋体" panose="02010600030101010101" pitchFamily="2" charset="-122"/>
                <a:sym typeface="Symbol" panose="05050102010706020507" pitchFamily="18" charset="2"/>
              </a:rPr>
              <a:t>∈</a:t>
            </a:r>
            <a:r>
              <a:rPr kumimoji="0" lang="en-US" altLang="zh-CN">
                <a:sym typeface="Symbol" panose="05050102010706020507" pitchFamily="18" charset="2"/>
              </a:rPr>
              <a:t>FOLLOW(A)</a:t>
            </a:r>
            <a:endParaRPr kumimoji="0" lang="en-US" altLang="zh-CN">
              <a:sym typeface="Symbol" panose="05050102010706020507" pitchFamily="18" charset="2"/>
            </a:endParaRPr>
          </a:p>
        </p:txBody>
      </p:sp>
      <p:sp>
        <p:nvSpPr>
          <p:cNvPr id="93188" name="Text Box 5"/>
          <p:cNvSpPr txBox="1">
            <a:spLocks noChangeArrowheads="1"/>
          </p:cNvSpPr>
          <p:nvPr/>
        </p:nvSpPr>
        <p:spPr bwMode="auto">
          <a:xfrm>
            <a:off x="2533650" y="2895600"/>
            <a:ext cx="228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>
                <a:solidFill>
                  <a:srgbClr val="3333CC"/>
                </a:solidFill>
              </a:rPr>
              <a:t>*</a:t>
            </a:r>
            <a:endParaRPr kumimoji="0" lang="en-US" altLang="zh-CN" sz="2000">
              <a:solidFill>
                <a:srgbClr val="3333CC"/>
              </a:solidFill>
            </a:endParaRPr>
          </a:p>
        </p:txBody>
      </p:sp>
      <p:sp>
        <p:nvSpPr>
          <p:cNvPr id="93189" name="Text Box 6"/>
          <p:cNvSpPr txBox="1">
            <a:spLocks noChangeArrowheads="1"/>
          </p:cNvSpPr>
          <p:nvPr/>
        </p:nvSpPr>
        <p:spPr bwMode="auto">
          <a:xfrm>
            <a:off x="2528888" y="3322638"/>
            <a:ext cx="228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>
                <a:solidFill>
                  <a:srgbClr val="3333CC"/>
                </a:solidFill>
              </a:rPr>
              <a:t>*</a:t>
            </a:r>
            <a:endParaRPr kumimoji="0" lang="en-US" altLang="zh-CN" sz="2000">
              <a:solidFill>
                <a:srgbClr val="3333CC"/>
              </a:solidFill>
            </a:endParaRP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计算单个符号的</a:t>
            </a:r>
            <a:r>
              <a:rPr lang="en-US" altLang="zh-CN"/>
              <a:t>FIRST</a:t>
            </a:r>
            <a:r>
              <a:rPr lang="zh-CN" altLang="en-US"/>
              <a:t>函数</a:t>
            </a:r>
            <a:endParaRPr lang="zh-CN" altLang="en-US"/>
          </a:p>
        </p:txBody>
      </p:sp>
      <p:sp>
        <p:nvSpPr>
          <p:cNvPr id="9421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182688" y="1371600"/>
            <a:ext cx="7772400" cy="5486400"/>
          </a:xfrm>
        </p:spPr>
        <p:txBody>
          <a:bodyPr/>
          <a:lstStyle/>
          <a:p>
            <a:pPr marL="609600" indent="-609600" eaLnBrk="1" hangingPunct="1">
              <a:buFont typeface="Wingdings" panose="05000000000000000000" pitchFamily="2" charset="2"/>
              <a:buAutoNum type="arabicPeriod"/>
            </a:pPr>
            <a:r>
              <a:rPr lang="zh-CN" altLang="en-US" sz="2800"/>
              <a:t>若</a:t>
            </a:r>
            <a:r>
              <a:rPr lang="en-US" altLang="zh-CN" sz="2800"/>
              <a:t>X</a:t>
            </a:r>
            <a:r>
              <a:rPr lang="zh-CN" altLang="en-US" sz="2800"/>
              <a:t>是终结符，则</a:t>
            </a:r>
            <a:r>
              <a:rPr lang="en-US" altLang="zh-CN" sz="2800"/>
              <a:t>FIRST(X)={X}</a:t>
            </a:r>
            <a:endParaRPr lang="en-US" altLang="zh-CN" sz="2800"/>
          </a:p>
          <a:p>
            <a:pPr marL="609600" indent="-609600" eaLnBrk="1" hangingPunct="1">
              <a:buFont typeface="Wingdings" panose="05000000000000000000" pitchFamily="2" charset="2"/>
              <a:buAutoNum type="arabicPeriod"/>
            </a:pPr>
            <a:r>
              <a:rPr kumimoji="0" lang="zh-CN" altLang="en-US" sz="2800"/>
              <a:t>若</a:t>
            </a:r>
            <a:r>
              <a:rPr kumimoji="0" lang="en-US" altLang="zh-CN" sz="2800"/>
              <a:t>X</a:t>
            </a:r>
            <a:r>
              <a:rPr kumimoji="0" lang="en-US" altLang="zh-CN" sz="2800">
                <a:sym typeface="Symbol" panose="05050102010706020507" pitchFamily="18" charset="2"/>
              </a:rPr>
              <a:t></a:t>
            </a:r>
            <a:r>
              <a:rPr kumimoji="0" lang="en-US" altLang="zh-CN" sz="2800">
                <a:latin typeface="Symbol" panose="05050102010706020507" pitchFamily="18" charset="2"/>
                <a:sym typeface="Symbol" panose="05050102010706020507" pitchFamily="18" charset="2"/>
              </a:rPr>
              <a:t>e</a:t>
            </a:r>
            <a:r>
              <a:rPr kumimoji="0" lang="zh-CN" altLang="en-US" sz="2800">
                <a:sym typeface="Symbol" panose="05050102010706020507" pitchFamily="18" charset="2"/>
              </a:rPr>
              <a:t>，则将</a:t>
            </a:r>
            <a:r>
              <a:rPr kumimoji="0" lang="en-US" altLang="zh-CN" sz="2800">
                <a:latin typeface="Symbol" panose="05050102010706020507" pitchFamily="18" charset="2"/>
                <a:sym typeface="Symbol" panose="05050102010706020507" pitchFamily="18" charset="2"/>
              </a:rPr>
              <a:t>e</a:t>
            </a:r>
            <a:r>
              <a:rPr kumimoji="0" lang="zh-CN" altLang="en-US" sz="2800">
                <a:sym typeface="Symbol" panose="05050102010706020507" pitchFamily="18" charset="2"/>
              </a:rPr>
              <a:t>加入</a:t>
            </a:r>
            <a:r>
              <a:rPr kumimoji="0" lang="en-US" altLang="zh-CN" sz="2800">
                <a:sym typeface="Symbol" panose="05050102010706020507" pitchFamily="18" charset="2"/>
              </a:rPr>
              <a:t>FIRST(X)</a:t>
            </a:r>
            <a:endParaRPr kumimoji="0" lang="en-US" altLang="zh-CN" sz="2800">
              <a:sym typeface="Symbol" panose="05050102010706020507" pitchFamily="18" charset="2"/>
            </a:endParaRPr>
          </a:p>
          <a:p>
            <a:pPr marL="609600" indent="-609600" eaLnBrk="1" hangingPunct="1">
              <a:buFont typeface="Wingdings" panose="05000000000000000000" pitchFamily="2" charset="2"/>
              <a:buAutoNum type="arabicPeriod"/>
            </a:pPr>
            <a:r>
              <a:rPr kumimoji="0" lang="zh-CN" altLang="en-US" sz="2800"/>
              <a:t>若</a:t>
            </a:r>
            <a:r>
              <a:rPr kumimoji="0" lang="en-US" altLang="zh-CN" sz="2800"/>
              <a:t>X</a:t>
            </a:r>
            <a:r>
              <a:rPr kumimoji="0" lang="en-US" altLang="zh-CN" sz="2800">
                <a:sym typeface="Symbol" panose="05050102010706020507" pitchFamily="18" charset="2"/>
              </a:rPr>
              <a:t>Y</a:t>
            </a:r>
            <a:r>
              <a:rPr kumimoji="0" lang="en-US" altLang="zh-CN" sz="2800" baseline="-25000">
                <a:sym typeface="Symbol" panose="05050102010706020507" pitchFamily="18" charset="2"/>
              </a:rPr>
              <a:t>1</a:t>
            </a:r>
            <a:r>
              <a:rPr kumimoji="0" lang="en-US" altLang="zh-CN" sz="2800">
                <a:sym typeface="Symbol" panose="05050102010706020507" pitchFamily="18" charset="2"/>
              </a:rPr>
              <a:t>Y</a:t>
            </a:r>
            <a:r>
              <a:rPr kumimoji="0" lang="en-US" altLang="zh-CN" sz="2800" baseline="-25000">
                <a:sym typeface="Symbol" panose="05050102010706020507" pitchFamily="18" charset="2"/>
              </a:rPr>
              <a:t>2</a:t>
            </a:r>
            <a:r>
              <a:rPr kumimoji="0" lang="en-US" altLang="zh-CN" sz="2800">
                <a:sym typeface="Symbol" panose="05050102010706020507" pitchFamily="18" charset="2"/>
              </a:rPr>
              <a:t>…Y</a:t>
            </a:r>
            <a:r>
              <a:rPr kumimoji="0" lang="en-US" altLang="zh-CN" sz="2800" baseline="-25000">
                <a:sym typeface="Symbol" panose="05050102010706020507" pitchFamily="18" charset="2"/>
              </a:rPr>
              <a:t>k</a:t>
            </a:r>
            <a:r>
              <a:rPr kumimoji="0" lang="zh-CN" altLang="en-US" sz="2800">
                <a:sym typeface="Symbol" panose="05050102010706020507" pitchFamily="18" charset="2"/>
              </a:rPr>
              <a:t>，则</a:t>
            </a:r>
            <a:br>
              <a:rPr kumimoji="0" lang="zh-CN" altLang="en-US" sz="2800">
                <a:sym typeface="Symbol" panose="05050102010706020507" pitchFamily="18" charset="2"/>
              </a:rPr>
            </a:br>
            <a:r>
              <a:rPr kumimoji="0" lang="zh-CN" altLang="en-US" sz="2000">
                <a:solidFill>
                  <a:srgbClr val="3333CC"/>
                </a:solidFill>
                <a:sym typeface="Symbol" panose="05050102010706020507" pitchFamily="18" charset="2"/>
              </a:rPr>
              <a:t>			</a:t>
            </a:r>
            <a:r>
              <a:rPr kumimoji="0" lang="en-US" altLang="zh-CN" sz="2000">
                <a:solidFill>
                  <a:srgbClr val="3333CC"/>
                </a:solidFill>
                <a:sym typeface="Symbol" panose="05050102010706020507" pitchFamily="18" charset="2"/>
              </a:rPr>
              <a:t>FIRST(Y</a:t>
            </a:r>
            <a:r>
              <a:rPr kumimoji="0" lang="en-US" altLang="zh-CN" sz="2000" baseline="-25000">
                <a:solidFill>
                  <a:srgbClr val="3333CC"/>
                </a:solidFill>
                <a:sym typeface="Symbol" panose="05050102010706020507" pitchFamily="18" charset="2"/>
              </a:rPr>
              <a:t>1</a:t>
            </a:r>
            <a:r>
              <a:rPr kumimoji="0" lang="en-US" altLang="zh-CN" sz="2000">
                <a:solidFill>
                  <a:srgbClr val="3333CC"/>
                </a:solidFill>
                <a:sym typeface="Symbol" panose="05050102010706020507" pitchFamily="18" charset="2"/>
              </a:rPr>
              <a:t>)</a:t>
            </a:r>
            <a:r>
              <a:rPr kumimoji="0" lang="zh-CN" altLang="en-US" sz="2000">
                <a:solidFill>
                  <a:srgbClr val="3333CC"/>
                </a:solidFill>
                <a:sym typeface="Symbol" panose="05050102010706020507" pitchFamily="18" charset="2"/>
              </a:rPr>
              <a:t>加入</a:t>
            </a:r>
            <a:r>
              <a:rPr kumimoji="0" lang="en-US" altLang="zh-CN" sz="2000">
                <a:solidFill>
                  <a:srgbClr val="3333CC"/>
                </a:solidFill>
                <a:sym typeface="Symbol" panose="05050102010706020507" pitchFamily="18" charset="2"/>
              </a:rPr>
              <a:t>FIRST(X)</a:t>
            </a:r>
            <a:br>
              <a:rPr kumimoji="0" lang="en-US" altLang="zh-CN" sz="2000">
                <a:solidFill>
                  <a:srgbClr val="3333CC"/>
                </a:solidFill>
                <a:sym typeface="Symbol" panose="05050102010706020507" pitchFamily="18" charset="2"/>
              </a:rPr>
            </a:br>
            <a:r>
              <a:rPr kumimoji="0" lang="zh-CN" altLang="en-US" sz="2000">
                <a:solidFill>
                  <a:srgbClr val="3333CC"/>
                </a:solidFill>
                <a:sym typeface="Symbol" panose="05050102010706020507" pitchFamily="18" charset="2"/>
              </a:rPr>
              <a:t>若</a:t>
            </a:r>
            <a:r>
              <a:rPr kumimoji="0" lang="en-US" altLang="zh-CN" sz="2000">
                <a:solidFill>
                  <a:srgbClr val="3333CC"/>
                </a:solidFill>
                <a:sym typeface="Symbol" panose="05050102010706020507" pitchFamily="18" charset="2"/>
              </a:rPr>
              <a:t>Y</a:t>
            </a:r>
            <a:r>
              <a:rPr kumimoji="0" lang="en-US" altLang="zh-CN" sz="2000" baseline="-25000">
                <a:solidFill>
                  <a:srgbClr val="3333CC"/>
                </a:solidFill>
                <a:sym typeface="Symbol" panose="05050102010706020507" pitchFamily="18" charset="2"/>
              </a:rPr>
              <a:t>1</a:t>
            </a:r>
            <a:r>
              <a:rPr kumimoji="0" lang="en-US" altLang="zh-CN" sz="2000">
                <a:solidFill>
                  <a:srgbClr val="3333CC"/>
                </a:solidFill>
                <a:sym typeface="Symbol" panose="05050102010706020507" pitchFamily="18" charset="2"/>
              </a:rPr>
              <a:t></a:t>
            </a:r>
            <a:r>
              <a:rPr kumimoji="0" lang="en-US" altLang="zh-CN" sz="2000">
                <a:solidFill>
                  <a:schemeClr val="accent2"/>
                </a:solidFill>
                <a:latin typeface="Symbol" panose="05050102010706020507" pitchFamily="18" charset="2"/>
                <a:sym typeface="Symbol" panose="05050102010706020507" pitchFamily="18" charset="2"/>
              </a:rPr>
              <a:t>e</a:t>
            </a:r>
            <a:r>
              <a:rPr kumimoji="0" lang="en-US" altLang="zh-CN" sz="2000">
                <a:solidFill>
                  <a:srgbClr val="3333CC"/>
                </a:solidFill>
                <a:sym typeface="Symbol" panose="05050102010706020507" pitchFamily="18" charset="2"/>
              </a:rPr>
              <a:t> 		FIRST(Y</a:t>
            </a:r>
            <a:r>
              <a:rPr kumimoji="0" lang="en-US" altLang="zh-CN" sz="2000" baseline="-25000">
                <a:solidFill>
                  <a:srgbClr val="3333CC"/>
                </a:solidFill>
                <a:sym typeface="Symbol" panose="05050102010706020507" pitchFamily="18" charset="2"/>
              </a:rPr>
              <a:t>2</a:t>
            </a:r>
            <a:r>
              <a:rPr kumimoji="0" lang="en-US" altLang="zh-CN" sz="2000">
                <a:solidFill>
                  <a:srgbClr val="3333CC"/>
                </a:solidFill>
                <a:sym typeface="Symbol" panose="05050102010706020507" pitchFamily="18" charset="2"/>
              </a:rPr>
              <a:t>)</a:t>
            </a:r>
            <a:r>
              <a:rPr kumimoji="0" lang="zh-CN" altLang="en-US" sz="2000">
                <a:solidFill>
                  <a:srgbClr val="3333CC"/>
                </a:solidFill>
                <a:sym typeface="Symbol" panose="05050102010706020507" pitchFamily="18" charset="2"/>
              </a:rPr>
              <a:t>加入</a:t>
            </a:r>
            <a:r>
              <a:rPr kumimoji="0" lang="en-US" altLang="zh-CN" sz="2000">
                <a:solidFill>
                  <a:srgbClr val="3333CC"/>
                </a:solidFill>
                <a:sym typeface="Symbol" panose="05050102010706020507" pitchFamily="18" charset="2"/>
              </a:rPr>
              <a:t>FIRST(X)</a:t>
            </a:r>
            <a:br>
              <a:rPr kumimoji="0" lang="en-US" altLang="zh-CN" sz="2000">
                <a:solidFill>
                  <a:srgbClr val="3333CC"/>
                </a:solidFill>
                <a:sym typeface="Symbol" panose="05050102010706020507" pitchFamily="18" charset="2"/>
              </a:rPr>
            </a:br>
            <a:r>
              <a:rPr kumimoji="0" lang="zh-CN" altLang="en-US" sz="2000">
                <a:solidFill>
                  <a:srgbClr val="3333CC"/>
                </a:solidFill>
                <a:sym typeface="Symbol" panose="05050102010706020507" pitchFamily="18" charset="2"/>
              </a:rPr>
              <a:t>若</a:t>
            </a:r>
            <a:r>
              <a:rPr kumimoji="0" lang="en-US" altLang="zh-CN" sz="2000">
                <a:solidFill>
                  <a:srgbClr val="3333CC"/>
                </a:solidFill>
                <a:sym typeface="Symbol" panose="05050102010706020507" pitchFamily="18" charset="2"/>
              </a:rPr>
              <a:t>Y</a:t>
            </a:r>
            <a:r>
              <a:rPr kumimoji="0" lang="en-US" altLang="zh-CN" sz="2000" baseline="-25000">
                <a:solidFill>
                  <a:srgbClr val="3333CC"/>
                </a:solidFill>
                <a:sym typeface="Symbol" panose="05050102010706020507" pitchFamily="18" charset="2"/>
              </a:rPr>
              <a:t>2</a:t>
            </a:r>
            <a:r>
              <a:rPr kumimoji="0" lang="en-US" altLang="zh-CN" sz="2000">
                <a:solidFill>
                  <a:srgbClr val="3333CC"/>
                </a:solidFill>
                <a:sym typeface="Symbol" panose="05050102010706020507" pitchFamily="18" charset="2"/>
              </a:rPr>
              <a:t> </a:t>
            </a:r>
            <a:r>
              <a:rPr kumimoji="0" lang="en-US" altLang="zh-CN" sz="2000">
                <a:solidFill>
                  <a:schemeClr val="accent2"/>
                </a:solidFill>
                <a:latin typeface="Symbol" panose="05050102010706020507" pitchFamily="18" charset="2"/>
                <a:sym typeface="Symbol" panose="05050102010706020507" pitchFamily="18" charset="2"/>
              </a:rPr>
              <a:t>e</a:t>
            </a:r>
            <a:r>
              <a:rPr kumimoji="0" lang="en-US" altLang="zh-CN" sz="2000">
                <a:solidFill>
                  <a:srgbClr val="3333CC"/>
                </a:solidFill>
                <a:sym typeface="Symbol" panose="05050102010706020507" pitchFamily="18" charset="2"/>
              </a:rPr>
              <a:t> 		FIRST(Y</a:t>
            </a:r>
            <a:r>
              <a:rPr kumimoji="0" lang="en-US" altLang="zh-CN" sz="2000" baseline="-25000">
                <a:solidFill>
                  <a:srgbClr val="3333CC"/>
                </a:solidFill>
                <a:sym typeface="Symbol" panose="05050102010706020507" pitchFamily="18" charset="2"/>
              </a:rPr>
              <a:t>3</a:t>
            </a:r>
            <a:r>
              <a:rPr kumimoji="0" lang="en-US" altLang="zh-CN" sz="2000">
                <a:solidFill>
                  <a:srgbClr val="3333CC"/>
                </a:solidFill>
                <a:sym typeface="Symbol" panose="05050102010706020507" pitchFamily="18" charset="2"/>
              </a:rPr>
              <a:t>)</a:t>
            </a:r>
            <a:r>
              <a:rPr kumimoji="0" lang="zh-CN" altLang="en-US" sz="2000">
                <a:solidFill>
                  <a:srgbClr val="3333CC"/>
                </a:solidFill>
                <a:sym typeface="Symbol" panose="05050102010706020507" pitchFamily="18" charset="2"/>
              </a:rPr>
              <a:t>加入</a:t>
            </a:r>
            <a:r>
              <a:rPr kumimoji="0" lang="en-US" altLang="zh-CN" sz="2000">
                <a:solidFill>
                  <a:srgbClr val="3333CC"/>
                </a:solidFill>
                <a:sym typeface="Symbol" panose="05050102010706020507" pitchFamily="18" charset="2"/>
              </a:rPr>
              <a:t>FIRST(X)</a:t>
            </a:r>
            <a:br>
              <a:rPr kumimoji="0" lang="en-US" altLang="zh-CN" sz="2000">
                <a:solidFill>
                  <a:srgbClr val="3333CC"/>
                </a:solidFill>
                <a:sym typeface="Symbol" panose="05050102010706020507" pitchFamily="18" charset="2"/>
              </a:rPr>
            </a:br>
            <a:r>
              <a:rPr kumimoji="0" lang="en-US" altLang="zh-CN" sz="2000">
                <a:solidFill>
                  <a:srgbClr val="3333CC"/>
                </a:solidFill>
                <a:sym typeface="Symbol" panose="05050102010706020507" pitchFamily="18" charset="2"/>
              </a:rPr>
              <a:t>…</a:t>
            </a:r>
            <a:br>
              <a:rPr kumimoji="0" lang="en-US" altLang="zh-CN" sz="2000">
                <a:solidFill>
                  <a:srgbClr val="3333CC"/>
                </a:solidFill>
                <a:sym typeface="Symbol" panose="05050102010706020507" pitchFamily="18" charset="2"/>
              </a:rPr>
            </a:br>
            <a:r>
              <a:rPr kumimoji="0" lang="zh-CN" altLang="en-US" sz="2000">
                <a:solidFill>
                  <a:srgbClr val="3333CC"/>
                </a:solidFill>
                <a:sym typeface="Symbol" panose="05050102010706020507" pitchFamily="18" charset="2"/>
              </a:rPr>
              <a:t>若</a:t>
            </a:r>
            <a:r>
              <a:rPr kumimoji="0" lang="en-US" altLang="zh-CN" sz="2000">
                <a:solidFill>
                  <a:srgbClr val="3333CC"/>
                </a:solidFill>
                <a:sym typeface="Symbol" panose="05050102010706020507" pitchFamily="18" charset="2"/>
              </a:rPr>
              <a:t>Y</a:t>
            </a:r>
            <a:r>
              <a:rPr kumimoji="0" lang="en-US" altLang="zh-CN" sz="2000" baseline="-25000">
                <a:solidFill>
                  <a:srgbClr val="3333CC"/>
                </a:solidFill>
                <a:sym typeface="Symbol" panose="05050102010706020507" pitchFamily="18" charset="2"/>
              </a:rPr>
              <a:t>k-1</a:t>
            </a:r>
            <a:r>
              <a:rPr kumimoji="0" lang="en-US" altLang="zh-CN" sz="2000">
                <a:solidFill>
                  <a:srgbClr val="3333CC"/>
                </a:solidFill>
                <a:sym typeface="Symbol" panose="05050102010706020507" pitchFamily="18" charset="2"/>
              </a:rPr>
              <a:t> </a:t>
            </a:r>
            <a:r>
              <a:rPr kumimoji="0" lang="en-US" altLang="zh-CN" sz="2000">
                <a:solidFill>
                  <a:schemeClr val="accent2"/>
                </a:solidFill>
                <a:latin typeface="Symbol" panose="05050102010706020507" pitchFamily="18" charset="2"/>
                <a:sym typeface="Symbol" panose="05050102010706020507" pitchFamily="18" charset="2"/>
              </a:rPr>
              <a:t>e</a:t>
            </a:r>
            <a:r>
              <a:rPr kumimoji="0" lang="en-US" altLang="zh-CN" sz="2000">
                <a:solidFill>
                  <a:srgbClr val="3333CC"/>
                </a:solidFill>
                <a:sym typeface="Symbol" panose="05050102010706020507" pitchFamily="18" charset="2"/>
              </a:rPr>
              <a:t> 	FIRST(Y</a:t>
            </a:r>
            <a:r>
              <a:rPr kumimoji="0" lang="en-US" altLang="zh-CN" sz="2000" baseline="-25000">
                <a:solidFill>
                  <a:srgbClr val="3333CC"/>
                </a:solidFill>
                <a:sym typeface="Symbol" panose="05050102010706020507" pitchFamily="18" charset="2"/>
              </a:rPr>
              <a:t>k</a:t>
            </a:r>
            <a:r>
              <a:rPr kumimoji="0" lang="en-US" altLang="zh-CN" sz="2000">
                <a:solidFill>
                  <a:srgbClr val="3333CC"/>
                </a:solidFill>
                <a:sym typeface="Symbol" panose="05050102010706020507" pitchFamily="18" charset="2"/>
              </a:rPr>
              <a:t>)</a:t>
            </a:r>
            <a:r>
              <a:rPr kumimoji="0" lang="zh-CN" altLang="en-US" sz="2000">
                <a:solidFill>
                  <a:srgbClr val="3333CC"/>
                </a:solidFill>
                <a:sym typeface="Symbol" panose="05050102010706020507" pitchFamily="18" charset="2"/>
              </a:rPr>
              <a:t>加入</a:t>
            </a:r>
            <a:r>
              <a:rPr kumimoji="0" lang="en-US" altLang="zh-CN" sz="2000">
                <a:solidFill>
                  <a:srgbClr val="3333CC"/>
                </a:solidFill>
                <a:sym typeface="Symbol" panose="05050102010706020507" pitchFamily="18" charset="2"/>
              </a:rPr>
              <a:t>FIRST(X)</a:t>
            </a:r>
            <a:br>
              <a:rPr kumimoji="0" lang="en-US" altLang="zh-CN" sz="2000">
                <a:solidFill>
                  <a:srgbClr val="3333CC"/>
                </a:solidFill>
                <a:sym typeface="Symbol" panose="05050102010706020507" pitchFamily="18" charset="2"/>
              </a:rPr>
            </a:br>
            <a:r>
              <a:rPr kumimoji="0" lang="zh-CN" altLang="en-US" sz="2000">
                <a:solidFill>
                  <a:srgbClr val="3333CC"/>
                </a:solidFill>
                <a:sym typeface="Symbol" panose="05050102010706020507" pitchFamily="18" charset="2"/>
              </a:rPr>
              <a:t>若</a:t>
            </a:r>
            <a:r>
              <a:rPr kumimoji="0" lang="en-US" altLang="zh-CN" sz="2000">
                <a:solidFill>
                  <a:srgbClr val="3333CC"/>
                </a:solidFill>
                <a:sym typeface="Symbol" panose="05050102010706020507" pitchFamily="18" charset="2"/>
              </a:rPr>
              <a:t>Y</a:t>
            </a:r>
            <a:r>
              <a:rPr kumimoji="0" lang="en-US" altLang="zh-CN" sz="2000" baseline="-25000">
                <a:solidFill>
                  <a:srgbClr val="3333CC"/>
                </a:solidFill>
                <a:sym typeface="Symbol" panose="05050102010706020507" pitchFamily="18" charset="2"/>
              </a:rPr>
              <a:t>k</a:t>
            </a:r>
            <a:r>
              <a:rPr kumimoji="0" lang="en-US" altLang="zh-CN" sz="2000">
                <a:solidFill>
                  <a:srgbClr val="3333CC"/>
                </a:solidFill>
                <a:sym typeface="Symbol" panose="05050102010706020507" pitchFamily="18" charset="2"/>
              </a:rPr>
              <a:t> </a:t>
            </a:r>
            <a:r>
              <a:rPr kumimoji="0" lang="en-US" altLang="zh-CN" sz="2000">
                <a:solidFill>
                  <a:schemeClr val="accent2"/>
                </a:solidFill>
                <a:latin typeface="Symbol" panose="05050102010706020507" pitchFamily="18" charset="2"/>
                <a:sym typeface="Symbol" panose="05050102010706020507" pitchFamily="18" charset="2"/>
              </a:rPr>
              <a:t>e</a:t>
            </a:r>
            <a:r>
              <a:rPr kumimoji="0" lang="en-US" altLang="zh-CN" sz="2000">
                <a:solidFill>
                  <a:srgbClr val="3333CC"/>
                </a:solidFill>
                <a:sym typeface="Symbol" panose="05050102010706020507" pitchFamily="18" charset="2"/>
              </a:rPr>
              <a:t> 		 </a:t>
            </a:r>
            <a:r>
              <a:rPr kumimoji="0" lang="en-US" altLang="zh-CN" sz="2000">
                <a:solidFill>
                  <a:schemeClr val="accent2"/>
                </a:solidFill>
                <a:latin typeface="Symbol" panose="05050102010706020507" pitchFamily="18" charset="2"/>
                <a:sym typeface="Symbol" panose="05050102010706020507" pitchFamily="18" charset="2"/>
              </a:rPr>
              <a:t>e</a:t>
            </a:r>
            <a:r>
              <a:rPr kumimoji="0" lang="zh-CN" altLang="en-US" sz="2000">
                <a:solidFill>
                  <a:srgbClr val="3333CC"/>
                </a:solidFill>
                <a:sym typeface="Symbol" panose="05050102010706020507" pitchFamily="18" charset="2"/>
              </a:rPr>
              <a:t>加入</a:t>
            </a:r>
            <a:r>
              <a:rPr kumimoji="0" lang="en-US" altLang="zh-CN" sz="2000">
                <a:solidFill>
                  <a:srgbClr val="3333CC"/>
                </a:solidFill>
                <a:sym typeface="Symbol" panose="05050102010706020507" pitchFamily="18" charset="2"/>
              </a:rPr>
              <a:t>FIRST(X) </a:t>
            </a:r>
            <a:br>
              <a:rPr kumimoji="0" lang="en-US" altLang="zh-CN" sz="2000">
                <a:solidFill>
                  <a:srgbClr val="3333CC"/>
                </a:solidFill>
                <a:sym typeface="Symbol" panose="05050102010706020507" pitchFamily="18" charset="2"/>
              </a:rPr>
            </a:br>
            <a:r>
              <a:rPr kumimoji="0" lang="en-US" altLang="zh-CN" sz="2000">
                <a:solidFill>
                  <a:srgbClr val="3333CC"/>
                </a:solidFill>
                <a:sym typeface="Symbol" panose="05050102010706020507" pitchFamily="18" charset="2"/>
              </a:rPr>
              <a:t>NOTE: </a:t>
            </a:r>
            <a:r>
              <a:rPr kumimoji="0" lang="zh-CN" altLang="en-US" sz="2000">
                <a:solidFill>
                  <a:srgbClr val="3333CC"/>
                </a:solidFill>
                <a:sym typeface="Symbol" panose="05050102010706020507" pitchFamily="18" charset="2"/>
              </a:rPr>
              <a:t>一旦</a:t>
            </a:r>
            <a:r>
              <a:rPr kumimoji="0" lang="en-US" altLang="zh-CN" sz="2000">
                <a:solidFill>
                  <a:srgbClr val="3333CC"/>
                </a:solidFill>
                <a:sym typeface="Symbol" panose="05050102010706020507" pitchFamily="18" charset="2"/>
              </a:rPr>
              <a:t>Y</a:t>
            </a:r>
            <a:r>
              <a:rPr kumimoji="0" lang="en-US" altLang="zh-CN" sz="2000" baseline="-25000">
                <a:solidFill>
                  <a:srgbClr val="3333CC"/>
                </a:solidFill>
                <a:sym typeface="Symbol" panose="05050102010706020507" pitchFamily="18" charset="2"/>
              </a:rPr>
              <a:t>i </a:t>
            </a:r>
            <a:r>
              <a:rPr kumimoji="0" lang="en-US" altLang="zh-CN" sz="2000">
                <a:solidFill>
                  <a:srgbClr val="3333CC"/>
                </a:solidFill>
                <a:sym typeface="Symbol" panose="05050102010706020507" pitchFamily="18" charset="2"/>
              </a:rPr>
              <a:t> </a:t>
            </a:r>
            <a:r>
              <a:rPr kumimoji="0" lang="en-US" altLang="zh-CN" sz="2000">
                <a:solidFill>
                  <a:schemeClr val="accent2"/>
                </a:solidFill>
                <a:latin typeface="Symbol" panose="05050102010706020507" pitchFamily="18" charset="2"/>
                <a:sym typeface="Symbol" panose="05050102010706020507" pitchFamily="18" charset="2"/>
              </a:rPr>
              <a:t>e</a:t>
            </a:r>
            <a:r>
              <a:rPr kumimoji="0" lang="en-US" altLang="zh-CN" sz="2000">
                <a:solidFill>
                  <a:srgbClr val="3333CC"/>
                </a:solidFill>
                <a:sym typeface="Symbol" panose="05050102010706020507" pitchFamily="18" charset="2"/>
              </a:rPr>
              <a:t> </a:t>
            </a:r>
            <a:r>
              <a:rPr kumimoji="0" lang="zh-CN" altLang="en-US" sz="2000">
                <a:solidFill>
                  <a:srgbClr val="3333CC"/>
                </a:solidFill>
                <a:sym typeface="Symbol" panose="05050102010706020507" pitchFamily="18" charset="2"/>
              </a:rPr>
              <a:t>，即停止</a:t>
            </a:r>
            <a:endParaRPr kumimoji="0" lang="zh-CN" altLang="en-US" sz="2000">
              <a:solidFill>
                <a:srgbClr val="3333CC"/>
              </a:solidFill>
              <a:sym typeface="Symbol" panose="05050102010706020507" pitchFamily="18" charset="2"/>
            </a:endParaRPr>
          </a:p>
          <a:p>
            <a:pPr marL="609600" indent="-609600" eaLnBrk="1" hangingPunct="1"/>
            <a:r>
              <a:rPr kumimoji="0" lang="zh-CN" altLang="en-US" sz="2800">
                <a:sym typeface="Symbol" panose="05050102010706020507" pitchFamily="18" charset="2"/>
              </a:rPr>
              <a:t>重复</a:t>
            </a:r>
            <a:r>
              <a:rPr kumimoji="0" lang="en-US" altLang="zh-CN" sz="2800">
                <a:sym typeface="Symbol" panose="05050102010706020507" pitchFamily="18" charset="2"/>
              </a:rPr>
              <a:t>1</a:t>
            </a:r>
            <a:r>
              <a:rPr kumimoji="0" lang="zh-CN" altLang="en-US" sz="2800">
                <a:sym typeface="Symbol" panose="05050102010706020507" pitchFamily="18" charset="2"/>
              </a:rPr>
              <a:t>－</a:t>
            </a:r>
            <a:r>
              <a:rPr kumimoji="0" lang="en-US" altLang="zh-CN" sz="2800">
                <a:sym typeface="Symbol" panose="05050102010706020507" pitchFamily="18" charset="2"/>
              </a:rPr>
              <a:t>3</a:t>
            </a:r>
            <a:r>
              <a:rPr kumimoji="0" lang="zh-CN" altLang="en-US" sz="2800">
                <a:sym typeface="Symbol" panose="05050102010706020507" pitchFamily="18" charset="2"/>
              </a:rPr>
              <a:t>，直至所有符号的</a:t>
            </a:r>
            <a:r>
              <a:rPr kumimoji="0" lang="en-US" altLang="zh-CN" sz="2800">
                <a:sym typeface="Symbol" panose="05050102010706020507" pitchFamily="18" charset="2"/>
              </a:rPr>
              <a:t>FIRST</a:t>
            </a:r>
            <a:r>
              <a:rPr kumimoji="0" lang="zh-CN" altLang="en-US" sz="2800">
                <a:sym typeface="Symbol" panose="05050102010706020507" pitchFamily="18" charset="2"/>
              </a:rPr>
              <a:t>集都不再变化</a:t>
            </a:r>
            <a:endParaRPr kumimoji="0" lang="zh-CN" altLang="en-US" sz="2800">
              <a:sym typeface="Symbol" panose="05050102010706020507" pitchFamily="18" charset="2"/>
            </a:endParaRPr>
          </a:p>
        </p:txBody>
      </p:sp>
      <p:sp>
        <p:nvSpPr>
          <p:cNvPr id="94212" name="Text Box 4"/>
          <p:cNvSpPr txBox="1">
            <a:spLocks noChangeArrowheads="1"/>
          </p:cNvSpPr>
          <p:nvPr/>
        </p:nvSpPr>
        <p:spPr bwMode="auto">
          <a:xfrm>
            <a:off x="3400425" y="4572000"/>
            <a:ext cx="381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b="1">
                <a:solidFill>
                  <a:srgbClr val="3333CC"/>
                </a:solidFill>
              </a:rPr>
              <a:t>*</a:t>
            </a:r>
            <a:endParaRPr kumimoji="0" lang="en-US" altLang="zh-CN" sz="2400" b="1">
              <a:solidFill>
                <a:srgbClr val="3333CC"/>
              </a:solidFill>
            </a:endParaRPr>
          </a:p>
        </p:txBody>
      </p:sp>
      <p:sp>
        <p:nvSpPr>
          <p:cNvPr id="94213" name="Line 5"/>
          <p:cNvSpPr>
            <a:spLocks noChangeShapeType="1"/>
          </p:cNvSpPr>
          <p:nvPr/>
        </p:nvSpPr>
        <p:spPr bwMode="auto">
          <a:xfrm flipV="1">
            <a:off x="3414713" y="4724400"/>
            <a:ext cx="290512" cy="338138"/>
          </a:xfrm>
          <a:prstGeom prst="line">
            <a:avLst/>
          </a:prstGeom>
          <a:noFill/>
          <a:ln w="25400">
            <a:solidFill>
              <a:srgbClr val="FF3300"/>
            </a:solidFill>
            <a:round/>
            <a:head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4214" name="Text Box 6"/>
          <p:cNvSpPr txBox="1">
            <a:spLocks noChangeArrowheads="1"/>
          </p:cNvSpPr>
          <p:nvPr/>
        </p:nvSpPr>
        <p:spPr bwMode="auto">
          <a:xfrm>
            <a:off x="2362200" y="3079750"/>
            <a:ext cx="3810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1800" b="1">
                <a:solidFill>
                  <a:srgbClr val="3333CC"/>
                </a:solidFill>
              </a:rPr>
              <a:t>*</a:t>
            </a:r>
            <a:endParaRPr kumimoji="0" lang="en-US" altLang="zh-CN" sz="1800" b="1">
              <a:solidFill>
                <a:srgbClr val="3333CC"/>
              </a:solidFill>
            </a:endParaRPr>
          </a:p>
        </p:txBody>
      </p:sp>
      <p:sp>
        <p:nvSpPr>
          <p:cNvPr id="94215" name="Text Box 7"/>
          <p:cNvSpPr txBox="1">
            <a:spLocks noChangeArrowheads="1"/>
          </p:cNvSpPr>
          <p:nvPr/>
        </p:nvSpPr>
        <p:spPr bwMode="auto">
          <a:xfrm>
            <a:off x="2362200" y="3397250"/>
            <a:ext cx="3810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1800" b="1">
                <a:solidFill>
                  <a:srgbClr val="3333CC"/>
                </a:solidFill>
              </a:rPr>
              <a:t>*</a:t>
            </a:r>
            <a:endParaRPr kumimoji="0" lang="en-US" altLang="zh-CN" sz="1800" b="1">
              <a:solidFill>
                <a:srgbClr val="3333CC"/>
              </a:solidFill>
            </a:endParaRPr>
          </a:p>
        </p:txBody>
      </p:sp>
      <p:sp>
        <p:nvSpPr>
          <p:cNvPr id="94216" name="Text Box 8"/>
          <p:cNvSpPr txBox="1">
            <a:spLocks noChangeArrowheads="1"/>
          </p:cNvSpPr>
          <p:nvPr/>
        </p:nvSpPr>
        <p:spPr bwMode="auto">
          <a:xfrm>
            <a:off x="2509838" y="4008438"/>
            <a:ext cx="3810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1800" b="1">
                <a:solidFill>
                  <a:srgbClr val="3333CC"/>
                </a:solidFill>
              </a:rPr>
              <a:t>*</a:t>
            </a:r>
            <a:endParaRPr kumimoji="0" lang="en-US" altLang="zh-CN" sz="1800" b="1">
              <a:solidFill>
                <a:srgbClr val="3333CC"/>
              </a:solidFill>
            </a:endParaRPr>
          </a:p>
        </p:txBody>
      </p:sp>
      <p:sp>
        <p:nvSpPr>
          <p:cNvPr id="94217" name="Text Box 9"/>
          <p:cNvSpPr txBox="1">
            <a:spLocks noChangeArrowheads="1"/>
          </p:cNvSpPr>
          <p:nvPr/>
        </p:nvSpPr>
        <p:spPr bwMode="auto">
          <a:xfrm>
            <a:off x="2362200" y="4313238"/>
            <a:ext cx="3810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1800" b="1">
                <a:solidFill>
                  <a:srgbClr val="3333CC"/>
                </a:solidFill>
              </a:rPr>
              <a:t>*</a:t>
            </a:r>
            <a:endParaRPr kumimoji="0" lang="en-US" altLang="zh-CN" sz="1800" b="1">
              <a:solidFill>
                <a:srgbClr val="3333CC"/>
              </a:solidFill>
            </a:endParaRP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计算符号串的</a:t>
            </a:r>
            <a:r>
              <a:rPr lang="en-US" altLang="zh-CN"/>
              <a:t>FIRST</a:t>
            </a:r>
            <a:r>
              <a:rPr lang="zh-CN" altLang="en-US"/>
              <a:t>函数</a:t>
            </a:r>
            <a:endParaRPr lang="zh-CN" altLang="en-US"/>
          </a:p>
        </p:txBody>
      </p:sp>
      <p:sp>
        <p:nvSpPr>
          <p:cNvPr id="9523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190500" lvl="1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b="1"/>
              <a:t>FIRST(X</a:t>
            </a:r>
            <a:r>
              <a:rPr kumimoji="0" lang="en-US" altLang="zh-CN" sz="2400" b="1" baseline="-25000"/>
              <a:t>1</a:t>
            </a:r>
            <a:r>
              <a:rPr kumimoji="0" lang="en-US" altLang="zh-CN" sz="2400" b="1"/>
              <a:t> X</a:t>
            </a:r>
            <a:r>
              <a:rPr kumimoji="0" lang="en-US" altLang="zh-CN" sz="2400" b="1" baseline="-25000"/>
              <a:t>2</a:t>
            </a:r>
            <a:r>
              <a:rPr kumimoji="0" lang="en-US" altLang="zh-CN" sz="2400" b="1"/>
              <a:t> … X</a:t>
            </a:r>
            <a:r>
              <a:rPr kumimoji="0" lang="en-US" altLang="zh-CN" sz="2400" b="1" baseline="-25000"/>
              <a:t>n</a:t>
            </a:r>
            <a:r>
              <a:rPr kumimoji="0" lang="en-US" altLang="zh-CN" sz="2400" b="1"/>
              <a:t> ) = FIRST (X</a:t>
            </a:r>
            <a:r>
              <a:rPr kumimoji="0" lang="en-US" altLang="zh-CN" sz="2400" b="1" baseline="-25000"/>
              <a:t>1</a:t>
            </a:r>
            <a:r>
              <a:rPr kumimoji="0" lang="en-US" altLang="zh-CN" sz="2400" b="1"/>
              <a:t>)  “+”</a:t>
            </a:r>
            <a:endParaRPr kumimoji="0" lang="en-US" altLang="zh-CN" sz="2400" b="1"/>
          </a:p>
          <a:p>
            <a:pPr marL="190500" lvl="1" indent="0" eaLnBrk="1" hangingPunct="1">
              <a:lnSpc>
                <a:spcPct val="8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b="1"/>
              <a:t>                                    FIRST(X</a:t>
            </a:r>
            <a:r>
              <a:rPr kumimoji="0" lang="en-US" altLang="zh-CN" sz="2400" b="1" baseline="-25000"/>
              <a:t>2</a:t>
            </a:r>
            <a:r>
              <a:rPr kumimoji="0" lang="en-US" altLang="zh-CN" sz="2400" b="1"/>
              <a:t>)  if </a:t>
            </a:r>
            <a:r>
              <a:rPr kumimoji="0" lang="en-US" altLang="zh-CN" sz="2400">
                <a:solidFill>
                  <a:schemeClr val="accent2"/>
                </a:solidFill>
                <a:latin typeface="Symbol" panose="05050102010706020507" pitchFamily="18" charset="2"/>
                <a:sym typeface="Symbol" panose="05050102010706020507" pitchFamily="18" charset="2"/>
              </a:rPr>
              <a:t>e</a:t>
            </a:r>
            <a:r>
              <a:rPr kumimoji="0" lang="en-US" altLang="zh-CN" sz="2400" b="1">
                <a:sym typeface="Symbol" panose="05050102010706020507" pitchFamily="18" charset="2"/>
              </a:rPr>
              <a:t> is in FIRST(X</a:t>
            </a:r>
            <a:r>
              <a:rPr kumimoji="0" lang="en-US" altLang="zh-CN" sz="2400" b="1" baseline="-25000">
                <a:sym typeface="Symbol" panose="05050102010706020507" pitchFamily="18" charset="2"/>
              </a:rPr>
              <a:t>1</a:t>
            </a:r>
            <a:r>
              <a:rPr kumimoji="0" lang="en-US" altLang="zh-CN" sz="2400" b="1">
                <a:sym typeface="Symbol" panose="05050102010706020507" pitchFamily="18" charset="2"/>
              </a:rPr>
              <a:t>)  “+”</a:t>
            </a:r>
            <a:endParaRPr kumimoji="0" lang="en-US" altLang="zh-CN" sz="2400" b="1">
              <a:sym typeface="Symbol" panose="05050102010706020507" pitchFamily="18" charset="2"/>
            </a:endParaRPr>
          </a:p>
          <a:p>
            <a:pPr marL="190500" lvl="1" indent="0" eaLnBrk="1" hangingPunct="1">
              <a:lnSpc>
                <a:spcPct val="8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b="1">
                <a:sym typeface="Symbol" panose="05050102010706020507" pitchFamily="18" charset="2"/>
              </a:rPr>
              <a:t>                                    FIRST(X</a:t>
            </a:r>
            <a:r>
              <a:rPr kumimoji="0" lang="en-US" altLang="zh-CN" sz="2400" b="1" baseline="-25000">
                <a:sym typeface="Symbol" panose="05050102010706020507" pitchFamily="18" charset="2"/>
              </a:rPr>
              <a:t>3</a:t>
            </a:r>
            <a:r>
              <a:rPr kumimoji="0" lang="en-US" altLang="zh-CN" sz="2400" b="1">
                <a:sym typeface="Symbol" panose="05050102010706020507" pitchFamily="18" charset="2"/>
              </a:rPr>
              <a:t>)  </a:t>
            </a:r>
            <a:r>
              <a:rPr kumimoji="0" lang="en-US" altLang="zh-CN" sz="2400" b="1"/>
              <a:t>if </a:t>
            </a:r>
            <a:r>
              <a:rPr kumimoji="0" lang="en-US" altLang="zh-CN" sz="2400">
                <a:solidFill>
                  <a:schemeClr val="accent2"/>
                </a:solidFill>
                <a:latin typeface="Symbol" panose="05050102010706020507" pitchFamily="18" charset="2"/>
                <a:sym typeface="Symbol" panose="05050102010706020507" pitchFamily="18" charset="2"/>
              </a:rPr>
              <a:t>e</a:t>
            </a:r>
            <a:r>
              <a:rPr kumimoji="0" lang="en-US" altLang="zh-CN" sz="2400" b="1">
                <a:sym typeface="Symbol" panose="05050102010706020507" pitchFamily="18" charset="2"/>
              </a:rPr>
              <a:t> is in FIRST(X</a:t>
            </a:r>
            <a:r>
              <a:rPr kumimoji="0" lang="en-US" altLang="zh-CN" sz="2400" b="1" baseline="-25000">
                <a:sym typeface="Symbol" panose="05050102010706020507" pitchFamily="18" charset="2"/>
              </a:rPr>
              <a:t>2</a:t>
            </a:r>
            <a:r>
              <a:rPr kumimoji="0" lang="en-US" altLang="zh-CN" sz="2400" b="1">
                <a:sym typeface="Symbol" panose="05050102010706020507" pitchFamily="18" charset="2"/>
              </a:rPr>
              <a:t>)  “+”</a:t>
            </a:r>
            <a:endParaRPr kumimoji="0" lang="en-US" altLang="zh-CN" sz="2400" b="1">
              <a:sym typeface="Symbol" panose="05050102010706020507" pitchFamily="18" charset="2"/>
            </a:endParaRPr>
          </a:p>
          <a:p>
            <a:pPr marL="190500" lvl="1" indent="0" eaLnBrk="1" hangingPunct="1">
              <a:lnSpc>
                <a:spcPct val="8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b="1">
                <a:sym typeface="Symbol" panose="05050102010706020507" pitchFamily="18" charset="2"/>
              </a:rPr>
              <a:t>                                    …</a:t>
            </a:r>
            <a:endParaRPr kumimoji="0" lang="en-US" altLang="zh-CN" sz="2400" b="1">
              <a:sym typeface="Symbol" panose="05050102010706020507" pitchFamily="18" charset="2"/>
            </a:endParaRPr>
          </a:p>
          <a:p>
            <a:pPr marL="190500" lvl="1" indent="0" eaLnBrk="1" hangingPunct="1">
              <a:lnSpc>
                <a:spcPct val="8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b="1">
                <a:sym typeface="Symbol" panose="05050102010706020507" pitchFamily="18" charset="2"/>
              </a:rPr>
              <a:t>                                    FIRST(X</a:t>
            </a:r>
            <a:r>
              <a:rPr kumimoji="0" lang="en-US" altLang="zh-CN" sz="2400" b="1" baseline="-25000">
                <a:sym typeface="Symbol" panose="05050102010706020507" pitchFamily="18" charset="2"/>
              </a:rPr>
              <a:t>n</a:t>
            </a:r>
            <a:r>
              <a:rPr kumimoji="0" lang="en-US" altLang="zh-CN" sz="2400" b="1">
                <a:sym typeface="Symbol" panose="05050102010706020507" pitchFamily="18" charset="2"/>
              </a:rPr>
              <a:t>)  </a:t>
            </a:r>
            <a:r>
              <a:rPr kumimoji="0" lang="en-US" altLang="zh-CN" sz="2400" b="1"/>
              <a:t>if </a:t>
            </a:r>
            <a:r>
              <a:rPr kumimoji="0" lang="en-US" altLang="zh-CN" sz="2400">
                <a:solidFill>
                  <a:schemeClr val="accent2"/>
                </a:solidFill>
                <a:latin typeface="Symbol" panose="05050102010706020507" pitchFamily="18" charset="2"/>
                <a:sym typeface="Symbol" panose="05050102010706020507" pitchFamily="18" charset="2"/>
              </a:rPr>
              <a:t>e</a:t>
            </a:r>
            <a:r>
              <a:rPr kumimoji="0" lang="en-US" altLang="zh-CN" sz="2400" b="1">
                <a:sym typeface="Symbol" panose="05050102010706020507" pitchFamily="18" charset="2"/>
              </a:rPr>
              <a:t> is in FIRST(X</a:t>
            </a:r>
            <a:r>
              <a:rPr kumimoji="0" lang="en-US" altLang="zh-CN" sz="2400" b="1" baseline="-25000">
                <a:sym typeface="Symbol" panose="05050102010706020507" pitchFamily="18" charset="2"/>
              </a:rPr>
              <a:t>n-1</a:t>
            </a:r>
            <a:r>
              <a:rPr kumimoji="0" lang="en-US" altLang="zh-CN" sz="2400" b="1">
                <a:sym typeface="Symbol" panose="05050102010706020507" pitchFamily="18" charset="2"/>
              </a:rPr>
              <a:t>)</a:t>
            </a:r>
            <a:endParaRPr lang="en-US" altLang="zh-CN" sz="2400"/>
          </a:p>
          <a:p>
            <a:pPr mar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zh-CN" altLang="en-US" sz="2800"/>
              <a:t>注意：</a:t>
            </a:r>
            <a:r>
              <a:rPr kumimoji="0" lang="zh-CN" altLang="en-US" sz="2800">
                <a:sym typeface="Symbol" panose="05050102010706020507" pitchFamily="18" charset="2"/>
              </a:rPr>
              <a:t>仅当对所有</a:t>
            </a:r>
            <a:r>
              <a:rPr kumimoji="0" lang="en-US" altLang="zh-CN" sz="2800">
                <a:sym typeface="Symbol" panose="05050102010706020507" pitchFamily="18" charset="2"/>
              </a:rPr>
              <a:t>i</a:t>
            </a:r>
            <a:r>
              <a:rPr kumimoji="0" lang="zh-CN" altLang="en-US" sz="2800">
                <a:sym typeface="Symbol" panose="05050102010706020507" pitchFamily="18" charset="2"/>
              </a:rPr>
              <a:t>，</a:t>
            </a:r>
            <a:r>
              <a:rPr kumimoji="0" lang="en-US" altLang="zh-CN" sz="2800">
                <a:latin typeface="Symbol" panose="05050102010706020507" pitchFamily="18" charset="2"/>
                <a:sym typeface="Symbol" panose="05050102010706020507" pitchFamily="18" charset="2"/>
              </a:rPr>
              <a:t>e</a:t>
            </a:r>
            <a:r>
              <a:rPr kumimoji="0" lang="en-US" altLang="zh-CN" sz="2800">
                <a:latin typeface="宋体" panose="02010600030101010101" pitchFamily="2" charset="-122"/>
                <a:sym typeface="Symbol" panose="05050102010706020507" pitchFamily="18" charset="2"/>
              </a:rPr>
              <a:t>∈</a:t>
            </a:r>
            <a:r>
              <a:rPr kumimoji="0" lang="en-US" altLang="zh-CN" sz="2800">
                <a:sym typeface="Symbol" panose="05050102010706020507" pitchFamily="18" charset="2"/>
              </a:rPr>
              <a:t>FIRST(X</a:t>
            </a:r>
            <a:r>
              <a:rPr kumimoji="0" lang="en-US" altLang="zh-CN" sz="2800" baseline="-25000">
                <a:sym typeface="Symbol" panose="05050102010706020507" pitchFamily="18" charset="2"/>
              </a:rPr>
              <a:t>i</a:t>
            </a:r>
            <a:r>
              <a:rPr kumimoji="0" lang="en-US" altLang="zh-CN" sz="2800">
                <a:sym typeface="Symbol" panose="05050102010706020507" pitchFamily="18" charset="2"/>
              </a:rPr>
              <a:t>)</a:t>
            </a:r>
            <a:r>
              <a:rPr kumimoji="0" lang="zh-CN" altLang="en-US" sz="2800">
                <a:sym typeface="Symbol" panose="05050102010706020507" pitchFamily="18" charset="2"/>
              </a:rPr>
              <a:t>，才将</a:t>
            </a:r>
            <a:r>
              <a:rPr kumimoji="0" lang="en-US" altLang="zh-CN" sz="2800">
                <a:latin typeface="Symbol" panose="05050102010706020507" pitchFamily="18" charset="2"/>
                <a:sym typeface="Symbol" panose="05050102010706020507" pitchFamily="18" charset="2"/>
              </a:rPr>
              <a:t>e</a:t>
            </a:r>
            <a:r>
              <a:rPr kumimoji="0" lang="zh-CN" altLang="en-US" sz="2800">
                <a:sym typeface="Symbol" panose="05050102010706020507" pitchFamily="18" charset="2"/>
              </a:rPr>
              <a:t>加入</a:t>
            </a:r>
            <a:r>
              <a:rPr kumimoji="0" lang="en-US" altLang="zh-CN" sz="2800">
                <a:sym typeface="Symbol" panose="05050102010706020507" pitchFamily="18" charset="2"/>
              </a:rPr>
              <a:t>FIRST(X</a:t>
            </a:r>
            <a:r>
              <a:rPr kumimoji="0" lang="en-US" altLang="zh-CN" sz="2800" baseline="-25000">
                <a:sym typeface="Symbol" panose="05050102010706020507" pitchFamily="18" charset="2"/>
              </a:rPr>
              <a:t>1 </a:t>
            </a:r>
            <a:r>
              <a:rPr kumimoji="0" lang="en-US" altLang="zh-CN" sz="2800">
                <a:sym typeface="Symbol" panose="05050102010706020507" pitchFamily="18" charset="2"/>
              </a:rPr>
              <a:t>X</a:t>
            </a:r>
            <a:r>
              <a:rPr kumimoji="0" lang="en-US" altLang="zh-CN" sz="2800" baseline="-25000">
                <a:sym typeface="Symbol" panose="05050102010706020507" pitchFamily="18" charset="2"/>
              </a:rPr>
              <a:t>2 </a:t>
            </a:r>
            <a:r>
              <a:rPr kumimoji="0" lang="en-US" altLang="zh-CN" sz="2800">
                <a:sym typeface="Symbol" panose="05050102010706020507" pitchFamily="18" charset="2"/>
              </a:rPr>
              <a:t>… X</a:t>
            </a:r>
            <a:r>
              <a:rPr kumimoji="0" lang="en-US" altLang="zh-CN" sz="2800" baseline="-25000">
                <a:sym typeface="Symbol" panose="05050102010706020507" pitchFamily="18" charset="2"/>
              </a:rPr>
              <a:t>n</a:t>
            </a:r>
            <a:r>
              <a:rPr kumimoji="0" lang="en-US" altLang="zh-CN" sz="2800">
                <a:sym typeface="Symbol" panose="05050102010706020507" pitchFamily="18" charset="2"/>
              </a:rPr>
              <a:t>)</a:t>
            </a:r>
            <a:endParaRPr kumimoji="0" lang="en-US" altLang="zh-CN" sz="2800">
              <a:sym typeface="Symbol" panose="05050102010706020507" pitchFamily="18" charset="2"/>
            </a:endParaRP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例</a:t>
            </a:r>
            <a:r>
              <a:rPr lang="en-US" altLang="zh-CN"/>
              <a:t>4.17</a:t>
            </a:r>
            <a:endParaRPr lang="en-US" altLang="zh-CN"/>
          </a:p>
        </p:txBody>
      </p:sp>
      <p:sp>
        <p:nvSpPr>
          <p:cNvPr id="96259" name="Text Box 4"/>
          <p:cNvSpPr txBox="1">
            <a:spLocks noChangeArrowheads="1"/>
          </p:cNvSpPr>
          <p:nvPr/>
        </p:nvSpPr>
        <p:spPr bwMode="auto">
          <a:xfrm>
            <a:off x="1143000" y="1219200"/>
            <a:ext cx="3276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b="1"/>
              <a:t>Computing First for:</a:t>
            </a:r>
            <a:endParaRPr kumimoji="0" lang="en-US" altLang="zh-CN" sz="2400" b="1"/>
          </a:p>
        </p:txBody>
      </p:sp>
      <p:grpSp>
        <p:nvGrpSpPr>
          <p:cNvPr id="96260" name="Group 5"/>
          <p:cNvGrpSpPr/>
          <p:nvPr/>
        </p:nvGrpSpPr>
        <p:grpSpPr bwMode="auto">
          <a:xfrm>
            <a:off x="4191000" y="1219200"/>
            <a:ext cx="2057400" cy="1463675"/>
            <a:chOff x="1056" y="864"/>
            <a:chExt cx="1296" cy="922"/>
          </a:xfrm>
        </p:grpSpPr>
        <p:sp>
          <p:nvSpPr>
            <p:cNvPr id="96282" name="Text Box 6"/>
            <p:cNvSpPr txBox="1">
              <a:spLocks noChangeArrowheads="1"/>
            </p:cNvSpPr>
            <p:nvPr/>
          </p:nvSpPr>
          <p:spPr bwMode="auto">
            <a:xfrm>
              <a:off x="1056" y="864"/>
              <a:ext cx="1296" cy="4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 type="none" w="sm" len="sm"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ct val="90000"/>
                </a:lnSpc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000" b="1">
                  <a:solidFill>
                    <a:schemeClr val="accent2"/>
                  </a:solidFill>
                  <a:sym typeface="Symbol" panose="05050102010706020507" pitchFamily="18" charset="2"/>
                </a:rPr>
                <a:t>E  TE’                                                E’  + TE’ |  </a:t>
              </a:r>
              <a:r>
                <a:rPr kumimoji="0" lang="en-US" altLang="zh-CN" sz="2000" b="1">
                  <a:solidFill>
                    <a:schemeClr val="accent2"/>
                  </a:solidFill>
                  <a:latin typeface="Symbol" panose="05050102010706020507" pitchFamily="18" charset="2"/>
                  <a:sym typeface="Symbol" panose="05050102010706020507" pitchFamily="18" charset="2"/>
                </a:rPr>
                <a:t>e</a:t>
              </a:r>
              <a:endParaRPr kumimoji="0" lang="en-US" altLang="zh-CN" sz="2000" b="1">
                <a:solidFill>
                  <a:schemeClr val="accent2"/>
                </a:solidFill>
                <a:latin typeface="Symbol" panose="05050102010706020507" pitchFamily="18" charset="2"/>
                <a:sym typeface="Symbol" panose="05050102010706020507" pitchFamily="18" charset="2"/>
              </a:endParaRPr>
            </a:p>
          </p:txBody>
        </p:sp>
        <p:sp>
          <p:nvSpPr>
            <p:cNvPr id="96283" name="Text Box 7"/>
            <p:cNvSpPr txBox="1">
              <a:spLocks noChangeArrowheads="1"/>
            </p:cNvSpPr>
            <p:nvPr/>
          </p:nvSpPr>
          <p:spPr bwMode="auto">
            <a:xfrm>
              <a:off x="1056" y="1200"/>
              <a:ext cx="1296" cy="4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 type="none" w="sm" len="sm"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ct val="90000"/>
                </a:lnSpc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000" b="1" dirty="0">
                  <a:solidFill>
                    <a:schemeClr val="accent2"/>
                  </a:solidFill>
                  <a:sym typeface="Symbol" panose="05050102010706020507" pitchFamily="18" charset="2"/>
                </a:rPr>
                <a:t>T  FT’                                                T’  * FT’ | </a:t>
              </a:r>
              <a:r>
                <a:rPr kumimoji="0" lang="en-US" altLang="zh-CN" sz="2000" b="1" dirty="0">
                  <a:solidFill>
                    <a:schemeClr val="accent2"/>
                  </a:solidFill>
                  <a:latin typeface="Symbol" panose="05050102010706020507" pitchFamily="18" charset="2"/>
                  <a:sym typeface="Symbol" panose="05050102010706020507" pitchFamily="18" charset="2"/>
                </a:rPr>
                <a:t>e</a:t>
              </a:r>
              <a:endParaRPr kumimoji="0" lang="en-US" altLang="zh-CN" sz="2000" b="1" dirty="0">
                <a:solidFill>
                  <a:schemeClr val="accent2"/>
                </a:solidFill>
                <a:latin typeface="Symbol" panose="05050102010706020507" pitchFamily="18" charset="2"/>
                <a:sym typeface="Symbol" panose="05050102010706020507" pitchFamily="18" charset="2"/>
              </a:endParaRPr>
            </a:p>
          </p:txBody>
        </p:sp>
        <p:sp>
          <p:nvSpPr>
            <p:cNvPr id="96284" name="Text Box 8"/>
            <p:cNvSpPr txBox="1">
              <a:spLocks noChangeArrowheads="1"/>
            </p:cNvSpPr>
            <p:nvPr/>
          </p:nvSpPr>
          <p:spPr bwMode="auto">
            <a:xfrm>
              <a:off x="1056" y="1536"/>
              <a:ext cx="1073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 type="none" w="sm" len="sm"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0" lang="en-US" altLang="zh-CN" sz="2000" b="1">
                  <a:solidFill>
                    <a:schemeClr val="accent2"/>
                  </a:solidFill>
                  <a:sym typeface="Symbol" panose="05050102010706020507" pitchFamily="18" charset="2"/>
                </a:rPr>
                <a:t>F   ( E )  | id</a:t>
              </a:r>
              <a:endParaRPr kumimoji="0" lang="en-US" altLang="zh-CN" sz="2000" b="1">
                <a:solidFill>
                  <a:schemeClr val="accent2"/>
                </a:solidFill>
                <a:sym typeface="Symbol" panose="05050102010706020507" pitchFamily="18" charset="2"/>
              </a:endParaRPr>
            </a:p>
          </p:txBody>
        </p:sp>
      </p:grpSp>
      <p:sp>
        <p:nvSpPr>
          <p:cNvPr id="96261" name="Text Box 9"/>
          <p:cNvSpPr txBox="1">
            <a:spLocks noChangeArrowheads="1"/>
          </p:cNvSpPr>
          <p:nvPr/>
        </p:nvSpPr>
        <p:spPr bwMode="auto">
          <a:xfrm>
            <a:off x="1371600" y="3124200"/>
            <a:ext cx="12192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b="1"/>
              <a:t>First(E)</a:t>
            </a:r>
            <a:endParaRPr kumimoji="0" lang="en-US" altLang="zh-CN" sz="2000" b="1"/>
          </a:p>
        </p:txBody>
      </p:sp>
      <p:sp>
        <p:nvSpPr>
          <p:cNvPr id="96262" name="Text Box 10"/>
          <p:cNvSpPr txBox="1">
            <a:spLocks noChangeArrowheads="1"/>
          </p:cNvSpPr>
          <p:nvPr/>
        </p:nvSpPr>
        <p:spPr bwMode="auto">
          <a:xfrm>
            <a:off x="2590800" y="2819400"/>
            <a:ext cx="12192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b="1"/>
              <a:t>First(TE’)</a:t>
            </a:r>
            <a:endParaRPr kumimoji="0" lang="en-US" altLang="zh-CN" sz="2000" b="1"/>
          </a:p>
        </p:txBody>
      </p:sp>
      <p:sp>
        <p:nvSpPr>
          <p:cNvPr id="96263" name="Text Box 11"/>
          <p:cNvSpPr txBox="1">
            <a:spLocks noChangeArrowheads="1"/>
          </p:cNvSpPr>
          <p:nvPr/>
        </p:nvSpPr>
        <p:spPr bwMode="auto">
          <a:xfrm>
            <a:off x="2743200" y="3505200"/>
            <a:ext cx="12192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b="1"/>
              <a:t>First(T)</a:t>
            </a:r>
            <a:endParaRPr kumimoji="0" lang="en-US" altLang="zh-CN" sz="2000" b="1"/>
          </a:p>
        </p:txBody>
      </p:sp>
      <p:sp>
        <p:nvSpPr>
          <p:cNvPr id="96264" name="Text Box 12"/>
          <p:cNvSpPr txBox="1">
            <a:spLocks noChangeArrowheads="1"/>
          </p:cNvSpPr>
          <p:nvPr/>
        </p:nvSpPr>
        <p:spPr bwMode="auto">
          <a:xfrm>
            <a:off x="4267200" y="2971800"/>
            <a:ext cx="26670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b="1"/>
              <a:t>First(T) “+” First(E’)</a:t>
            </a:r>
            <a:endParaRPr kumimoji="0" lang="en-US" altLang="zh-CN" sz="2000" b="1"/>
          </a:p>
        </p:txBody>
      </p:sp>
      <p:sp>
        <p:nvSpPr>
          <p:cNvPr id="96265" name="Text Box 13"/>
          <p:cNvSpPr txBox="1">
            <a:spLocks noChangeArrowheads="1"/>
          </p:cNvSpPr>
          <p:nvPr/>
        </p:nvSpPr>
        <p:spPr bwMode="auto">
          <a:xfrm>
            <a:off x="3733800" y="4038600"/>
            <a:ext cx="12192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b="1"/>
              <a:t>First(F)</a:t>
            </a:r>
            <a:endParaRPr kumimoji="0" lang="en-US" altLang="zh-CN" sz="2000" b="1"/>
          </a:p>
        </p:txBody>
      </p:sp>
      <p:sp>
        <p:nvSpPr>
          <p:cNvPr id="96266" name="Text Box 14"/>
          <p:cNvSpPr txBox="1">
            <a:spLocks noChangeArrowheads="1"/>
          </p:cNvSpPr>
          <p:nvPr/>
        </p:nvSpPr>
        <p:spPr bwMode="auto">
          <a:xfrm>
            <a:off x="304800" y="4724400"/>
            <a:ext cx="25908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b="1"/>
              <a:t>First((E)) “+” First(id)</a:t>
            </a:r>
            <a:endParaRPr kumimoji="0" lang="en-US" altLang="zh-CN" sz="2000" b="1"/>
          </a:p>
        </p:txBody>
      </p:sp>
      <p:sp>
        <p:nvSpPr>
          <p:cNvPr id="96267" name="Text Box 15"/>
          <p:cNvSpPr txBox="1">
            <a:spLocks noChangeArrowheads="1"/>
          </p:cNvSpPr>
          <p:nvPr/>
        </p:nvSpPr>
        <p:spPr bwMode="auto">
          <a:xfrm>
            <a:off x="381000" y="4038600"/>
            <a:ext cx="2514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b="1"/>
              <a:t>First(F) “+” First(T’)</a:t>
            </a:r>
            <a:endParaRPr kumimoji="0" lang="en-US" altLang="zh-CN" sz="2000" b="1"/>
          </a:p>
        </p:txBody>
      </p:sp>
      <p:sp>
        <p:nvSpPr>
          <p:cNvPr id="96268" name="Line 16"/>
          <p:cNvSpPr>
            <a:spLocks noChangeShapeType="1"/>
          </p:cNvSpPr>
          <p:nvPr/>
        </p:nvSpPr>
        <p:spPr bwMode="auto">
          <a:xfrm flipV="1">
            <a:off x="2286000" y="2971800"/>
            <a:ext cx="381000" cy="3048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6269" name="Line 17"/>
          <p:cNvSpPr>
            <a:spLocks noChangeShapeType="1"/>
          </p:cNvSpPr>
          <p:nvPr/>
        </p:nvSpPr>
        <p:spPr bwMode="auto">
          <a:xfrm>
            <a:off x="3810000" y="3048000"/>
            <a:ext cx="457200" cy="1524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6270" name="Line 18"/>
          <p:cNvSpPr>
            <a:spLocks noChangeShapeType="1"/>
          </p:cNvSpPr>
          <p:nvPr/>
        </p:nvSpPr>
        <p:spPr bwMode="auto">
          <a:xfrm flipH="1">
            <a:off x="3733800" y="3352800"/>
            <a:ext cx="609600" cy="3048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6271" name="Line 19"/>
          <p:cNvSpPr>
            <a:spLocks noChangeShapeType="1"/>
          </p:cNvSpPr>
          <p:nvPr/>
        </p:nvSpPr>
        <p:spPr bwMode="auto">
          <a:xfrm flipH="1">
            <a:off x="2209800" y="3733800"/>
            <a:ext cx="533400" cy="3048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6272" name="Line 20"/>
          <p:cNvSpPr>
            <a:spLocks noChangeShapeType="1"/>
          </p:cNvSpPr>
          <p:nvPr/>
        </p:nvSpPr>
        <p:spPr bwMode="auto">
          <a:xfrm flipV="1">
            <a:off x="2895600" y="4191000"/>
            <a:ext cx="8382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6273" name="Line 21"/>
          <p:cNvSpPr>
            <a:spLocks noChangeShapeType="1"/>
          </p:cNvSpPr>
          <p:nvPr/>
        </p:nvSpPr>
        <p:spPr bwMode="auto">
          <a:xfrm flipH="1">
            <a:off x="2286000" y="4343400"/>
            <a:ext cx="1752600" cy="3810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6274" name="Line 22"/>
          <p:cNvSpPr>
            <a:spLocks noChangeShapeType="1"/>
          </p:cNvSpPr>
          <p:nvPr/>
        </p:nvSpPr>
        <p:spPr bwMode="auto">
          <a:xfrm flipV="1">
            <a:off x="2971800" y="4876800"/>
            <a:ext cx="6858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6275" name="Text Box 23"/>
          <p:cNvSpPr txBox="1">
            <a:spLocks noChangeArrowheads="1"/>
          </p:cNvSpPr>
          <p:nvPr/>
        </p:nvSpPr>
        <p:spPr bwMode="auto">
          <a:xfrm>
            <a:off x="3810000" y="4724400"/>
            <a:ext cx="16002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b="1"/>
              <a:t>“(“ and “id”</a:t>
            </a:r>
            <a:endParaRPr kumimoji="0" lang="en-US" altLang="zh-CN" sz="2000" b="1"/>
          </a:p>
        </p:txBody>
      </p:sp>
      <p:sp>
        <p:nvSpPr>
          <p:cNvPr id="96276" name="Text Box 24"/>
          <p:cNvSpPr txBox="1">
            <a:spLocks noChangeArrowheads="1"/>
          </p:cNvSpPr>
          <p:nvPr/>
        </p:nvSpPr>
        <p:spPr bwMode="auto">
          <a:xfrm>
            <a:off x="4495800" y="3276600"/>
            <a:ext cx="30480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b="1">
                <a:solidFill>
                  <a:srgbClr val="FF3300"/>
                </a:solidFill>
              </a:rPr>
              <a:t>Not First(E’) since  T </a:t>
            </a:r>
            <a:r>
              <a:rPr kumimoji="0" lang="en-US" altLang="zh-CN" sz="2000" b="1">
                <a:solidFill>
                  <a:srgbClr val="FF3300"/>
                </a:solidFill>
                <a:sym typeface="Symbol" panose="05050102010706020507" pitchFamily="18" charset="2"/>
              </a:rPr>
              <a:t> </a:t>
            </a:r>
            <a:r>
              <a:rPr kumimoji="0" lang="en-US" altLang="zh-CN" sz="2000" b="1">
                <a:solidFill>
                  <a:srgbClr val="FF3300"/>
                </a:solidFill>
                <a:latin typeface="Symbol" panose="05050102010706020507" pitchFamily="18" charset="2"/>
                <a:sym typeface="Symbol" panose="05050102010706020507" pitchFamily="18" charset="2"/>
              </a:rPr>
              <a:t>e</a:t>
            </a:r>
            <a:endParaRPr kumimoji="0" lang="en-US" altLang="zh-CN" sz="2000" b="1">
              <a:solidFill>
                <a:srgbClr val="FF3300"/>
              </a:solidFill>
              <a:latin typeface="Symbol" panose="05050102010706020507" pitchFamily="18" charset="2"/>
              <a:sym typeface="Symbol" panose="05050102010706020507" pitchFamily="18" charset="2"/>
            </a:endParaRPr>
          </a:p>
        </p:txBody>
      </p:sp>
      <p:sp>
        <p:nvSpPr>
          <p:cNvPr id="96277" name="Text Box 25"/>
          <p:cNvSpPr txBox="1">
            <a:spLocks noChangeArrowheads="1"/>
          </p:cNvSpPr>
          <p:nvPr/>
        </p:nvSpPr>
        <p:spPr bwMode="auto">
          <a:xfrm>
            <a:off x="4724400" y="4114800"/>
            <a:ext cx="30480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b="1">
                <a:solidFill>
                  <a:srgbClr val="FF3300"/>
                </a:solidFill>
              </a:rPr>
              <a:t>Not First(T’) since  F </a:t>
            </a:r>
            <a:r>
              <a:rPr kumimoji="0" lang="en-US" altLang="zh-CN" sz="2000" b="1">
                <a:solidFill>
                  <a:srgbClr val="FF3300"/>
                </a:solidFill>
                <a:sym typeface="Symbol" panose="05050102010706020507" pitchFamily="18" charset="2"/>
              </a:rPr>
              <a:t> </a:t>
            </a:r>
            <a:r>
              <a:rPr kumimoji="0" lang="en-US" altLang="zh-CN" sz="2000" b="1">
                <a:solidFill>
                  <a:srgbClr val="FF3300"/>
                </a:solidFill>
                <a:latin typeface="Symbol" panose="05050102010706020507" pitchFamily="18" charset="2"/>
                <a:sym typeface="Symbol" panose="05050102010706020507" pitchFamily="18" charset="2"/>
              </a:rPr>
              <a:t>e</a:t>
            </a:r>
            <a:endParaRPr kumimoji="0" lang="en-US" altLang="zh-CN" sz="2000" b="1">
              <a:solidFill>
                <a:srgbClr val="FF3300"/>
              </a:solidFill>
              <a:latin typeface="Symbol" panose="05050102010706020507" pitchFamily="18" charset="2"/>
              <a:sym typeface="Symbol" panose="05050102010706020507" pitchFamily="18" charset="2"/>
            </a:endParaRPr>
          </a:p>
        </p:txBody>
      </p:sp>
      <p:sp>
        <p:nvSpPr>
          <p:cNvPr id="96278" name="Line 26"/>
          <p:cNvSpPr>
            <a:spLocks noChangeShapeType="1"/>
          </p:cNvSpPr>
          <p:nvPr/>
        </p:nvSpPr>
        <p:spPr bwMode="auto">
          <a:xfrm flipV="1">
            <a:off x="7239000" y="4191000"/>
            <a:ext cx="123825" cy="244475"/>
          </a:xfrm>
          <a:prstGeom prst="line">
            <a:avLst/>
          </a:prstGeom>
          <a:noFill/>
          <a:ln w="12700">
            <a:solidFill>
              <a:srgbClr val="FF6600"/>
            </a:solidFill>
            <a:round/>
            <a:head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6279" name="Line 27"/>
          <p:cNvSpPr>
            <a:spLocks noChangeShapeType="1"/>
          </p:cNvSpPr>
          <p:nvPr/>
        </p:nvSpPr>
        <p:spPr bwMode="auto">
          <a:xfrm flipV="1">
            <a:off x="7010400" y="3384550"/>
            <a:ext cx="138113" cy="196850"/>
          </a:xfrm>
          <a:prstGeom prst="line">
            <a:avLst/>
          </a:prstGeom>
          <a:noFill/>
          <a:ln w="12700">
            <a:solidFill>
              <a:srgbClr val="FF6600"/>
            </a:solidFill>
            <a:round/>
            <a:head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6280" name="Text Box 28"/>
          <p:cNvSpPr txBox="1">
            <a:spLocks noChangeArrowheads="1"/>
          </p:cNvSpPr>
          <p:nvPr/>
        </p:nvSpPr>
        <p:spPr bwMode="auto">
          <a:xfrm>
            <a:off x="6919913" y="3232150"/>
            <a:ext cx="3048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b="1">
                <a:solidFill>
                  <a:srgbClr val="FF3300"/>
                </a:solidFill>
              </a:rPr>
              <a:t>*</a:t>
            </a:r>
            <a:endParaRPr kumimoji="0" lang="en-US" altLang="zh-CN" sz="2000" b="1">
              <a:solidFill>
                <a:srgbClr val="FF3300"/>
              </a:solidFill>
            </a:endParaRPr>
          </a:p>
        </p:txBody>
      </p:sp>
      <p:sp>
        <p:nvSpPr>
          <p:cNvPr id="96281" name="Text Box 29"/>
          <p:cNvSpPr txBox="1">
            <a:spLocks noChangeArrowheads="1"/>
          </p:cNvSpPr>
          <p:nvPr/>
        </p:nvSpPr>
        <p:spPr bwMode="auto">
          <a:xfrm>
            <a:off x="7134225" y="4098925"/>
            <a:ext cx="3048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b="1">
                <a:solidFill>
                  <a:srgbClr val="FF3300"/>
                </a:solidFill>
              </a:rPr>
              <a:t>*</a:t>
            </a:r>
            <a:endParaRPr kumimoji="0" lang="en-US" altLang="zh-CN" sz="2000" b="1">
              <a:solidFill>
                <a:srgbClr val="FF3300"/>
              </a:solidFill>
            </a:endParaRP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例</a:t>
            </a:r>
            <a:r>
              <a:rPr lang="en-US" altLang="zh-CN"/>
              <a:t>4.17  </a:t>
            </a:r>
            <a:r>
              <a:rPr lang="zh-CN" altLang="en-US"/>
              <a:t>最终结果</a:t>
            </a:r>
            <a:endParaRPr lang="zh-CN" altLang="en-US"/>
          </a:p>
        </p:txBody>
      </p:sp>
      <p:sp>
        <p:nvSpPr>
          <p:cNvPr id="97283" name="Text Box 29"/>
          <p:cNvSpPr txBox="1">
            <a:spLocks noChangeArrowheads="1"/>
          </p:cNvSpPr>
          <p:nvPr/>
        </p:nvSpPr>
        <p:spPr bwMode="auto">
          <a:xfrm>
            <a:off x="1239838" y="1876425"/>
            <a:ext cx="6975475" cy="1552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b="1"/>
              <a:t>Overall:    First(E) = { ( , id }  = First(F)</a:t>
            </a:r>
            <a:endParaRPr kumimoji="0" lang="en-US" altLang="zh-CN" sz="2400" b="1"/>
          </a:p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b="1"/>
              <a:t>                  First(E’) = { + , </a:t>
            </a:r>
            <a:r>
              <a:rPr kumimoji="0" lang="en-US" altLang="zh-CN" sz="2000" b="1">
                <a:latin typeface="Symbol" panose="05050102010706020507" pitchFamily="18" charset="2"/>
                <a:sym typeface="Symbol" panose="05050102010706020507" pitchFamily="18" charset="2"/>
              </a:rPr>
              <a:t>e</a:t>
            </a:r>
            <a:r>
              <a:rPr kumimoji="0" lang="en-US" altLang="zh-CN" sz="2400" b="1">
                <a:sym typeface="Symbol" panose="05050102010706020507" pitchFamily="18" charset="2"/>
              </a:rPr>
              <a:t> }    First(T’) = { * , </a:t>
            </a:r>
            <a:r>
              <a:rPr kumimoji="0" lang="en-US" altLang="zh-CN" sz="2000" b="1">
                <a:latin typeface="Symbol" panose="05050102010706020507" pitchFamily="18" charset="2"/>
                <a:sym typeface="Symbol" panose="05050102010706020507" pitchFamily="18" charset="2"/>
              </a:rPr>
              <a:t>e</a:t>
            </a:r>
            <a:r>
              <a:rPr kumimoji="0" lang="en-US" altLang="zh-CN" sz="2400" b="1">
                <a:sym typeface="Symbol" panose="05050102010706020507" pitchFamily="18" charset="2"/>
              </a:rPr>
              <a:t> }</a:t>
            </a:r>
            <a:endParaRPr kumimoji="0" lang="en-US" altLang="zh-CN" sz="2400" b="1">
              <a:sym typeface="Symbol" panose="05050102010706020507" pitchFamily="18" charset="2"/>
            </a:endParaRPr>
          </a:p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b="1">
                <a:sym typeface="Symbol" panose="05050102010706020507" pitchFamily="18" charset="2"/>
              </a:rPr>
              <a:t>                  First(T) = First(F) = </a:t>
            </a:r>
            <a:r>
              <a:rPr kumimoji="0" lang="en-US" altLang="zh-CN" sz="2400" b="1"/>
              <a:t>{ ( , id } </a:t>
            </a:r>
            <a:endParaRPr kumimoji="0" lang="en-US" altLang="zh-CN" sz="2400" b="1"/>
          </a:p>
        </p:txBody>
      </p:sp>
      <p:sp>
        <p:nvSpPr>
          <p:cNvPr id="97284" name="Rectangle 30"/>
          <p:cNvSpPr>
            <a:spLocks noChangeArrowheads="1"/>
          </p:cNvSpPr>
          <p:nvPr/>
        </p:nvSpPr>
        <p:spPr bwMode="auto">
          <a:xfrm>
            <a:off x="1219200" y="1876425"/>
            <a:ext cx="7086600" cy="1524000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>
              <a:latin typeface="Symbol" panose="05050102010706020507" pitchFamily="18" charset="2"/>
            </a:endParaRP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例</a:t>
            </a:r>
            <a:endParaRPr lang="zh-CN" altLang="en-US"/>
          </a:p>
        </p:txBody>
      </p:sp>
      <p:sp>
        <p:nvSpPr>
          <p:cNvPr id="98307" name="Text Box 4"/>
          <p:cNvSpPr txBox="1">
            <a:spLocks noChangeArrowheads="1"/>
          </p:cNvSpPr>
          <p:nvPr/>
        </p:nvSpPr>
        <p:spPr bwMode="auto">
          <a:xfrm>
            <a:off x="1219200" y="1295400"/>
            <a:ext cx="5334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b="1"/>
              <a:t>Given the production rules:</a:t>
            </a:r>
            <a:endParaRPr kumimoji="0" lang="en-US" altLang="zh-CN" sz="2400" b="1"/>
          </a:p>
        </p:txBody>
      </p:sp>
      <p:sp>
        <p:nvSpPr>
          <p:cNvPr id="98308" name="Text Box 5"/>
          <p:cNvSpPr txBox="1">
            <a:spLocks noChangeArrowheads="1"/>
          </p:cNvSpPr>
          <p:nvPr/>
        </p:nvSpPr>
        <p:spPr bwMode="auto">
          <a:xfrm>
            <a:off x="1828800" y="1828800"/>
            <a:ext cx="6096000" cy="1552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b="1">
                <a:solidFill>
                  <a:schemeClr val="accent2"/>
                </a:solidFill>
              </a:rPr>
              <a:t>S </a:t>
            </a:r>
            <a:r>
              <a:rPr kumimoji="0"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  i E t SS’ | a</a:t>
            </a:r>
            <a:endParaRPr kumimoji="0" lang="en-US" altLang="zh-CN" sz="2400" b="1">
              <a:solidFill>
                <a:schemeClr val="accent2"/>
              </a:solidFill>
              <a:sym typeface="Symbol" panose="05050102010706020507" pitchFamily="18" charset="2"/>
            </a:endParaRPr>
          </a:p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S’  eS | </a:t>
            </a:r>
            <a:r>
              <a:rPr kumimoji="0" lang="en-US" altLang="zh-CN" sz="2400" b="1">
                <a:solidFill>
                  <a:schemeClr val="accent2"/>
                </a:solidFill>
                <a:latin typeface="Symbol" panose="05050102010706020507" pitchFamily="18" charset="2"/>
                <a:sym typeface="Symbol" panose="05050102010706020507" pitchFamily="18" charset="2"/>
              </a:rPr>
              <a:t>e</a:t>
            </a:r>
            <a:endParaRPr kumimoji="0" lang="en-US" altLang="zh-CN" sz="2400" b="1">
              <a:solidFill>
                <a:schemeClr val="accent2"/>
              </a:solidFill>
              <a:latin typeface="Symbol" panose="05050102010706020507" pitchFamily="18" charset="2"/>
              <a:sym typeface="Symbol" panose="05050102010706020507" pitchFamily="18" charset="2"/>
            </a:endParaRPr>
          </a:p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E   b</a:t>
            </a:r>
            <a:endParaRPr kumimoji="0" lang="en-US" altLang="zh-CN" sz="2400" b="1">
              <a:solidFill>
                <a:schemeClr val="accent2"/>
              </a:solidFill>
              <a:sym typeface="Symbol" panose="05050102010706020507" pitchFamily="18" charset="2"/>
            </a:endParaRPr>
          </a:p>
        </p:txBody>
      </p:sp>
      <p:sp>
        <p:nvSpPr>
          <p:cNvPr id="98309" name="Text Box 6"/>
          <p:cNvSpPr txBox="1">
            <a:spLocks noChangeArrowheads="1"/>
          </p:cNvSpPr>
          <p:nvPr/>
        </p:nvSpPr>
        <p:spPr bwMode="auto">
          <a:xfrm>
            <a:off x="1371600" y="3476625"/>
            <a:ext cx="3810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b="1"/>
              <a:t>Verify that </a:t>
            </a:r>
            <a:endParaRPr kumimoji="0" lang="en-US" altLang="zh-CN" sz="2400" b="1"/>
          </a:p>
        </p:txBody>
      </p:sp>
      <p:sp>
        <p:nvSpPr>
          <p:cNvPr id="206855" name="Text Box 7"/>
          <p:cNvSpPr txBox="1">
            <a:spLocks noChangeArrowheads="1"/>
          </p:cNvSpPr>
          <p:nvPr/>
        </p:nvSpPr>
        <p:spPr bwMode="auto">
          <a:xfrm>
            <a:off x="1828800" y="3962400"/>
            <a:ext cx="4572000" cy="1552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b="1"/>
              <a:t>First(S) = { i, a }</a:t>
            </a:r>
            <a:endParaRPr kumimoji="0" lang="en-US" altLang="zh-CN" sz="2400" b="1"/>
          </a:p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b="1"/>
              <a:t>First(S’) = { e, </a:t>
            </a:r>
            <a:r>
              <a:rPr kumimoji="0" lang="en-US" altLang="zh-CN" sz="2400" b="1">
                <a:latin typeface="Symbol" panose="05050102010706020507" pitchFamily="18" charset="2"/>
                <a:sym typeface="Symbol" panose="05050102010706020507" pitchFamily="18" charset="2"/>
              </a:rPr>
              <a:t>e</a:t>
            </a:r>
            <a:r>
              <a:rPr kumimoji="0" lang="en-US" altLang="zh-CN" sz="2400" b="1"/>
              <a:t> }</a:t>
            </a:r>
            <a:endParaRPr kumimoji="0" lang="en-US" altLang="zh-CN" sz="2400" b="1"/>
          </a:p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b="1"/>
              <a:t>First(E) = { b }</a:t>
            </a:r>
            <a:endParaRPr kumimoji="0" lang="en-US" altLang="zh-CN" sz="2400" b="1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68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6855" grpId="0" autoUpdateAnimBg="0"/>
    </p:bldLst>
  </p:timing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计算</a:t>
            </a:r>
            <a:r>
              <a:rPr lang="en-US" altLang="zh-CN"/>
              <a:t>FOLLOW(A)——</a:t>
            </a:r>
            <a:r>
              <a:rPr lang="zh-CN" altLang="en-US"/>
              <a:t>非终结符</a:t>
            </a:r>
            <a:endParaRPr lang="zh-CN" altLang="en-US"/>
          </a:p>
        </p:txBody>
      </p:sp>
      <p:sp>
        <p:nvSpPr>
          <p:cNvPr id="9933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609600" indent="-609600" eaLnBrk="1" hangingPunct="1">
              <a:buFont typeface="Wingdings" panose="05000000000000000000" pitchFamily="2" charset="2"/>
              <a:buAutoNum type="arabicPeriod"/>
            </a:pPr>
            <a:r>
              <a:rPr lang="en-US" altLang="zh-CN" sz="2800"/>
              <a:t>$</a:t>
            </a:r>
            <a:r>
              <a:rPr lang="zh-CN" altLang="en-US" sz="2800"/>
              <a:t>加入</a:t>
            </a:r>
            <a:r>
              <a:rPr lang="en-US" altLang="zh-CN" sz="2800"/>
              <a:t>FOLLOW(S)</a:t>
            </a:r>
            <a:r>
              <a:rPr lang="zh-CN" altLang="en-US" sz="2800"/>
              <a:t>，</a:t>
            </a:r>
            <a:r>
              <a:rPr lang="en-US" altLang="zh-CN" sz="2800"/>
              <a:t>S</a:t>
            </a:r>
            <a:r>
              <a:rPr lang="zh-CN" altLang="en-US" sz="2800"/>
              <a:t>为开始符号，</a:t>
            </a:r>
            <a:r>
              <a:rPr lang="en-US" altLang="zh-CN" sz="2800"/>
              <a:t>$</a:t>
            </a:r>
            <a:r>
              <a:rPr lang="zh-CN" altLang="en-US" sz="2800"/>
              <a:t>为输入串结束标记</a:t>
            </a:r>
            <a:endParaRPr lang="zh-CN" altLang="en-US" sz="2800"/>
          </a:p>
          <a:p>
            <a:pPr marL="609600" indent="-609600" eaLnBrk="1" hangingPunct="1">
              <a:buFont typeface="Wingdings" panose="05000000000000000000" pitchFamily="2" charset="2"/>
              <a:buAutoNum type="arabicPeriod"/>
            </a:pPr>
            <a:r>
              <a:rPr kumimoji="0" lang="zh-CN" altLang="en-US" sz="2800"/>
              <a:t>若</a:t>
            </a:r>
            <a:r>
              <a:rPr kumimoji="0" lang="en-US" altLang="zh-CN" sz="2800">
                <a:solidFill>
                  <a:schemeClr val="accent2"/>
                </a:solidFill>
              </a:rPr>
              <a:t>A</a:t>
            </a:r>
            <a:r>
              <a:rPr kumimoji="0" lang="en-US" altLang="zh-CN" sz="2800">
                <a:solidFill>
                  <a:schemeClr val="accent2"/>
                </a:solidFill>
                <a:sym typeface="Symbol" panose="05050102010706020507" pitchFamily="18" charset="2"/>
              </a:rPr>
              <a:t>B</a:t>
            </a:r>
            <a:r>
              <a:rPr kumimoji="0" lang="zh-CN" altLang="en-US" sz="2800">
                <a:sym typeface="Symbol" panose="05050102010706020507" pitchFamily="18" charset="2"/>
              </a:rPr>
              <a:t>，则</a:t>
            </a:r>
            <a:r>
              <a:rPr kumimoji="0" lang="en-US" altLang="zh-CN" sz="2800">
                <a:sym typeface="Symbol" panose="05050102010706020507" pitchFamily="18" charset="2"/>
              </a:rPr>
              <a:t>FIRST()</a:t>
            </a:r>
            <a:r>
              <a:rPr kumimoji="0" lang="zh-CN" altLang="en-US" sz="2800">
                <a:sym typeface="Symbol" panose="05050102010706020507" pitchFamily="18" charset="2"/>
              </a:rPr>
              <a:t>中符号除</a:t>
            </a:r>
            <a:r>
              <a:rPr kumimoji="0" lang="en-US" altLang="zh-CN" sz="2800">
                <a:latin typeface="Symbol" panose="05050102010706020507" pitchFamily="18" charset="2"/>
                <a:sym typeface="Symbol" panose="05050102010706020507" pitchFamily="18" charset="2"/>
              </a:rPr>
              <a:t>e</a:t>
            </a:r>
            <a:r>
              <a:rPr kumimoji="0" lang="zh-CN" altLang="en-US" sz="2800">
                <a:sym typeface="Symbol" panose="05050102010706020507" pitchFamily="18" charset="2"/>
              </a:rPr>
              <a:t>外，均加入</a:t>
            </a:r>
            <a:r>
              <a:rPr kumimoji="0" lang="en-US" altLang="zh-CN" sz="2800">
                <a:sym typeface="Symbol" panose="05050102010706020507" pitchFamily="18" charset="2"/>
              </a:rPr>
              <a:t>FOLLOW(B)</a:t>
            </a:r>
            <a:br>
              <a:rPr kumimoji="0" lang="en-US" altLang="zh-CN" sz="2800">
                <a:sym typeface="Symbol" panose="05050102010706020507" pitchFamily="18" charset="2"/>
              </a:rPr>
            </a:br>
            <a:r>
              <a:rPr kumimoji="0" lang="zh-CN" altLang="en-US" sz="2800">
                <a:solidFill>
                  <a:schemeClr val="hlink"/>
                </a:solidFill>
                <a:ea typeface="黑体" panose="02010609060101010101" pitchFamily="49" charset="-122"/>
                <a:sym typeface="Symbol" panose="05050102010706020507" pitchFamily="18" charset="2"/>
              </a:rPr>
              <a:t>因为：</a:t>
            </a:r>
            <a:r>
              <a:rPr kumimoji="0" lang="zh-CN" altLang="en-US" sz="2800">
                <a:sym typeface="Symbol" panose="05050102010706020507" pitchFamily="18" charset="2"/>
              </a:rPr>
              <a:t>若有</a:t>
            </a:r>
            <a:r>
              <a:rPr kumimoji="0" lang="zh-CN" altLang="en-US" sz="2800">
                <a:solidFill>
                  <a:schemeClr val="accent2"/>
                </a:solidFill>
                <a:sym typeface="Symbol" panose="05050102010706020507" pitchFamily="18" charset="2"/>
              </a:rPr>
              <a:t></a:t>
            </a:r>
            <a:r>
              <a:rPr kumimoji="0" lang="en-US" altLang="zh-CN" sz="2800">
                <a:solidFill>
                  <a:srgbClr val="FF3300"/>
                </a:solidFill>
                <a:sym typeface="Symbol" panose="05050102010706020507" pitchFamily="18" charset="2"/>
              </a:rPr>
              <a:t>a</a:t>
            </a:r>
            <a:r>
              <a:rPr kumimoji="0" lang="en-US" altLang="zh-CN" sz="2800">
                <a:solidFill>
                  <a:schemeClr val="accent2"/>
                </a:solidFill>
                <a:latin typeface="Symbol" panose="05050102010706020507" pitchFamily="18" charset="2"/>
                <a:sym typeface="Symbol" panose="05050102010706020507" pitchFamily="18" charset="2"/>
              </a:rPr>
              <a:t>g</a:t>
            </a:r>
            <a:r>
              <a:rPr kumimoji="0" lang="zh-CN" altLang="en-US" sz="2800">
                <a:sym typeface="Symbol" panose="05050102010706020507" pitchFamily="18" charset="2"/>
              </a:rPr>
              <a:t>，显然会有</a:t>
            </a:r>
            <a:r>
              <a:rPr kumimoji="0" lang="en-US" altLang="zh-CN" sz="2800">
                <a:solidFill>
                  <a:schemeClr val="accent2"/>
                </a:solidFill>
                <a:sym typeface="Symbol" panose="05050102010706020507" pitchFamily="18" charset="2"/>
              </a:rPr>
              <a:t>S</a:t>
            </a:r>
            <a:r>
              <a:rPr kumimoji="0" lang="en-US" altLang="zh-CN" sz="2800">
                <a:solidFill>
                  <a:srgbClr val="800000"/>
                </a:solidFill>
                <a:latin typeface="Symbol" panose="05050102010706020507" pitchFamily="18" charset="2"/>
                <a:sym typeface="Symbol" panose="05050102010706020507" pitchFamily="18" charset="2"/>
              </a:rPr>
              <a:t>d</a:t>
            </a:r>
            <a:r>
              <a:rPr kumimoji="0" lang="en-US" altLang="zh-CN" sz="2800">
                <a:solidFill>
                  <a:schemeClr val="accent2"/>
                </a:solidFill>
                <a:sym typeface="Symbol" panose="05050102010706020507" pitchFamily="18" charset="2"/>
              </a:rPr>
              <a:t>B</a:t>
            </a:r>
            <a:r>
              <a:rPr kumimoji="0" lang="en-US" altLang="zh-CN" sz="2800">
                <a:solidFill>
                  <a:srgbClr val="FF3300"/>
                </a:solidFill>
                <a:sym typeface="Symbol" panose="05050102010706020507" pitchFamily="18" charset="2"/>
              </a:rPr>
              <a:t>a</a:t>
            </a:r>
            <a:r>
              <a:rPr kumimoji="0" lang="en-US" altLang="zh-CN" sz="2800">
                <a:solidFill>
                  <a:schemeClr val="accent2"/>
                </a:solidFill>
                <a:latin typeface="Symbol" panose="05050102010706020507" pitchFamily="18" charset="2"/>
                <a:sym typeface="Symbol" panose="05050102010706020507" pitchFamily="18" charset="2"/>
              </a:rPr>
              <a:t>g</a:t>
            </a:r>
            <a:r>
              <a:rPr kumimoji="0" lang="en-US" altLang="zh-CN" sz="2800">
                <a:solidFill>
                  <a:srgbClr val="800000"/>
                </a:solidFill>
                <a:latin typeface="Symbol" panose="05050102010706020507" pitchFamily="18" charset="2"/>
                <a:sym typeface="Symbol" panose="05050102010706020507" pitchFamily="18" charset="2"/>
              </a:rPr>
              <a:t>h</a:t>
            </a:r>
            <a:r>
              <a:rPr kumimoji="0" lang="en-US" altLang="zh-CN" sz="2800">
                <a:sym typeface="Symbol" panose="05050102010706020507" pitchFamily="18" charset="2"/>
              </a:rPr>
              <a:t> </a:t>
            </a:r>
            <a:endParaRPr kumimoji="0" lang="en-US" altLang="zh-CN" sz="2800">
              <a:latin typeface="Symbol" panose="05050102010706020507" pitchFamily="18" charset="2"/>
              <a:sym typeface="Symbol" panose="05050102010706020507" pitchFamily="18" charset="2"/>
            </a:endParaRPr>
          </a:p>
          <a:p>
            <a:pPr marL="609600" indent="-609600" eaLnBrk="1" hangingPunct="1">
              <a:buFont typeface="Wingdings" panose="05000000000000000000" pitchFamily="2" charset="2"/>
              <a:buAutoNum type="arabicPeriod"/>
            </a:pPr>
            <a:r>
              <a:rPr kumimoji="0" lang="zh-CN" altLang="en-US" sz="2800"/>
              <a:t>若</a:t>
            </a:r>
            <a:r>
              <a:rPr kumimoji="0" lang="en-US" altLang="zh-CN" sz="2800">
                <a:solidFill>
                  <a:schemeClr val="accent2"/>
                </a:solidFill>
              </a:rPr>
              <a:t>A</a:t>
            </a:r>
            <a:r>
              <a:rPr kumimoji="0" lang="en-US" altLang="zh-CN" sz="2800">
                <a:solidFill>
                  <a:schemeClr val="accent2"/>
                </a:solidFill>
                <a:sym typeface="Symbol" panose="05050102010706020507" pitchFamily="18" charset="2"/>
              </a:rPr>
              <a:t>B</a:t>
            </a:r>
            <a:r>
              <a:rPr kumimoji="0" lang="zh-CN" altLang="en-US" sz="2800">
                <a:sym typeface="Symbol" panose="05050102010706020507" pitchFamily="18" charset="2"/>
              </a:rPr>
              <a:t>或</a:t>
            </a:r>
            <a:r>
              <a:rPr kumimoji="0" lang="en-US" altLang="zh-CN" sz="2800">
                <a:solidFill>
                  <a:schemeClr val="accent2"/>
                </a:solidFill>
              </a:rPr>
              <a:t>A</a:t>
            </a:r>
            <a:r>
              <a:rPr kumimoji="0" lang="en-US" altLang="zh-CN" sz="2800">
                <a:solidFill>
                  <a:schemeClr val="accent2"/>
                </a:solidFill>
                <a:sym typeface="Symbol" panose="05050102010706020507" pitchFamily="18" charset="2"/>
              </a:rPr>
              <a:t>B</a:t>
            </a:r>
            <a:r>
              <a:rPr kumimoji="0" lang="zh-CN" altLang="en-US" sz="2800">
                <a:sym typeface="Symbol" panose="05050102010706020507" pitchFamily="18" charset="2"/>
              </a:rPr>
              <a:t>且</a:t>
            </a:r>
            <a:r>
              <a:rPr kumimoji="0" lang="zh-CN" altLang="en-US" sz="2800">
                <a:solidFill>
                  <a:schemeClr val="accent2"/>
                </a:solidFill>
                <a:sym typeface="Symbol" panose="05050102010706020507" pitchFamily="18" charset="2"/>
              </a:rPr>
              <a:t></a:t>
            </a:r>
            <a:r>
              <a:rPr kumimoji="0" lang="en-US" altLang="zh-CN" sz="2800">
                <a:solidFill>
                  <a:schemeClr val="accent2"/>
                </a:solidFill>
                <a:latin typeface="Symbol" panose="05050102010706020507" pitchFamily="18" charset="2"/>
                <a:sym typeface="Symbol" panose="05050102010706020507" pitchFamily="18" charset="2"/>
              </a:rPr>
              <a:t>e</a:t>
            </a:r>
            <a:r>
              <a:rPr kumimoji="0" lang="zh-CN" altLang="en-US" sz="2800">
                <a:sym typeface="Symbol" panose="05050102010706020507" pitchFamily="18" charset="2"/>
              </a:rPr>
              <a:t>，</a:t>
            </a:r>
            <a:r>
              <a:rPr kumimoji="0" lang="en-US" altLang="zh-CN" sz="2800">
                <a:sym typeface="Symbol" panose="05050102010706020507" pitchFamily="18" charset="2"/>
              </a:rPr>
              <a:t>FOLLOW(A)</a:t>
            </a:r>
            <a:r>
              <a:rPr kumimoji="0" lang="zh-CN" altLang="en-US" sz="2800">
                <a:sym typeface="Symbol" panose="05050102010706020507" pitchFamily="18" charset="2"/>
              </a:rPr>
              <a:t>中所有符号加入</a:t>
            </a:r>
            <a:r>
              <a:rPr kumimoji="0" lang="en-US" altLang="zh-CN" sz="2800">
                <a:sym typeface="Symbol" panose="05050102010706020507" pitchFamily="18" charset="2"/>
              </a:rPr>
              <a:t>FOLLOW(B)</a:t>
            </a:r>
            <a:br>
              <a:rPr kumimoji="0" lang="en-US" altLang="zh-CN" sz="2800">
                <a:sym typeface="Symbol" panose="05050102010706020507" pitchFamily="18" charset="2"/>
              </a:rPr>
            </a:br>
            <a:r>
              <a:rPr kumimoji="0" lang="zh-CN" altLang="en-US" sz="2800">
                <a:solidFill>
                  <a:schemeClr val="hlink"/>
                </a:solidFill>
                <a:ea typeface="黑体" panose="02010609060101010101" pitchFamily="49" charset="-122"/>
                <a:sym typeface="Symbol" panose="05050102010706020507" pitchFamily="18" charset="2"/>
              </a:rPr>
              <a:t>因为：</a:t>
            </a:r>
            <a:r>
              <a:rPr kumimoji="0" lang="zh-CN" altLang="en-US" sz="2800">
                <a:sym typeface="Symbol" panose="05050102010706020507" pitchFamily="18" charset="2"/>
              </a:rPr>
              <a:t>若有</a:t>
            </a:r>
            <a:r>
              <a:rPr kumimoji="0" lang="en-US" altLang="zh-CN" sz="2800">
                <a:solidFill>
                  <a:schemeClr val="accent2"/>
                </a:solidFill>
                <a:sym typeface="Symbol" panose="05050102010706020507" pitchFamily="18" charset="2"/>
              </a:rPr>
              <a:t>S</a:t>
            </a:r>
            <a:r>
              <a:rPr kumimoji="0" lang="en-US" altLang="zh-CN" sz="2800">
                <a:solidFill>
                  <a:srgbClr val="800000"/>
                </a:solidFill>
                <a:latin typeface="Symbol" panose="05050102010706020507" pitchFamily="18" charset="2"/>
                <a:sym typeface="Symbol" panose="05050102010706020507" pitchFamily="18" charset="2"/>
              </a:rPr>
              <a:t>g</a:t>
            </a:r>
            <a:r>
              <a:rPr kumimoji="0" lang="en-US" altLang="zh-CN" sz="2800">
                <a:solidFill>
                  <a:schemeClr val="accent2"/>
                </a:solidFill>
                <a:sym typeface="Symbol" panose="05050102010706020507" pitchFamily="18" charset="2"/>
              </a:rPr>
              <a:t>A</a:t>
            </a:r>
            <a:r>
              <a:rPr kumimoji="0" lang="en-US" altLang="zh-CN" sz="2800">
                <a:solidFill>
                  <a:srgbClr val="FF3300"/>
                </a:solidFill>
                <a:sym typeface="Symbol" panose="05050102010706020507" pitchFamily="18" charset="2"/>
              </a:rPr>
              <a:t>a</a:t>
            </a:r>
            <a:r>
              <a:rPr kumimoji="0" lang="en-US" altLang="zh-CN" sz="2800">
                <a:solidFill>
                  <a:srgbClr val="800000"/>
                </a:solidFill>
                <a:latin typeface="Symbol" panose="05050102010706020507" pitchFamily="18" charset="2"/>
                <a:sym typeface="Symbol" panose="05050102010706020507" pitchFamily="18" charset="2"/>
              </a:rPr>
              <a:t>h</a:t>
            </a:r>
            <a:r>
              <a:rPr kumimoji="0" lang="zh-CN" altLang="en-US" sz="2800">
                <a:solidFill>
                  <a:schemeClr val="accent2"/>
                </a:solidFill>
                <a:sym typeface="Symbol" panose="05050102010706020507" pitchFamily="18" charset="2"/>
              </a:rPr>
              <a:t>，则有</a:t>
            </a:r>
            <a:r>
              <a:rPr kumimoji="0" lang="en-US" altLang="zh-CN" sz="2800">
                <a:solidFill>
                  <a:schemeClr val="accent2"/>
                </a:solidFill>
                <a:sym typeface="Symbol" panose="05050102010706020507" pitchFamily="18" charset="2"/>
              </a:rPr>
              <a:t>S</a:t>
            </a:r>
            <a:r>
              <a:rPr kumimoji="0" lang="en-US" altLang="zh-CN" sz="2800">
                <a:solidFill>
                  <a:srgbClr val="800000"/>
                </a:solidFill>
                <a:latin typeface="Symbol" panose="05050102010706020507" pitchFamily="18" charset="2"/>
                <a:sym typeface="Symbol" panose="05050102010706020507" pitchFamily="18" charset="2"/>
              </a:rPr>
              <a:t>g</a:t>
            </a:r>
            <a:r>
              <a:rPr kumimoji="0" lang="en-US" altLang="zh-CN" sz="2800">
                <a:solidFill>
                  <a:schemeClr val="accent2"/>
                </a:solidFill>
                <a:sym typeface="Symbol" panose="05050102010706020507" pitchFamily="18" charset="2"/>
              </a:rPr>
              <a:t>B</a:t>
            </a:r>
            <a:r>
              <a:rPr kumimoji="0" lang="en-US" altLang="zh-CN" sz="2800">
                <a:solidFill>
                  <a:srgbClr val="FF3300"/>
                </a:solidFill>
                <a:sym typeface="Symbol" panose="05050102010706020507" pitchFamily="18" charset="2"/>
              </a:rPr>
              <a:t>a</a:t>
            </a:r>
            <a:r>
              <a:rPr kumimoji="0" lang="en-US" altLang="zh-CN" sz="2800">
                <a:solidFill>
                  <a:srgbClr val="800000"/>
                </a:solidFill>
                <a:latin typeface="Symbol" panose="05050102010706020507" pitchFamily="18" charset="2"/>
                <a:sym typeface="Symbol" panose="05050102010706020507" pitchFamily="18" charset="2"/>
              </a:rPr>
              <a:t>h</a:t>
            </a:r>
            <a:r>
              <a:rPr kumimoji="0" lang="en-US" altLang="zh-CN" sz="2800">
                <a:sym typeface="Symbol" panose="05050102010706020507" pitchFamily="18" charset="2"/>
              </a:rPr>
              <a:t> </a:t>
            </a:r>
            <a:endParaRPr kumimoji="0" lang="en-US" altLang="zh-CN" sz="2800">
              <a:sym typeface="Symbol" panose="05050102010706020507" pitchFamily="18" charset="2"/>
            </a:endParaRPr>
          </a:p>
        </p:txBody>
      </p:sp>
      <p:sp>
        <p:nvSpPr>
          <p:cNvPr id="99332" name="Text Box 8"/>
          <p:cNvSpPr txBox="1">
            <a:spLocks noChangeArrowheads="1"/>
          </p:cNvSpPr>
          <p:nvPr/>
        </p:nvSpPr>
        <p:spPr bwMode="auto">
          <a:xfrm>
            <a:off x="5410200" y="3581400"/>
            <a:ext cx="381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b="1">
                <a:solidFill>
                  <a:schemeClr val="accent2"/>
                </a:solidFill>
              </a:rPr>
              <a:t>*</a:t>
            </a:r>
            <a:endParaRPr kumimoji="0" lang="en-US" altLang="zh-CN" sz="2400" b="1">
              <a:solidFill>
                <a:schemeClr val="accent2"/>
              </a:solidFill>
            </a:endParaRPr>
          </a:p>
        </p:txBody>
      </p:sp>
      <p:sp>
        <p:nvSpPr>
          <p:cNvPr id="99333" name="Text Box 9"/>
          <p:cNvSpPr txBox="1">
            <a:spLocks noChangeArrowheads="1"/>
          </p:cNvSpPr>
          <p:nvPr/>
        </p:nvSpPr>
        <p:spPr bwMode="auto">
          <a:xfrm>
            <a:off x="6477000" y="3124200"/>
            <a:ext cx="381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b="1">
                <a:solidFill>
                  <a:schemeClr val="accent2"/>
                </a:solidFill>
              </a:rPr>
              <a:t>*</a:t>
            </a:r>
            <a:endParaRPr kumimoji="0" lang="en-US" altLang="zh-CN" sz="2400" b="1">
              <a:solidFill>
                <a:schemeClr val="accent2"/>
              </a:solidFill>
            </a:endParaRPr>
          </a:p>
        </p:txBody>
      </p:sp>
      <p:sp>
        <p:nvSpPr>
          <p:cNvPr id="99334" name="Text Box 10"/>
          <p:cNvSpPr txBox="1">
            <a:spLocks noChangeArrowheads="1"/>
          </p:cNvSpPr>
          <p:nvPr/>
        </p:nvSpPr>
        <p:spPr bwMode="auto">
          <a:xfrm>
            <a:off x="3810000" y="3124200"/>
            <a:ext cx="381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b="1">
                <a:solidFill>
                  <a:schemeClr val="accent2"/>
                </a:solidFill>
              </a:rPr>
              <a:t>*</a:t>
            </a:r>
            <a:endParaRPr kumimoji="0" lang="en-US" altLang="zh-CN" sz="2400" b="1">
              <a:solidFill>
                <a:schemeClr val="accent2"/>
              </a:solidFill>
            </a:endParaRPr>
          </a:p>
        </p:txBody>
      </p:sp>
      <p:sp>
        <p:nvSpPr>
          <p:cNvPr id="99335" name="Text Box 11"/>
          <p:cNvSpPr txBox="1">
            <a:spLocks noChangeArrowheads="1"/>
          </p:cNvSpPr>
          <p:nvPr/>
        </p:nvSpPr>
        <p:spPr bwMode="auto">
          <a:xfrm>
            <a:off x="6248400" y="4495800"/>
            <a:ext cx="381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b="1">
                <a:solidFill>
                  <a:schemeClr val="accent2"/>
                </a:solidFill>
              </a:rPr>
              <a:t>*</a:t>
            </a:r>
            <a:endParaRPr kumimoji="0" lang="en-US" altLang="zh-CN" sz="2400" b="1">
              <a:solidFill>
                <a:schemeClr val="accent2"/>
              </a:solidFill>
            </a:endParaRPr>
          </a:p>
        </p:txBody>
      </p:sp>
      <p:sp>
        <p:nvSpPr>
          <p:cNvPr id="99336" name="Text Box 12"/>
          <p:cNvSpPr txBox="1">
            <a:spLocks noChangeArrowheads="1"/>
          </p:cNvSpPr>
          <p:nvPr/>
        </p:nvSpPr>
        <p:spPr bwMode="auto">
          <a:xfrm>
            <a:off x="3810000" y="4495800"/>
            <a:ext cx="381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b="1">
                <a:solidFill>
                  <a:schemeClr val="accent2"/>
                </a:solidFill>
              </a:rPr>
              <a:t>*</a:t>
            </a:r>
            <a:endParaRPr kumimoji="0" lang="en-US" altLang="zh-CN" sz="2400" b="1">
              <a:solidFill>
                <a:schemeClr val="accent2"/>
              </a:solidFill>
            </a:endParaRPr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二次扫描算法计算</a:t>
            </a:r>
            <a:r>
              <a:rPr lang="en-US" altLang="zh-CN"/>
              <a:t>FOLLOW</a:t>
            </a:r>
            <a:endParaRPr lang="en-US" altLang="zh-CN"/>
          </a:p>
        </p:txBody>
      </p:sp>
      <p:sp>
        <p:nvSpPr>
          <p:cNvPr id="10035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182688" y="1371600"/>
            <a:ext cx="7772400" cy="5181600"/>
          </a:xfrm>
        </p:spPr>
        <p:txBody>
          <a:bodyPr/>
          <a:lstStyle/>
          <a:p>
            <a:pPr marL="198755" indent="-198755" eaLnBrk="1" hangingPunct="1">
              <a:buFont typeface="Wingdings" panose="05000000000000000000" pitchFamily="2" charset="2"/>
              <a:buAutoNum type="arabicPeriod"/>
            </a:pPr>
            <a:r>
              <a:rPr lang="zh-CN" altLang="en-US" sz="2800"/>
              <a:t>对所有非终结符</a:t>
            </a:r>
            <a:r>
              <a:rPr lang="en-US" altLang="zh-CN" sz="2800"/>
              <a:t>X</a:t>
            </a:r>
            <a:r>
              <a:rPr lang="zh-CN" altLang="en-US" sz="2800"/>
              <a:t>，</a:t>
            </a:r>
            <a:r>
              <a:rPr lang="en-US" altLang="zh-CN" sz="2800"/>
              <a:t>FOLLOW(X)</a:t>
            </a:r>
            <a:r>
              <a:rPr lang="zh-CN" altLang="en-US" sz="2800"/>
              <a:t>置为空集。</a:t>
            </a:r>
            <a:r>
              <a:rPr lang="en-US" altLang="zh-CN" sz="2800"/>
              <a:t>FOLLOW(S)={$}</a:t>
            </a:r>
            <a:r>
              <a:rPr lang="zh-CN" altLang="en-US" sz="2800"/>
              <a:t>，</a:t>
            </a:r>
            <a:r>
              <a:rPr lang="en-US" altLang="zh-CN" sz="2800"/>
              <a:t>S</a:t>
            </a:r>
            <a:r>
              <a:rPr lang="zh-CN" altLang="en-US" sz="2800"/>
              <a:t>为开始符号</a:t>
            </a:r>
            <a:endParaRPr lang="zh-CN" altLang="en-US" sz="2800"/>
          </a:p>
          <a:p>
            <a:pPr marL="198755" indent="-198755" eaLnBrk="1" hangingPunct="1">
              <a:buFont typeface="Wingdings" panose="05000000000000000000" pitchFamily="2" charset="2"/>
              <a:buAutoNum type="arabicPeriod"/>
            </a:pPr>
            <a:r>
              <a:rPr lang="zh-CN" altLang="en-US" sz="2800"/>
              <a:t>重复下面步骤，直至所有</a:t>
            </a:r>
            <a:r>
              <a:rPr lang="en-US" altLang="zh-CN" sz="2800"/>
              <a:t>FOLLOW</a:t>
            </a:r>
            <a:r>
              <a:rPr lang="zh-CN" altLang="en-US" sz="2800"/>
              <a:t>集都不再变化</a:t>
            </a:r>
            <a:endParaRPr lang="zh-CN" altLang="en-US" sz="2800"/>
          </a:p>
          <a:p>
            <a:pPr marL="396875" lvl="1" indent="-8255" eaLnBrk="1" hangingPunct="1">
              <a:buFont typeface="Wingdings" panose="05000000000000000000" pitchFamily="2" charset="2"/>
              <a:buNone/>
            </a:pPr>
            <a:r>
              <a:rPr lang="en-US" altLang="zh-CN" sz="2400"/>
              <a:t>for </a:t>
            </a:r>
            <a:r>
              <a:rPr lang="zh-CN" altLang="en-US" sz="2400"/>
              <a:t>所有产生式</a:t>
            </a:r>
            <a:r>
              <a:rPr kumimoji="0" lang="en-US" altLang="zh-CN" sz="2400">
                <a:sym typeface="Symbol" panose="05050102010706020507" pitchFamily="18" charset="2"/>
              </a:rPr>
              <a:t>X  X</a:t>
            </a:r>
            <a:r>
              <a:rPr kumimoji="0" lang="en-US" altLang="zh-CN" sz="2400" baseline="-25000">
                <a:sym typeface="Symbol" panose="05050102010706020507" pitchFamily="18" charset="2"/>
              </a:rPr>
              <a:t>1</a:t>
            </a:r>
            <a:r>
              <a:rPr kumimoji="0" lang="en-US" altLang="zh-CN" sz="2400">
                <a:sym typeface="Symbol" panose="05050102010706020507" pitchFamily="18" charset="2"/>
              </a:rPr>
              <a:t> X</a:t>
            </a:r>
            <a:r>
              <a:rPr kumimoji="0" lang="en-US" altLang="zh-CN" sz="2400" baseline="-25000">
                <a:sym typeface="Symbol" panose="05050102010706020507" pitchFamily="18" charset="2"/>
              </a:rPr>
              <a:t>2</a:t>
            </a:r>
            <a:r>
              <a:rPr kumimoji="0" lang="en-US" altLang="zh-CN" sz="2400">
                <a:sym typeface="Symbol" panose="05050102010706020507" pitchFamily="18" charset="2"/>
              </a:rPr>
              <a:t> … X</a:t>
            </a:r>
            <a:r>
              <a:rPr kumimoji="0" lang="en-US" altLang="zh-CN" sz="2400" baseline="-25000">
                <a:sym typeface="Symbol" panose="05050102010706020507" pitchFamily="18" charset="2"/>
              </a:rPr>
              <a:t>m</a:t>
            </a:r>
            <a:br>
              <a:rPr kumimoji="0" lang="en-US" altLang="zh-CN" sz="2400" baseline="-25000">
                <a:sym typeface="Symbol" panose="05050102010706020507" pitchFamily="18" charset="2"/>
              </a:rPr>
            </a:br>
            <a:r>
              <a:rPr kumimoji="0" lang="en-US" altLang="zh-CN" sz="2400" baseline="-25000">
                <a:sym typeface="Symbol" panose="05050102010706020507" pitchFamily="18" charset="2"/>
              </a:rPr>
              <a:t>     </a:t>
            </a:r>
            <a:r>
              <a:rPr kumimoji="0" lang="en-US" altLang="zh-CN" sz="2400">
                <a:sym typeface="Symbol" panose="05050102010706020507" pitchFamily="18" charset="2"/>
              </a:rPr>
              <a:t>for j = 1 to m</a:t>
            </a:r>
            <a:br>
              <a:rPr kumimoji="0" lang="en-US" altLang="zh-CN" sz="2400">
                <a:sym typeface="Symbol" panose="05050102010706020507" pitchFamily="18" charset="2"/>
              </a:rPr>
            </a:br>
            <a:r>
              <a:rPr kumimoji="0" lang="en-US" altLang="zh-CN" sz="2400">
                <a:sym typeface="Symbol" panose="05050102010706020507" pitchFamily="18" charset="2"/>
              </a:rPr>
              <a:t>      if X</a:t>
            </a:r>
            <a:r>
              <a:rPr kumimoji="0" lang="en-US" altLang="zh-CN" sz="2400" baseline="-25000">
                <a:sym typeface="Symbol" panose="05050102010706020507" pitchFamily="18" charset="2"/>
              </a:rPr>
              <a:t>j</a:t>
            </a:r>
            <a:r>
              <a:rPr kumimoji="0" lang="zh-CN" altLang="en-US" sz="2400">
                <a:sym typeface="Symbol" panose="05050102010706020507" pitchFamily="18" charset="2"/>
              </a:rPr>
              <a:t>为非终结符，则</a:t>
            </a:r>
            <a:r>
              <a:rPr kumimoji="0" lang="en-US" altLang="zh-CN" sz="2400"/>
              <a:t>Follow(</a:t>
            </a:r>
            <a:r>
              <a:rPr kumimoji="0" lang="en-US" altLang="zh-CN" sz="2400">
                <a:sym typeface="Symbol" panose="05050102010706020507" pitchFamily="18" charset="2"/>
              </a:rPr>
              <a:t>X</a:t>
            </a:r>
            <a:r>
              <a:rPr kumimoji="0" lang="en-US" altLang="zh-CN" sz="2400" baseline="-25000">
                <a:sym typeface="Symbol" panose="05050102010706020507" pitchFamily="18" charset="2"/>
              </a:rPr>
              <a:t>j</a:t>
            </a:r>
            <a:r>
              <a:rPr kumimoji="0" lang="en-US" altLang="zh-CN" sz="2400">
                <a:sym typeface="Symbol" panose="05050102010706020507" pitchFamily="18" charset="2"/>
              </a:rPr>
              <a:t>)=</a:t>
            </a:r>
            <a:r>
              <a:rPr kumimoji="0" lang="en-US" altLang="zh-CN" sz="2400"/>
              <a:t>Follow(</a:t>
            </a:r>
            <a:r>
              <a:rPr kumimoji="0" lang="en-US" altLang="zh-CN" sz="2400">
                <a:sym typeface="Symbol" panose="05050102010706020507" pitchFamily="18" charset="2"/>
              </a:rPr>
              <a:t>X</a:t>
            </a:r>
            <a:r>
              <a:rPr kumimoji="0" lang="en-US" altLang="zh-CN" sz="2400" baseline="-25000">
                <a:sym typeface="Symbol" panose="05050102010706020507" pitchFamily="18" charset="2"/>
              </a:rPr>
              <a:t>j</a:t>
            </a:r>
            <a:r>
              <a:rPr kumimoji="0" lang="en-US" altLang="zh-CN" sz="2400">
                <a:sym typeface="Symbol" panose="05050102010706020507" pitchFamily="18" charset="2"/>
              </a:rPr>
              <a:t>)(First(X</a:t>
            </a:r>
            <a:r>
              <a:rPr kumimoji="0" lang="en-US" altLang="zh-CN" sz="2400" baseline="-25000">
                <a:sym typeface="Symbol" panose="05050102010706020507" pitchFamily="18" charset="2"/>
              </a:rPr>
              <a:t>j+1</a:t>
            </a:r>
            <a:r>
              <a:rPr kumimoji="0" lang="en-US" altLang="zh-CN" sz="2400">
                <a:sym typeface="Symbol" panose="05050102010706020507" pitchFamily="18" charset="2"/>
              </a:rPr>
              <a:t>,…,X</a:t>
            </a:r>
            <a:r>
              <a:rPr kumimoji="0" lang="en-US" altLang="zh-CN" sz="2400" baseline="-25000">
                <a:sym typeface="Symbol" panose="05050102010706020507" pitchFamily="18" charset="2"/>
              </a:rPr>
              <a:t>m</a:t>
            </a:r>
            <a:r>
              <a:rPr kumimoji="0" lang="en-US" altLang="zh-CN" sz="2400">
                <a:sym typeface="Symbol" panose="05050102010706020507" pitchFamily="18" charset="2"/>
              </a:rPr>
              <a:t>)-{</a:t>
            </a:r>
            <a:r>
              <a:rPr kumimoji="0" lang="en-US" altLang="zh-CN" sz="2400">
                <a:latin typeface="Symbol" panose="05050102010706020507" pitchFamily="18" charset="2"/>
                <a:sym typeface="Symbol" panose="05050102010706020507" pitchFamily="18" charset="2"/>
              </a:rPr>
              <a:t>e</a:t>
            </a:r>
            <a:r>
              <a:rPr kumimoji="0" lang="en-US" altLang="zh-CN" sz="2400">
                <a:sym typeface="Symbol" panose="05050102010706020507" pitchFamily="18" charset="2"/>
              </a:rPr>
              <a:t>});</a:t>
            </a:r>
            <a:br>
              <a:rPr kumimoji="0" lang="en-US" altLang="zh-CN" sz="2000" b="1">
                <a:sym typeface="Symbol" panose="05050102010706020507" pitchFamily="18" charset="2"/>
              </a:rPr>
            </a:br>
            <a:r>
              <a:rPr kumimoji="0" lang="zh-CN" altLang="en-US" sz="2400">
                <a:sym typeface="Symbol" panose="05050102010706020507" pitchFamily="18" charset="2"/>
              </a:rPr>
              <a:t>若</a:t>
            </a:r>
            <a:r>
              <a:rPr kumimoji="0" lang="en-US" altLang="zh-CN" sz="2400">
                <a:latin typeface="Symbol" panose="05050102010706020507" pitchFamily="18" charset="2"/>
                <a:sym typeface="Symbol" panose="05050102010706020507" pitchFamily="18" charset="2"/>
              </a:rPr>
              <a:t>e</a:t>
            </a:r>
            <a:r>
              <a:rPr kumimoji="0" lang="en-US" altLang="zh-CN" sz="2400">
                <a:latin typeface="宋体" panose="02010600030101010101" pitchFamily="2" charset="-122"/>
                <a:sym typeface="Symbol" panose="05050102010706020507" pitchFamily="18" charset="2"/>
              </a:rPr>
              <a:t>∈</a:t>
            </a:r>
            <a:r>
              <a:rPr kumimoji="0" lang="en-US" altLang="zh-CN" sz="2400">
                <a:sym typeface="Symbol" panose="05050102010706020507" pitchFamily="18" charset="2"/>
              </a:rPr>
              <a:t>First(X</a:t>
            </a:r>
            <a:r>
              <a:rPr kumimoji="0" lang="en-US" altLang="zh-CN" sz="2400" baseline="-25000">
                <a:sym typeface="Symbol" panose="05050102010706020507" pitchFamily="18" charset="2"/>
              </a:rPr>
              <a:t>j+1</a:t>
            </a:r>
            <a:r>
              <a:rPr kumimoji="0" lang="en-US" altLang="zh-CN" sz="2400">
                <a:sym typeface="Symbol" panose="05050102010706020507" pitchFamily="18" charset="2"/>
              </a:rPr>
              <a:t>,…,X</a:t>
            </a:r>
            <a:r>
              <a:rPr kumimoji="0" lang="en-US" altLang="zh-CN" sz="2400" baseline="-25000">
                <a:sym typeface="Symbol" panose="05050102010706020507" pitchFamily="18" charset="2"/>
              </a:rPr>
              <a:t>m</a:t>
            </a:r>
            <a:r>
              <a:rPr kumimoji="0" lang="en-US" altLang="zh-CN" sz="2400">
                <a:sym typeface="Symbol" panose="05050102010706020507" pitchFamily="18" charset="2"/>
              </a:rPr>
              <a:t>)</a:t>
            </a:r>
            <a:r>
              <a:rPr kumimoji="0" lang="zh-CN" altLang="en-US" sz="2400">
                <a:sym typeface="Symbol" panose="05050102010706020507" pitchFamily="18" charset="2"/>
              </a:rPr>
              <a:t>或</a:t>
            </a:r>
            <a:r>
              <a:rPr kumimoji="0" lang="en-US" altLang="zh-CN" sz="2400">
                <a:sym typeface="Symbol" panose="05050102010706020507" pitchFamily="18" charset="2"/>
              </a:rPr>
              <a:t>X</a:t>
            </a:r>
            <a:r>
              <a:rPr kumimoji="0" lang="en-US" altLang="zh-CN" sz="2400" baseline="-25000">
                <a:sym typeface="Symbol" panose="05050102010706020507" pitchFamily="18" charset="2"/>
              </a:rPr>
              <a:t>j+1</a:t>
            </a:r>
            <a:r>
              <a:rPr kumimoji="0" lang="en-US" altLang="zh-CN" sz="2400">
                <a:sym typeface="Symbol" panose="05050102010706020507" pitchFamily="18" charset="2"/>
              </a:rPr>
              <a:t>,…,X</a:t>
            </a:r>
            <a:r>
              <a:rPr kumimoji="0" lang="en-US" altLang="zh-CN" sz="2400" baseline="-25000">
                <a:sym typeface="Symbol" panose="05050102010706020507" pitchFamily="18" charset="2"/>
              </a:rPr>
              <a:t>m</a:t>
            </a:r>
            <a:r>
              <a:rPr kumimoji="0" lang="en-US" altLang="zh-CN" sz="2400">
                <a:sym typeface="Symbol" panose="05050102010706020507" pitchFamily="18" charset="2"/>
              </a:rPr>
              <a:t>= </a:t>
            </a:r>
            <a:r>
              <a:rPr kumimoji="0" lang="en-US" altLang="zh-CN" sz="2400">
                <a:latin typeface="Symbol" panose="05050102010706020507" pitchFamily="18" charset="2"/>
                <a:sym typeface="Symbol" panose="05050102010706020507" pitchFamily="18" charset="2"/>
              </a:rPr>
              <a:t>e</a:t>
            </a:r>
            <a:r>
              <a:rPr kumimoji="0" lang="en-US" altLang="zh-CN" sz="2400">
                <a:sym typeface="Symbol" panose="05050102010706020507" pitchFamily="18" charset="2"/>
              </a:rPr>
              <a:t> </a:t>
            </a:r>
            <a:r>
              <a:rPr kumimoji="0" lang="zh-CN" altLang="en-US" sz="2400">
                <a:sym typeface="Symbol" panose="05050102010706020507" pitchFamily="18" charset="2"/>
              </a:rPr>
              <a:t>，则</a:t>
            </a:r>
            <a:br>
              <a:rPr kumimoji="0" lang="zh-CN" altLang="en-US" sz="2400">
                <a:sym typeface="Symbol" panose="05050102010706020507" pitchFamily="18" charset="2"/>
              </a:rPr>
            </a:br>
            <a:r>
              <a:rPr kumimoji="0" lang="zh-CN" altLang="en-US" sz="2400">
                <a:sym typeface="Symbol" panose="05050102010706020507" pitchFamily="18" charset="2"/>
              </a:rPr>
              <a:t> </a:t>
            </a:r>
            <a:r>
              <a:rPr kumimoji="0" lang="en-US" altLang="zh-CN" sz="2400"/>
              <a:t>Follow(</a:t>
            </a:r>
            <a:r>
              <a:rPr kumimoji="0" lang="en-US" altLang="zh-CN" sz="2400">
                <a:sym typeface="Symbol" panose="05050102010706020507" pitchFamily="18" charset="2"/>
              </a:rPr>
              <a:t>X</a:t>
            </a:r>
            <a:r>
              <a:rPr kumimoji="0" lang="en-US" altLang="zh-CN" sz="2400" baseline="-25000">
                <a:sym typeface="Symbol" panose="05050102010706020507" pitchFamily="18" charset="2"/>
              </a:rPr>
              <a:t>j</a:t>
            </a:r>
            <a:r>
              <a:rPr kumimoji="0" lang="en-US" altLang="zh-CN" sz="2400">
                <a:sym typeface="Symbol" panose="05050102010706020507" pitchFamily="18" charset="2"/>
              </a:rPr>
              <a:t>)=</a:t>
            </a:r>
            <a:r>
              <a:rPr kumimoji="0" lang="en-US" altLang="zh-CN" sz="2400"/>
              <a:t>Follow(</a:t>
            </a:r>
            <a:r>
              <a:rPr kumimoji="0" lang="en-US" altLang="zh-CN" sz="2400">
                <a:sym typeface="Symbol" panose="05050102010706020507" pitchFamily="18" charset="2"/>
              </a:rPr>
              <a:t>X</a:t>
            </a:r>
            <a:r>
              <a:rPr kumimoji="0" lang="en-US" altLang="zh-CN" sz="2400" baseline="-25000">
                <a:sym typeface="Symbol" panose="05050102010706020507" pitchFamily="18" charset="2"/>
              </a:rPr>
              <a:t>j</a:t>
            </a:r>
            <a:r>
              <a:rPr kumimoji="0" lang="en-US" altLang="zh-CN" sz="2400">
                <a:sym typeface="Symbol" panose="05050102010706020507" pitchFamily="18" charset="2"/>
              </a:rPr>
              <a:t>)</a:t>
            </a:r>
            <a:r>
              <a:rPr kumimoji="0" lang="en-US" altLang="zh-CN" sz="2400"/>
              <a:t>Follow(</a:t>
            </a:r>
            <a:r>
              <a:rPr kumimoji="0" lang="en-US" altLang="zh-CN" sz="2400">
                <a:sym typeface="Symbol" panose="05050102010706020507" pitchFamily="18" charset="2"/>
              </a:rPr>
              <a:t>X);</a:t>
            </a:r>
            <a:endParaRPr kumimoji="0" lang="en-US" altLang="zh-CN" sz="2400">
              <a:sym typeface="Symbol" panose="05050102010706020507" pitchFamily="18" charset="2"/>
            </a:endParaRPr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例</a:t>
            </a:r>
            <a:r>
              <a:rPr lang="en-US" altLang="zh-CN"/>
              <a:t>4.17</a:t>
            </a:r>
            <a:endParaRPr lang="en-US" altLang="zh-CN"/>
          </a:p>
        </p:txBody>
      </p:sp>
      <p:sp>
        <p:nvSpPr>
          <p:cNvPr id="101379" name="Text Box 4"/>
          <p:cNvSpPr txBox="1">
            <a:spLocks noChangeArrowheads="1"/>
          </p:cNvSpPr>
          <p:nvPr/>
        </p:nvSpPr>
        <p:spPr bwMode="auto">
          <a:xfrm>
            <a:off x="1143000" y="1219200"/>
            <a:ext cx="3276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b="1"/>
              <a:t>Compute Follow for:</a:t>
            </a:r>
            <a:endParaRPr kumimoji="0" lang="en-US" altLang="zh-CN" sz="2000" b="1"/>
          </a:p>
        </p:txBody>
      </p:sp>
      <p:sp>
        <p:nvSpPr>
          <p:cNvPr id="101380" name="Text Box 6"/>
          <p:cNvSpPr txBox="1">
            <a:spLocks noChangeArrowheads="1"/>
          </p:cNvSpPr>
          <p:nvPr/>
        </p:nvSpPr>
        <p:spPr bwMode="auto">
          <a:xfrm>
            <a:off x="4495800" y="1295400"/>
            <a:ext cx="3352800" cy="1735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b="1">
                <a:sym typeface="Symbol" panose="05050102010706020507" pitchFamily="18" charset="2"/>
              </a:rPr>
              <a:t>E  TE’ </a:t>
            </a:r>
            <a:br>
              <a:rPr kumimoji="0" lang="en-US" altLang="zh-CN" sz="2400" b="1">
                <a:sym typeface="Symbol" panose="05050102010706020507" pitchFamily="18" charset="2"/>
              </a:rPr>
            </a:br>
            <a:r>
              <a:rPr kumimoji="0" lang="en-US" altLang="zh-CN" sz="2400" b="1">
                <a:sym typeface="Symbol" panose="05050102010706020507" pitchFamily="18" charset="2"/>
              </a:rPr>
              <a:t>E’  + TE’ |  </a:t>
            </a:r>
            <a:r>
              <a:rPr kumimoji="0" lang="en-US" altLang="zh-CN" sz="2400" b="1">
                <a:latin typeface="Symbol" panose="05050102010706020507" pitchFamily="18" charset="2"/>
                <a:sym typeface="Symbol" panose="05050102010706020507" pitchFamily="18" charset="2"/>
              </a:rPr>
              <a:t>e</a:t>
            </a:r>
            <a:br>
              <a:rPr kumimoji="0" lang="en-US" altLang="zh-CN" sz="2400" b="1">
                <a:sym typeface="Symbol" panose="05050102010706020507" pitchFamily="18" charset="2"/>
              </a:rPr>
            </a:br>
            <a:r>
              <a:rPr kumimoji="0" lang="en-US" altLang="zh-CN" sz="2400" b="1">
                <a:sym typeface="Symbol" panose="05050102010706020507" pitchFamily="18" charset="2"/>
              </a:rPr>
              <a:t>T  FT’</a:t>
            </a:r>
            <a:br>
              <a:rPr kumimoji="0" lang="en-US" altLang="zh-CN" sz="2400" b="1">
                <a:sym typeface="Symbol" panose="05050102010706020507" pitchFamily="18" charset="2"/>
              </a:rPr>
            </a:br>
            <a:r>
              <a:rPr kumimoji="0" lang="en-US" altLang="zh-CN" sz="2400" b="1">
                <a:sym typeface="Symbol" panose="05050102010706020507" pitchFamily="18" charset="2"/>
              </a:rPr>
              <a:t>T’  * FT’ | </a:t>
            </a:r>
            <a:r>
              <a:rPr kumimoji="0" lang="en-US" altLang="zh-CN" sz="2400" b="1">
                <a:latin typeface="Symbol" panose="05050102010706020507" pitchFamily="18" charset="2"/>
                <a:sym typeface="Symbol" panose="05050102010706020507" pitchFamily="18" charset="2"/>
              </a:rPr>
              <a:t>e</a:t>
            </a:r>
            <a:r>
              <a:rPr kumimoji="0" lang="en-US" altLang="zh-CN" sz="2400" b="1">
                <a:sym typeface="Symbol" panose="05050102010706020507" pitchFamily="18" charset="2"/>
              </a:rPr>
              <a:t> </a:t>
            </a:r>
            <a:br>
              <a:rPr kumimoji="0" lang="en-US" altLang="zh-CN" sz="2400" b="1">
                <a:sym typeface="Symbol" panose="05050102010706020507" pitchFamily="18" charset="2"/>
              </a:rPr>
            </a:br>
            <a:r>
              <a:rPr kumimoji="0" lang="en-US" altLang="zh-CN" sz="2400" b="1">
                <a:sym typeface="Symbol" panose="05050102010706020507" pitchFamily="18" charset="2"/>
              </a:rPr>
              <a:t>F   ( E )  | id</a:t>
            </a:r>
            <a:endParaRPr kumimoji="0" lang="en-US" altLang="zh-CN" sz="2400" b="1">
              <a:sym typeface="Symbol" panose="05050102010706020507" pitchFamily="18" charset="2"/>
            </a:endParaRPr>
          </a:p>
        </p:txBody>
      </p:sp>
      <p:sp>
        <p:nvSpPr>
          <p:cNvPr id="101381" name="Text Box 9"/>
          <p:cNvSpPr txBox="1">
            <a:spLocks noChangeArrowheads="1"/>
          </p:cNvSpPr>
          <p:nvPr/>
        </p:nvSpPr>
        <p:spPr bwMode="auto">
          <a:xfrm>
            <a:off x="5410200" y="3048000"/>
            <a:ext cx="2468563" cy="2282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CN" sz="2400" b="1"/>
              <a:t>	FOLLOW</a:t>
            </a:r>
            <a:endParaRPr kumimoji="0" lang="en-US" altLang="zh-CN" sz="2400" b="1"/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CN" sz="2400" b="1"/>
              <a:t>E	</a:t>
            </a:r>
            <a:r>
              <a:rPr kumimoji="0" lang="en-US" altLang="zh-CN" sz="2400" b="1">
                <a:solidFill>
                  <a:srgbClr val="3333CC"/>
                </a:solidFill>
              </a:rPr>
              <a:t>$ )</a:t>
            </a:r>
            <a:endParaRPr kumimoji="0" lang="en-US" altLang="zh-CN" sz="2400" b="1">
              <a:solidFill>
                <a:srgbClr val="3333CC"/>
              </a:solidFill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CN" sz="2400" b="1"/>
              <a:t>E’	</a:t>
            </a:r>
            <a:r>
              <a:rPr kumimoji="0" lang="en-US" altLang="zh-CN" sz="2400" b="1">
                <a:solidFill>
                  <a:srgbClr val="3333CC"/>
                </a:solidFill>
              </a:rPr>
              <a:t>$ )</a:t>
            </a:r>
            <a:endParaRPr kumimoji="0" lang="en-US" altLang="zh-CN" sz="2400" b="1">
              <a:solidFill>
                <a:srgbClr val="3333CC"/>
              </a:solidFill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CN" sz="2400" b="1"/>
              <a:t>T	</a:t>
            </a:r>
            <a:r>
              <a:rPr kumimoji="0" lang="en-US" altLang="zh-CN" sz="2400" b="1">
                <a:solidFill>
                  <a:srgbClr val="3333CC"/>
                </a:solidFill>
              </a:rPr>
              <a:t>+ $ )</a:t>
            </a:r>
            <a:endParaRPr kumimoji="0" lang="en-US" altLang="zh-CN" sz="2400" b="1">
              <a:solidFill>
                <a:srgbClr val="3333CC"/>
              </a:solidFill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CN" sz="2400" b="1"/>
              <a:t>T’	</a:t>
            </a:r>
            <a:r>
              <a:rPr kumimoji="0" lang="en-US" altLang="zh-CN" sz="2400" b="1">
                <a:solidFill>
                  <a:srgbClr val="3333CC"/>
                </a:solidFill>
              </a:rPr>
              <a:t>+ $ )</a:t>
            </a:r>
            <a:endParaRPr kumimoji="0" lang="en-US" altLang="zh-CN" sz="2400" b="1">
              <a:solidFill>
                <a:srgbClr val="3333CC"/>
              </a:solidFill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CN" sz="2400" b="1"/>
              <a:t>F	</a:t>
            </a:r>
            <a:r>
              <a:rPr kumimoji="0" lang="en-US" altLang="zh-CN" sz="2400" b="1">
                <a:solidFill>
                  <a:srgbClr val="3333CC"/>
                </a:solidFill>
              </a:rPr>
              <a:t>+ * $ )</a:t>
            </a:r>
            <a:endParaRPr kumimoji="0" lang="en-US" altLang="zh-CN" sz="2400" b="1">
              <a:solidFill>
                <a:srgbClr val="3333CC"/>
              </a:solidFill>
            </a:endParaRPr>
          </a:p>
        </p:txBody>
      </p:sp>
      <p:sp>
        <p:nvSpPr>
          <p:cNvPr id="101382" name="Text Box 10"/>
          <p:cNvSpPr txBox="1">
            <a:spLocks noChangeArrowheads="1"/>
          </p:cNvSpPr>
          <p:nvPr/>
        </p:nvSpPr>
        <p:spPr bwMode="auto">
          <a:xfrm>
            <a:off x="2362200" y="3124200"/>
            <a:ext cx="1997075" cy="2282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CN" sz="2400" b="1"/>
              <a:t>	FIRST</a:t>
            </a:r>
            <a:endParaRPr kumimoji="0" lang="en-US" altLang="zh-CN" sz="2400" b="1"/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CN" sz="2400" b="1"/>
              <a:t>E	</a:t>
            </a:r>
            <a:r>
              <a:rPr kumimoji="0" lang="en-US" altLang="zh-CN" sz="2400" b="1">
                <a:solidFill>
                  <a:srgbClr val="3333CC"/>
                </a:solidFill>
              </a:rPr>
              <a:t>(  id</a:t>
            </a:r>
            <a:endParaRPr kumimoji="0" lang="en-US" altLang="zh-CN" sz="2400" b="1">
              <a:solidFill>
                <a:srgbClr val="3333CC"/>
              </a:solidFill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CN" sz="2400" b="1"/>
              <a:t>E’	</a:t>
            </a:r>
            <a:r>
              <a:rPr kumimoji="0" lang="en-US" altLang="zh-CN" sz="2400" b="1">
                <a:solidFill>
                  <a:srgbClr val="3333CC"/>
                </a:solidFill>
                <a:latin typeface="Symbol" panose="05050102010706020507" pitchFamily="18" charset="2"/>
                <a:sym typeface="Symbol" panose="05050102010706020507" pitchFamily="18" charset="2"/>
              </a:rPr>
              <a:t>e</a:t>
            </a:r>
            <a:r>
              <a:rPr kumimoji="0" lang="en-US" altLang="zh-CN" sz="2400" b="1">
                <a:solidFill>
                  <a:srgbClr val="3333CC"/>
                </a:solidFill>
                <a:sym typeface="Symbol" panose="05050102010706020507" pitchFamily="18" charset="2"/>
              </a:rPr>
              <a:t> +</a:t>
            </a:r>
            <a:endParaRPr kumimoji="0" lang="en-US" altLang="zh-CN" sz="2400" b="1">
              <a:solidFill>
                <a:srgbClr val="3333CC"/>
              </a:solidFill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CN" sz="2400" b="1"/>
              <a:t>T	</a:t>
            </a:r>
            <a:r>
              <a:rPr kumimoji="0" lang="en-US" altLang="zh-CN" sz="2400" b="1">
                <a:solidFill>
                  <a:srgbClr val="3333CC"/>
                </a:solidFill>
              </a:rPr>
              <a:t>(  id</a:t>
            </a:r>
            <a:endParaRPr kumimoji="0" lang="en-US" altLang="zh-CN" sz="2400" b="1">
              <a:solidFill>
                <a:srgbClr val="3333CC"/>
              </a:solidFill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CN" sz="2400" b="1"/>
              <a:t>T’	 </a:t>
            </a:r>
            <a:r>
              <a:rPr kumimoji="0" lang="en-US" altLang="zh-CN" sz="2400" b="1">
                <a:solidFill>
                  <a:srgbClr val="3333CC"/>
                </a:solidFill>
                <a:latin typeface="Symbol" panose="05050102010706020507" pitchFamily="18" charset="2"/>
                <a:sym typeface="Symbol" panose="05050102010706020507" pitchFamily="18" charset="2"/>
              </a:rPr>
              <a:t>e</a:t>
            </a:r>
            <a:r>
              <a:rPr kumimoji="0" lang="en-US" altLang="zh-CN" sz="2400" b="1">
                <a:solidFill>
                  <a:srgbClr val="3333CC"/>
                </a:solidFill>
                <a:sym typeface="Symbol" panose="05050102010706020507" pitchFamily="18" charset="2"/>
              </a:rPr>
              <a:t> *</a:t>
            </a:r>
            <a:endParaRPr kumimoji="0" lang="en-US" altLang="zh-CN" sz="2400" b="1">
              <a:solidFill>
                <a:srgbClr val="3333CC"/>
              </a:solidFill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CN" sz="2400" b="1"/>
              <a:t>F	</a:t>
            </a:r>
            <a:r>
              <a:rPr kumimoji="0" lang="en-US" altLang="zh-CN" sz="2400" b="1">
                <a:solidFill>
                  <a:srgbClr val="3333CC"/>
                </a:solidFill>
              </a:rPr>
              <a:t>(  id</a:t>
            </a:r>
            <a:endParaRPr kumimoji="0" lang="en-US" altLang="zh-CN" sz="2400" b="1">
              <a:solidFill>
                <a:srgbClr val="3333CC"/>
              </a:solidFill>
            </a:endParaRPr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例</a:t>
            </a:r>
            <a:endParaRPr lang="zh-CN" altLang="en-US"/>
          </a:p>
        </p:txBody>
      </p:sp>
      <p:sp>
        <p:nvSpPr>
          <p:cNvPr id="102403" name="Text Box 4"/>
          <p:cNvSpPr txBox="1">
            <a:spLocks noChangeArrowheads="1"/>
          </p:cNvSpPr>
          <p:nvPr/>
        </p:nvSpPr>
        <p:spPr bwMode="auto">
          <a:xfrm>
            <a:off x="2895600" y="1295400"/>
            <a:ext cx="2590800" cy="1190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30000"/>
              </a:spcBef>
              <a:buClrTx/>
              <a:buSzTx/>
              <a:buFontTx/>
              <a:buNone/>
            </a:pPr>
            <a:r>
              <a:rPr kumimoji="0" lang="en-US" altLang="zh-CN" sz="2000" b="1">
                <a:solidFill>
                  <a:srgbClr val="3333CC"/>
                </a:solidFill>
              </a:rPr>
              <a:t>S </a:t>
            </a:r>
            <a:r>
              <a:rPr kumimoji="0" lang="en-US" altLang="zh-CN" sz="2000" b="1">
                <a:solidFill>
                  <a:srgbClr val="3333CC"/>
                </a:solidFill>
                <a:sym typeface="Symbol" panose="05050102010706020507" pitchFamily="18" charset="2"/>
              </a:rPr>
              <a:t>  i E t SS’ | a</a:t>
            </a:r>
            <a:endParaRPr kumimoji="0" lang="en-US" altLang="zh-CN" sz="2000" b="1">
              <a:solidFill>
                <a:srgbClr val="3333CC"/>
              </a:solidFill>
              <a:sym typeface="Symbol" panose="05050102010706020507" pitchFamily="18" charset="2"/>
            </a:endParaRPr>
          </a:p>
          <a:p>
            <a:pPr eaLnBrk="1" hangingPunct="1">
              <a:spcBef>
                <a:spcPct val="30000"/>
              </a:spcBef>
              <a:buClrTx/>
              <a:buSzTx/>
              <a:buFontTx/>
              <a:buNone/>
            </a:pPr>
            <a:r>
              <a:rPr kumimoji="0" lang="en-US" altLang="zh-CN" sz="2000" b="1">
                <a:solidFill>
                  <a:srgbClr val="3333CC"/>
                </a:solidFill>
                <a:sym typeface="Symbol" panose="05050102010706020507" pitchFamily="18" charset="2"/>
              </a:rPr>
              <a:t>S’  eS | </a:t>
            </a:r>
            <a:r>
              <a:rPr kumimoji="0" lang="en-US" altLang="zh-CN" sz="2000" b="1">
                <a:solidFill>
                  <a:srgbClr val="3333CC"/>
                </a:solidFill>
                <a:latin typeface="Symbol" panose="05050102010706020507" pitchFamily="18" charset="2"/>
                <a:sym typeface="Symbol" panose="05050102010706020507" pitchFamily="18" charset="2"/>
              </a:rPr>
              <a:t>e</a:t>
            </a:r>
            <a:endParaRPr kumimoji="0" lang="en-US" altLang="zh-CN" sz="2000" b="1">
              <a:solidFill>
                <a:srgbClr val="3333CC"/>
              </a:solidFill>
              <a:latin typeface="Symbol" panose="05050102010706020507" pitchFamily="18" charset="2"/>
              <a:sym typeface="Symbol" panose="05050102010706020507" pitchFamily="18" charset="2"/>
            </a:endParaRPr>
          </a:p>
          <a:p>
            <a:pPr eaLnBrk="1" hangingPunct="1">
              <a:spcBef>
                <a:spcPct val="30000"/>
              </a:spcBef>
              <a:buClrTx/>
              <a:buSzTx/>
              <a:buFontTx/>
              <a:buNone/>
            </a:pPr>
            <a:r>
              <a:rPr kumimoji="0" lang="en-US" altLang="zh-CN" sz="2000" b="1">
                <a:solidFill>
                  <a:srgbClr val="3333CC"/>
                </a:solidFill>
                <a:sym typeface="Symbol" panose="05050102010706020507" pitchFamily="18" charset="2"/>
              </a:rPr>
              <a:t>E   b</a:t>
            </a:r>
            <a:endParaRPr kumimoji="0" lang="en-US" altLang="zh-CN" sz="2000" b="1">
              <a:solidFill>
                <a:srgbClr val="3333CC"/>
              </a:solidFill>
              <a:sym typeface="Symbol" panose="05050102010706020507" pitchFamily="18" charset="2"/>
            </a:endParaRPr>
          </a:p>
        </p:txBody>
      </p:sp>
      <p:sp>
        <p:nvSpPr>
          <p:cNvPr id="102404" name="Text Box 5"/>
          <p:cNvSpPr txBox="1">
            <a:spLocks noChangeArrowheads="1"/>
          </p:cNvSpPr>
          <p:nvPr/>
        </p:nvSpPr>
        <p:spPr bwMode="auto">
          <a:xfrm>
            <a:off x="5257800" y="1295400"/>
            <a:ext cx="2895600" cy="1190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30000"/>
              </a:spcBef>
              <a:buClrTx/>
              <a:buSzTx/>
              <a:buFontTx/>
              <a:buNone/>
            </a:pPr>
            <a:r>
              <a:rPr kumimoji="0" lang="en-US" altLang="zh-CN" sz="2000" b="1">
                <a:solidFill>
                  <a:srgbClr val="FF3300"/>
                </a:solidFill>
              </a:rPr>
              <a:t>FIRST(S) = { i, a }</a:t>
            </a:r>
            <a:endParaRPr kumimoji="0" lang="en-US" altLang="zh-CN" sz="2000" b="1">
              <a:solidFill>
                <a:srgbClr val="FF3300"/>
              </a:solidFill>
              <a:sym typeface="Symbol" panose="05050102010706020507" pitchFamily="18" charset="2"/>
            </a:endParaRPr>
          </a:p>
          <a:p>
            <a:pPr eaLnBrk="1" hangingPunct="1">
              <a:spcBef>
                <a:spcPct val="30000"/>
              </a:spcBef>
              <a:buClrTx/>
              <a:buSzTx/>
              <a:buFontTx/>
              <a:buNone/>
            </a:pPr>
            <a:r>
              <a:rPr kumimoji="0" lang="en-US" altLang="zh-CN" sz="2000" b="1">
                <a:solidFill>
                  <a:srgbClr val="FF3300"/>
                </a:solidFill>
                <a:sym typeface="Symbol" panose="05050102010706020507" pitchFamily="18" charset="2"/>
              </a:rPr>
              <a:t>FIRST(S’) = { e, </a:t>
            </a:r>
            <a:r>
              <a:rPr kumimoji="0" lang="en-US" altLang="zh-CN" sz="2000" b="1">
                <a:solidFill>
                  <a:srgbClr val="FF3300"/>
                </a:solidFill>
                <a:latin typeface="Symbol" panose="05050102010706020507" pitchFamily="18" charset="2"/>
                <a:sym typeface="Symbol" panose="05050102010706020507" pitchFamily="18" charset="2"/>
              </a:rPr>
              <a:t>e</a:t>
            </a:r>
            <a:r>
              <a:rPr kumimoji="0" lang="en-US" altLang="zh-CN" sz="2000" b="1">
                <a:solidFill>
                  <a:srgbClr val="FF3300"/>
                </a:solidFill>
                <a:sym typeface="Symbol" panose="05050102010706020507" pitchFamily="18" charset="2"/>
              </a:rPr>
              <a:t> }</a:t>
            </a:r>
            <a:endParaRPr kumimoji="0" lang="en-US" altLang="zh-CN" sz="2000" b="1">
              <a:solidFill>
                <a:srgbClr val="FF3300"/>
              </a:solidFill>
              <a:sym typeface="Symbol" panose="05050102010706020507" pitchFamily="18" charset="2"/>
            </a:endParaRPr>
          </a:p>
          <a:p>
            <a:pPr eaLnBrk="1" hangingPunct="1">
              <a:spcBef>
                <a:spcPct val="30000"/>
              </a:spcBef>
              <a:buClrTx/>
              <a:buSzTx/>
              <a:buFontTx/>
              <a:buNone/>
            </a:pPr>
            <a:r>
              <a:rPr kumimoji="0" lang="en-US" altLang="zh-CN" sz="2000" b="1">
                <a:solidFill>
                  <a:srgbClr val="FF3300"/>
                </a:solidFill>
                <a:sym typeface="Symbol" panose="05050102010706020507" pitchFamily="18" charset="2"/>
              </a:rPr>
              <a:t>FIRST(E) = { b }</a:t>
            </a:r>
            <a:endParaRPr kumimoji="0" lang="en-US" altLang="zh-CN" sz="2000" b="1">
              <a:solidFill>
                <a:srgbClr val="FF3300"/>
              </a:solidFill>
              <a:sym typeface="Symbol" panose="05050102010706020507" pitchFamily="18" charset="2"/>
            </a:endParaRPr>
          </a:p>
        </p:txBody>
      </p:sp>
      <p:sp>
        <p:nvSpPr>
          <p:cNvPr id="102405" name="Text Box 6"/>
          <p:cNvSpPr txBox="1">
            <a:spLocks noChangeArrowheads="1"/>
          </p:cNvSpPr>
          <p:nvPr/>
        </p:nvSpPr>
        <p:spPr bwMode="auto">
          <a:xfrm>
            <a:off x="1295400" y="1219200"/>
            <a:ext cx="14478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30000"/>
              </a:spcBef>
              <a:buClrTx/>
              <a:buSzTx/>
              <a:buFontTx/>
              <a:buNone/>
            </a:pPr>
            <a:r>
              <a:rPr kumimoji="0" lang="en-US" altLang="zh-CN" sz="2000" b="1"/>
              <a:t>Recall:</a:t>
            </a:r>
            <a:endParaRPr kumimoji="0" lang="en-US" altLang="zh-CN" sz="2000" b="1"/>
          </a:p>
        </p:txBody>
      </p:sp>
      <p:sp>
        <p:nvSpPr>
          <p:cNvPr id="102406" name="Text Box 7"/>
          <p:cNvSpPr txBox="1">
            <a:spLocks noChangeArrowheads="1"/>
          </p:cNvSpPr>
          <p:nvPr/>
        </p:nvSpPr>
        <p:spPr bwMode="auto">
          <a:xfrm>
            <a:off x="1371600" y="2667000"/>
            <a:ext cx="7391400" cy="2778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30000"/>
              </a:spcBef>
              <a:buClrTx/>
              <a:buSzTx/>
              <a:buFontTx/>
              <a:buNone/>
            </a:pPr>
            <a:r>
              <a:rPr kumimoji="0" lang="en-US" altLang="zh-CN" sz="2000" b="1">
                <a:solidFill>
                  <a:srgbClr val="FF3300"/>
                </a:solidFill>
              </a:rPr>
              <a:t>FOLLOW(S)</a:t>
            </a:r>
            <a:r>
              <a:rPr kumimoji="0" lang="en-US" altLang="zh-CN" sz="2000" b="1"/>
              <a:t> – </a:t>
            </a:r>
            <a:r>
              <a:rPr kumimoji="0" lang="zh-CN" altLang="en-US" sz="2000" b="1"/>
              <a:t>包含</a:t>
            </a:r>
            <a:r>
              <a:rPr kumimoji="0" lang="en-US" altLang="zh-CN" sz="2000" b="1">
                <a:solidFill>
                  <a:srgbClr val="FF3300"/>
                </a:solidFill>
              </a:rPr>
              <a:t>$</a:t>
            </a:r>
            <a:r>
              <a:rPr kumimoji="0" lang="en-US" altLang="zh-CN" sz="2000" b="1"/>
              <a:t>, S</a:t>
            </a:r>
            <a:r>
              <a:rPr kumimoji="0" lang="zh-CN" altLang="en-US" sz="2000" b="1"/>
              <a:t>是开始符号</a:t>
            </a:r>
            <a:endParaRPr kumimoji="0" lang="zh-CN" altLang="en-US" sz="2000" b="1"/>
          </a:p>
          <a:p>
            <a:pPr eaLnBrk="1" hangingPunct="1">
              <a:spcBef>
                <a:spcPct val="30000"/>
              </a:spcBef>
              <a:buClrTx/>
              <a:buSzTx/>
              <a:buFontTx/>
              <a:buNone/>
            </a:pPr>
            <a:r>
              <a:rPr kumimoji="0" lang="zh-CN" altLang="en-US" sz="2000" b="1"/>
              <a:t>       </a:t>
            </a:r>
            <a:r>
              <a:rPr kumimoji="0" lang="en-US" altLang="zh-CN" sz="2000" b="1">
                <a:solidFill>
                  <a:srgbClr val="3333CC"/>
                </a:solidFill>
              </a:rPr>
              <a:t>S </a:t>
            </a:r>
            <a:r>
              <a:rPr kumimoji="0" lang="en-US" altLang="zh-CN" sz="2000" b="1">
                <a:solidFill>
                  <a:srgbClr val="3333CC"/>
                </a:solidFill>
                <a:sym typeface="Symbol" panose="05050102010706020507" pitchFamily="18" charset="2"/>
              </a:rPr>
              <a:t>  i E t</a:t>
            </a:r>
            <a:r>
              <a:rPr kumimoji="0" lang="en-US" altLang="zh-CN" sz="2000" b="1">
                <a:sym typeface="Symbol" panose="05050102010706020507" pitchFamily="18" charset="2"/>
              </a:rPr>
              <a:t> </a:t>
            </a:r>
            <a:r>
              <a:rPr kumimoji="0" lang="en-US" altLang="zh-CN" sz="2000" b="1">
                <a:solidFill>
                  <a:srgbClr val="FF3300"/>
                </a:solidFill>
                <a:sym typeface="Symbol" panose="05050102010706020507" pitchFamily="18" charset="2"/>
              </a:rPr>
              <a:t>SS’</a:t>
            </a:r>
            <a:r>
              <a:rPr kumimoji="0" lang="en-US" altLang="zh-CN" sz="2000" b="1">
                <a:sym typeface="Symbol" panose="05050102010706020507" pitchFamily="18" charset="2"/>
              </a:rPr>
              <a:t> ,  </a:t>
            </a:r>
            <a:r>
              <a:rPr kumimoji="0" lang="zh-CN" altLang="en-US" sz="2000" b="1">
                <a:sym typeface="Symbol" panose="05050102010706020507" pitchFamily="18" charset="2"/>
              </a:rPr>
              <a:t>将</a:t>
            </a:r>
            <a:r>
              <a:rPr kumimoji="0" lang="en-US" altLang="zh-CN" sz="2000" b="1">
                <a:solidFill>
                  <a:srgbClr val="FF3300"/>
                </a:solidFill>
                <a:sym typeface="Symbol" panose="05050102010706020507" pitchFamily="18" charset="2"/>
              </a:rPr>
              <a:t>FIRST(S’)</a:t>
            </a:r>
            <a:r>
              <a:rPr kumimoji="0" lang="zh-CN" altLang="en-US" sz="2000" b="1">
                <a:sym typeface="Symbol" panose="05050102010706020507" pitchFamily="18" charset="2"/>
              </a:rPr>
              <a:t>加入 </a:t>
            </a:r>
            <a:r>
              <a:rPr kumimoji="0" lang="en-US" altLang="zh-CN" sz="2000" b="1">
                <a:sym typeface="Symbol" panose="05050102010706020507" pitchFamily="18" charset="2"/>
              </a:rPr>
              <a:t>– </a:t>
            </a:r>
            <a:r>
              <a:rPr kumimoji="0" lang="zh-CN" altLang="en-US" sz="2000" b="1">
                <a:sym typeface="Symbol" panose="05050102010706020507" pitchFamily="18" charset="2"/>
              </a:rPr>
              <a:t>除去</a:t>
            </a:r>
            <a:r>
              <a:rPr kumimoji="0" lang="en-US" altLang="zh-CN" sz="2000" b="1">
                <a:latin typeface="Symbol" panose="05050102010706020507" pitchFamily="18" charset="2"/>
                <a:sym typeface="Symbol" panose="05050102010706020507" pitchFamily="18" charset="2"/>
              </a:rPr>
              <a:t>e</a:t>
            </a:r>
            <a:endParaRPr kumimoji="0" lang="en-US" altLang="zh-CN" sz="2000" b="1">
              <a:sym typeface="Symbol" panose="05050102010706020507" pitchFamily="18" charset="2"/>
            </a:endParaRPr>
          </a:p>
          <a:p>
            <a:pPr eaLnBrk="1" hangingPunct="1">
              <a:spcBef>
                <a:spcPct val="30000"/>
              </a:spcBef>
              <a:buClrTx/>
              <a:buSzTx/>
              <a:buFontTx/>
              <a:buNone/>
            </a:pPr>
            <a:r>
              <a:rPr kumimoji="0" lang="en-US" altLang="zh-CN" sz="2000" b="1">
                <a:sym typeface="Symbol" panose="05050102010706020507" pitchFamily="18" charset="2"/>
              </a:rPr>
              <a:t>       </a:t>
            </a:r>
            <a:r>
              <a:rPr kumimoji="0" lang="en-US" altLang="zh-CN" sz="2000" b="1">
                <a:solidFill>
                  <a:srgbClr val="3333CC"/>
                </a:solidFill>
                <a:sym typeface="Symbol" panose="05050102010706020507" pitchFamily="18" charset="2"/>
              </a:rPr>
              <a:t>S’  </a:t>
            </a:r>
            <a:r>
              <a:rPr kumimoji="0" lang="en-US" altLang="zh-CN" sz="2000" b="1">
                <a:solidFill>
                  <a:srgbClr val="3333CC"/>
                </a:solidFill>
                <a:latin typeface="Symbol" panose="05050102010706020507" pitchFamily="18" charset="2"/>
                <a:sym typeface="Symbol" panose="05050102010706020507" pitchFamily="18" charset="2"/>
              </a:rPr>
              <a:t>e</a:t>
            </a:r>
            <a:r>
              <a:rPr kumimoji="0" lang="en-US" altLang="zh-CN" sz="2000" b="1">
                <a:sym typeface="Symbol" panose="05050102010706020507" pitchFamily="18" charset="2"/>
              </a:rPr>
              <a:t>, </a:t>
            </a:r>
            <a:r>
              <a:rPr kumimoji="0" lang="zh-CN" altLang="en-US" sz="2000" b="1">
                <a:sym typeface="Symbol" panose="05050102010706020507" pitchFamily="18" charset="2"/>
              </a:rPr>
              <a:t>将</a:t>
            </a:r>
            <a:r>
              <a:rPr kumimoji="0" lang="en-US" altLang="zh-CN" sz="2000" b="1">
                <a:solidFill>
                  <a:srgbClr val="FF3300"/>
                </a:solidFill>
                <a:sym typeface="Symbol" panose="05050102010706020507" pitchFamily="18" charset="2"/>
              </a:rPr>
              <a:t>FOLLOW(S)</a:t>
            </a:r>
            <a:r>
              <a:rPr kumimoji="0" lang="zh-CN" altLang="en-US" sz="2000" b="1">
                <a:sym typeface="Symbol" panose="05050102010706020507" pitchFamily="18" charset="2"/>
              </a:rPr>
              <a:t>加入</a:t>
            </a:r>
            <a:endParaRPr kumimoji="0" lang="zh-CN" altLang="en-US" sz="2000" b="1">
              <a:sym typeface="Symbol" panose="05050102010706020507" pitchFamily="18" charset="2"/>
            </a:endParaRPr>
          </a:p>
          <a:p>
            <a:pPr eaLnBrk="1" hangingPunct="1">
              <a:spcBef>
                <a:spcPct val="30000"/>
              </a:spcBef>
              <a:buClrTx/>
              <a:buSzTx/>
              <a:buFontTx/>
              <a:buNone/>
            </a:pPr>
            <a:r>
              <a:rPr kumimoji="0" lang="zh-CN" altLang="en-US" sz="2000" b="1">
                <a:sym typeface="Symbol" panose="05050102010706020507" pitchFamily="18" charset="2"/>
              </a:rPr>
              <a:t>       </a:t>
            </a:r>
            <a:r>
              <a:rPr kumimoji="0" lang="en-US" altLang="zh-CN" sz="2000" b="1">
                <a:solidFill>
                  <a:srgbClr val="3333CC"/>
                </a:solidFill>
                <a:sym typeface="Symbol" panose="05050102010706020507" pitchFamily="18" charset="2"/>
              </a:rPr>
              <a:t>S’  eS</a:t>
            </a:r>
            <a:r>
              <a:rPr kumimoji="0" lang="en-US" altLang="zh-CN" sz="2000" b="1">
                <a:sym typeface="Symbol" panose="05050102010706020507" pitchFamily="18" charset="2"/>
              </a:rPr>
              <a:t>, </a:t>
            </a:r>
            <a:r>
              <a:rPr kumimoji="0" lang="zh-CN" altLang="en-US" sz="2000" b="1">
                <a:sym typeface="Symbol" panose="05050102010706020507" pitchFamily="18" charset="2"/>
              </a:rPr>
              <a:t>将</a:t>
            </a:r>
            <a:r>
              <a:rPr kumimoji="0" lang="en-US" altLang="zh-CN" sz="2000" b="1">
                <a:solidFill>
                  <a:srgbClr val="FF3300"/>
                </a:solidFill>
                <a:sym typeface="Symbol" panose="05050102010706020507" pitchFamily="18" charset="2"/>
              </a:rPr>
              <a:t>FOLLOW(S’)</a:t>
            </a:r>
            <a:r>
              <a:rPr kumimoji="0" lang="zh-CN" altLang="en-US" sz="2000" b="1">
                <a:sym typeface="Symbol" panose="05050102010706020507" pitchFamily="18" charset="2"/>
              </a:rPr>
              <a:t>加入</a:t>
            </a:r>
            <a:endParaRPr kumimoji="0" lang="zh-CN" altLang="en-US" sz="2000" b="1">
              <a:sym typeface="Symbol" panose="05050102010706020507" pitchFamily="18" charset="2"/>
            </a:endParaRPr>
          </a:p>
          <a:p>
            <a:pPr eaLnBrk="1" hangingPunct="1">
              <a:spcBef>
                <a:spcPct val="30000"/>
              </a:spcBef>
              <a:buClrTx/>
              <a:buSzTx/>
              <a:buFontTx/>
              <a:buNone/>
            </a:pPr>
            <a:r>
              <a:rPr kumimoji="0" lang="zh-CN" altLang="en-US" sz="2000" b="1">
                <a:sym typeface="Symbol" panose="05050102010706020507" pitchFamily="18" charset="2"/>
              </a:rPr>
              <a:t>       因此，</a:t>
            </a:r>
            <a:r>
              <a:rPr kumimoji="0" lang="en-US" altLang="zh-CN" sz="2000" b="1">
                <a:solidFill>
                  <a:srgbClr val="FF3300"/>
                </a:solidFill>
                <a:sym typeface="Symbol" panose="05050102010706020507" pitchFamily="18" charset="2"/>
              </a:rPr>
              <a:t>FOLLOW(S) = { e, $ }</a:t>
            </a:r>
            <a:endParaRPr kumimoji="0" lang="en-US" altLang="zh-CN" sz="2000" b="1">
              <a:solidFill>
                <a:srgbClr val="FF3300"/>
              </a:solidFill>
              <a:sym typeface="Symbol" panose="05050102010706020507" pitchFamily="18" charset="2"/>
            </a:endParaRPr>
          </a:p>
          <a:p>
            <a:pPr eaLnBrk="1" hangingPunct="1">
              <a:spcBef>
                <a:spcPct val="30000"/>
              </a:spcBef>
              <a:buClrTx/>
              <a:buSzTx/>
              <a:buFontTx/>
              <a:buNone/>
            </a:pPr>
            <a:r>
              <a:rPr kumimoji="0" lang="en-US" altLang="zh-CN" sz="2000" b="1">
                <a:solidFill>
                  <a:srgbClr val="FF3300"/>
                </a:solidFill>
                <a:sym typeface="Symbol" panose="05050102010706020507" pitchFamily="18" charset="2"/>
              </a:rPr>
              <a:t>Follow(S’) = Follow(S)</a:t>
            </a:r>
            <a:r>
              <a:rPr kumimoji="0" lang="en-US" altLang="zh-CN" sz="2000" b="1">
                <a:sym typeface="Symbol" panose="05050102010706020507" pitchFamily="18" charset="2"/>
              </a:rPr>
              <a:t>   HOW?</a:t>
            </a:r>
            <a:endParaRPr kumimoji="0" lang="en-US" altLang="zh-CN" sz="2000" b="1">
              <a:sym typeface="Symbol" panose="05050102010706020507" pitchFamily="18" charset="2"/>
            </a:endParaRPr>
          </a:p>
          <a:p>
            <a:pPr eaLnBrk="1" hangingPunct="1">
              <a:spcBef>
                <a:spcPct val="30000"/>
              </a:spcBef>
              <a:buClrTx/>
              <a:buSzTx/>
              <a:buFontTx/>
              <a:buNone/>
            </a:pPr>
            <a:r>
              <a:rPr kumimoji="0" lang="en-US" altLang="zh-CN" sz="2000" b="1">
                <a:solidFill>
                  <a:srgbClr val="FF3300"/>
                </a:solidFill>
                <a:sym typeface="Symbol" panose="05050102010706020507" pitchFamily="18" charset="2"/>
              </a:rPr>
              <a:t>Follow(E) = { t }</a:t>
            </a:r>
            <a:endParaRPr kumimoji="0" lang="en-US" altLang="zh-CN" sz="2000" b="1">
              <a:solidFill>
                <a:srgbClr val="FF3300"/>
              </a:solidFill>
              <a:sym typeface="Symbol" panose="05050102010706020507" pitchFamily="18" charset="2"/>
            </a:endParaRPr>
          </a:p>
        </p:txBody>
      </p:sp>
      <p:sp>
        <p:nvSpPr>
          <p:cNvPr id="102407" name="Text Box 8"/>
          <p:cNvSpPr txBox="1">
            <a:spLocks noChangeArrowheads="1"/>
          </p:cNvSpPr>
          <p:nvPr/>
        </p:nvSpPr>
        <p:spPr bwMode="auto">
          <a:xfrm>
            <a:off x="2133600" y="3429000"/>
            <a:ext cx="4572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30000"/>
              </a:spcBef>
              <a:buClrTx/>
              <a:buSzTx/>
              <a:buFontTx/>
              <a:buNone/>
            </a:pPr>
            <a:r>
              <a:rPr kumimoji="0" lang="en-US" altLang="zh-CN" sz="2000" b="1">
                <a:solidFill>
                  <a:srgbClr val="3333CC"/>
                </a:solidFill>
              </a:rPr>
              <a:t>*</a:t>
            </a:r>
            <a:endParaRPr kumimoji="0" lang="en-US" altLang="zh-CN" sz="2000" b="1">
              <a:solidFill>
                <a:srgbClr val="3333CC"/>
              </a:solidFill>
            </a:endParaRPr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FIRST</a:t>
            </a:r>
            <a:r>
              <a:rPr lang="zh-CN" altLang="en-US"/>
              <a:t>与预测分析</a:t>
            </a:r>
            <a:endParaRPr lang="zh-CN" altLang="en-US"/>
          </a:p>
        </p:txBody>
      </p:sp>
      <p:sp>
        <p:nvSpPr>
          <p:cNvPr id="103427" name="Text Box 170"/>
          <p:cNvSpPr txBox="1">
            <a:spLocks noChangeArrowheads="1"/>
          </p:cNvSpPr>
          <p:nvPr/>
        </p:nvSpPr>
        <p:spPr bwMode="auto">
          <a:xfrm>
            <a:off x="457200" y="1538288"/>
            <a:ext cx="5867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b="1"/>
              <a:t>Consider the following derivation:</a:t>
            </a:r>
            <a:endParaRPr kumimoji="0" lang="en-US" altLang="zh-CN" sz="2400" b="1"/>
          </a:p>
        </p:txBody>
      </p:sp>
      <p:sp>
        <p:nvSpPr>
          <p:cNvPr id="103428" name="Text Box 171"/>
          <p:cNvSpPr txBox="1">
            <a:spLocks noChangeArrowheads="1"/>
          </p:cNvSpPr>
          <p:nvPr/>
        </p:nvSpPr>
        <p:spPr bwMode="auto">
          <a:xfrm>
            <a:off x="533400" y="2452688"/>
            <a:ext cx="72802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b="1"/>
              <a:t>E </a:t>
            </a:r>
            <a:r>
              <a:rPr kumimoji="0" lang="en-US" altLang="zh-CN" sz="2400" b="1">
                <a:sym typeface="Symbol" panose="05050102010706020507" pitchFamily="18" charset="2"/>
              </a:rPr>
              <a:t> TE’  FT’E’  </a:t>
            </a:r>
            <a:r>
              <a:rPr kumimoji="0"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( </a:t>
            </a:r>
            <a:r>
              <a:rPr kumimoji="0" lang="en-US" altLang="zh-CN" sz="2400" b="1">
                <a:sym typeface="Symbol" panose="05050102010706020507" pitchFamily="18" charset="2"/>
              </a:rPr>
              <a:t>E</a:t>
            </a:r>
            <a:r>
              <a:rPr kumimoji="0"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 ) </a:t>
            </a:r>
            <a:r>
              <a:rPr kumimoji="0" lang="en-US" altLang="zh-CN" sz="2400" b="1">
                <a:sym typeface="Symbol" panose="05050102010706020507" pitchFamily="18" charset="2"/>
              </a:rPr>
              <a:t>T’E’  </a:t>
            </a:r>
            <a:endParaRPr kumimoji="0" lang="en-US" altLang="zh-CN" sz="2400" b="1">
              <a:sym typeface="Symbol" panose="05050102010706020507" pitchFamily="18" charset="2"/>
            </a:endParaRPr>
          </a:p>
        </p:txBody>
      </p:sp>
      <p:sp>
        <p:nvSpPr>
          <p:cNvPr id="103429" name="Text Box 172"/>
          <p:cNvSpPr txBox="1">
            <a:spLocks noChangeArrowheads="1"/>
          </p:cNvSpPr>
          <p:nvPr/>
        </p:nvSpPr>
        <p:spPr bwMode="auto">
          <a:xfrm>
            <a:off x="533400" y="3290888"/>
            <a:ext cx="7696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b="1">
                <a:solidFill>
                  <a:schemeClr val="accent2"/>
                </a:solidFill>
              </a:rPr>
              <a:t>(</a:t>
            </a:r>
            <a:r>
              <a:rPr kumimoji="0" lang="en-US" altLang="zh-CN" sz="2400" b="1"/>
              <a:t> TE’ </a:t>
            </a:r>
            <a:r>
              <a:rPr kumimoji="0" lang="en-US" altLang="zh-CN" sz="2400" b="1">
                <a:solidFill>
                  <a:schemeClr val="accent2"/>
                </a:solidFill>
              </a:rPr>
              <a:t>)</a:t>
            </a:r>
            <a:r>
              <a:rPr kumimoji="0" lang="en-US" altLang="zh-CN" sz="2400" b="1"/>
              <a:t> T’E’ </a:t>
            </a:r>
            <a:r>
              <a:rPr kumimoji="0" lang="en-US" altLang="zh-CN" sz="2400" b="1">
                <a:sym typeface="Symbol" panose="05050102010706020507" pitchFamily="18" charset="2"/>
              </a:rPr>
              <a:t> </a:t>
            </a:r>
            <a:r>
              <a:rPr kumimoji="0"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( </a:t>
            </a:r>
            <a:r>
              <a:rPr kumimoji="0" lang="en-US" altLang="zh-CN" sz="2400" b="1">
                <a:sym typeface="Symbol" panose="05050102010706020507" pitchFamily="18" charset="2"/>
              </a:rPr>
              <a:t>FT’E’</a:t>
            </a:r>
            <a:r>
              <a:rPr kumimoji="0"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 ) </a:t>
            </a:r>
            <a:r>
              <a:rPr kumimoji="0" lang="en-US" altLang="zh-CN" sz="2400" b="1">
                <a:sym typeface="Symbol" panose="05050102010706020507" pitchFamily="18" charset="2"/>
              </a:rPr>
              <a:t>T’E’  </a:t>
            </a:r>
            <a:r>
              <a:rPr kumimoji="0"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( id</a:t>
            </a:r>
            <a:r>
              <a:rPr kumimoji="0" lang="en-US" altLang="zh-CN" sz="2400" b="1">
                <a:sym typeface="Symbol" panose="05050102010706020507" pitchFamily="18" charset="2"/>
              </a:rPr>
              <a:t> T’E’ </a:t>
            </a:r>
            <a:r>
              <a:rPr kumimoji="0"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)</a:t>
            </a:r>
            <a:r>
              <a:rPr kumimoji="0" lang="en-US" altLang="zh-CN" sz="2400" b="1">
                <a:sym typeface="Symbol" panose="05050102010706020507" pitchFamily="18" charset="2"/>
              </a:rPr>
              <a:t> T’E’  </a:t>
            </a:r>
            <a:endParaRPr kumimoji="0" lang="en-US" altLang="zh-CN" sz="2400" b="1">
              <a:sym typeface="Symbol" panose="05050102010706020507" pitchFamily="18" charset="2"/>
            </a:endParaRPr>
          </a:p>
        </p:txBody>
      </p:sp>
      <p:sp>
        <p:nvSpPr>
          <p:cNvPr id="103430" name="Text Box 173"/>
          <p:cNvSpPr txBox="1">
            <a:spLocks noChangeArrowheads="1"/>
          </p:cNvSpPr>
          <p:nvPr/>
        </p:nvSpPr>
        <p:spPr bwMode="auto">
          <a:xfrm>
            <a:off x="533400" y="3810000"/>
            <a:ext cx="72802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( id</a:t>
            </a:r>
            <a:r>
              <a:rPr kumimoji="0" lang="en-US" altLang="zh-CN" sz="2400" b="1">
                <a:sym typeface="Symbol" panose="05050102010706020507" pitchFamily="18" charset="2"/>
              </a:rPr>
              <a:t> E’ </a:t>
            </a:r>
            <a:r>
              <a:rPr kumimoji="0"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)</a:t>
            </a:r>
            <a:r>
              <a:rPr kumimoji="0" lang="en-US" altLang="zh-CN" sz="2400" b="1">
                <a:sym typeface="Symbol" panose="05050102010706020507" pitchFamily="18" charset="2"/>
              </a:rPr>
              <a:t> T’E’  </a:t>
            </a:r>
            <a:r>
              <a:rPr kumimoji="0"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( id )</a:t>
            </a:r>
            <a:r>
              <a:rPr kumimoji="0" lang="en-US" altLang="zh-CN" sz="2400" b="1">
                <a:sym typeface="Symbol" panose="05050102010706020507" pitchFamily="18" charset="2"/>
              </a:rPr>
              <a:t> T’E’  </a:t>
            </a:r>
            <a:r>
              <a:rPr kumimoji="0"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( id )</a:t>
            </a:r>
            <a:r>
              <a:rPr kumimoji="0" lang="en-US" altLang="zh-CN" sz="2400" b="1">
                <a:sym typeface="Symbol" panose="05050102010706020507" pitchFamily="18" charset="2"/>
              </a:rPr>
              <a:t> </a:t>
            </a:r>
            <a:r>
              <a:rPr kumimoji="0"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*</a:t>
            </a:r>
            <a:r>
              <a:rPr kumimoji="0" lang="en-US" altLang="zh-CN" sz="2400" b="1">
                <a:sym typeface="Symbol" panose="05050102010706020507" pitchFamily="18" charset="2"/>
              </a:rPr>
              <a:t> FT’E’  </a:t>
            </a:r>
            <a:endParaRPr kumimoji="0" lang="en-US" altLang="zh-CN" sz="2400" b="1">
              <a:sym typeface="Symbol" panose="05050102010706020507" pitchFamily="18" charset="2"/>
            </a:endParaRPr>
          </a:p>
        </p:txBody>
      </p:sp>
      <p:sp>
        <p:nvSpPr>
          <p:cNvPr id="103431" name="Text Box 174"/>
          <p:cNvSpPr txBox="1">
            <a:spLocks noChangeArrowheads="1"/>
          </p:cNvSpPr>
          <p:nvPr/>
        </p:nvSpPr>
        <p:spPr bwMode="auto">
          <a:xfrm>
            <a:off x="457200" y="4343400"/>
            <a:ext cx="738346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b="1">
                <a:sym typeface="Symbol" panose="05050102010706020507" pitchFamily="18" charset="2"/>
              </a:rPr>
              <a:t> </a:t>
            </a:r>
            <a:r>
              <a:rPr kumimoji="0"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( id )</a:t>
            </a:r>
            <a:r>
              <a:rPr kumimoji="0" lang="en-US" altLang="zh-CN" sz="2400" b="1">
                <a:sym typeface="Symbol" panose="05050102010706020507" pitchFamily="18" charset="2"/>
              </a:rPr>
              <a:t> </a:t>
            </a:r>
            <a:r>
              <a:rPr kumimoji="0"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*</a:t>
            </a:r>
            <a:r>
              <a:rPr kumimoji="0" lang="en-US" altLang="zh-CN" sz="2400" b="1">
                <a:sym typeface="Symbol" panose="05050102010706020507" pitchFamily="18" charset="2"/>
              </a:rPr>
              <a:t> </a:t>
            </a:r>
            <a:r>
              <a:rPr kumimoji="0"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id </a:t>
            </a:r>
            <a:r>
              <a:rPr kumimoji="0" lang="en-US" altLang="zh-CN" sz="2400" b="1">
                <a:sym typeface="Symbol" panose="05050102010706020507" pitchFamily="18" charset="2"/>
              </a:rPr>
              <a:t>T’E’  </a:t>
            </a:r>
            <a:r>
              <a:rPr kumimoji="0"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( id )</a:t>
            </a:r>
            <a:r>
              <a:rPr kumimoji="0" lang="en-US" altLang="zh-CN" sz="2400" b="1">
                <a:sym typeface="Symbol" panose="05050102010706020507" pitchFamily="18" charset="2"/>
              </a:rPr>
              <a:t> </a:t>
            </a:r>
            <a:r>
              <a:rPr kumimoji="0"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*</a:t>
            </a:r>
            <a:r>
              <a:rPr kumimoji="0" lang="en-US" altLang="zh-CN" sz="2400" b="1">
                <a:sym typeface="Symbol" panose="05050102010706020507" pitchFamily="18" charset="2"/>
              </a:rPr>
              <a:t> </a:t>
            </a:r>
            <a:r>
              <a:rPr kumimoji="0"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id </a:t>
            </a:r>
            <a:r>
              <a:rPr kumimoji="0" lang="en-US" altLang="zh-CN" sz="2400" b="1">
                <a:sym typeface="Symbol" panose="05050102010706020507" pitchFamily="18" charset="2"/>
              </a:rPr>
              <a:t>E’  </a:t>
            </a:r>
            <a:r>
              <a:rPr kumimoji="0"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( id )</a:t>
            </a:r>
            <a:r>
              <a:rPr kumimoji="0" lang="en-US" altLang="zh-CN" sz="2400" b="1">
                <a:sym typeface="Symbol" panose="05050102010706020507" pitchFamily="18" charset="2"/>
              </a:rPr>
              <a:t> </a:t>
            </a:r>
            <a:r>
              <a:rPr kumimoji="0"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*</a:t>
            </a:r>
            <a:r>
              <a:rPr kumimoji="0" lang="en-US" altLang="zh-CN" sz="2400" b="1">
                <a:sym typeface="Symbol" panose="05050102010706020507" pitchFamily="18" charset="2"/>
              </a:rPr>
              <a:t> </a:t>
            </a:r>
            <a:r>
              <a:rPr kumimoji="0"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id + </a:t>
            </a:r>
            <a:r>
              <a:rPr kumimoji="0" lang="en-US" altLang="zh-CN" sz="2400" b="1">
                <a:sym typeface="Symbol" panose="05050102010706020507" pitchFamily="18" charset="2"/>
              </a:rPr>
              <a:t>TE’  </a:t>
            </a:r>
            <a:endParaRPr kumimoji="0" lang="en-US" altLang="zh-CN" sz="2400" b="1">
              <a:sym typeface="Symbol" panose="05050102010706020507" pitchFamily="18" charset="2"/>
            </a:endParaRPr>
          </a:p>
        </p:txBody>
      </p:sp>
      <p:sp>
        <p:nvSpPr>
          <p:cNvPr id="103432" name="Text Box 175"/>
          <p:cNvSpPr txBox="1">
            <a:spLocks noChangeArrowheads="1"/>
          </p:cNvSpPr>
          <p:nvPr/>
        </p:nvSpPr>
        <p:spPr bwMode="auto">
          <a:xfrm>
            <a:off x="533400" y="4876800"/>
            <a:ext cx="842486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( id )</a:t>
            </a:r>
            <a:r>
              <a:rPr kumimoji="0" lang="en-US" altLang="zh-CN" sz="2400" b="1">
                <a:sym typeface="Symbol" panose="05050102010706020507" pitchFamily="18" charset="2"/>
              </a:rPr>
              <a:t> </a:t>
            </a:r>
            <a:r>
              <a:rPr kumimoji="0"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*</a:t>
            </a:r>
            <a:r>
              <a:rPr kumimoji="0" lang="en-US" altLang="zh-CN" sz="2400" b="1">
                <a:sym typeface="Symbol" panose="05050102010706020507" pitchFamily="18" charset="2"/>
              </a:rPr>
              <a:t> </a:t>
            </a:r>
            <a:r>
              <a:rPr kumimoji="0"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id + </a:t>
            </a:r>
            <a:r>
              <a:rPr kumimoji="0" lang="en-US" altLang="zh-CN" sz="2400" b="1">
                <a:sym typeface="Symbol" panose="05050102010706020507" pitchFamily="18" charset="2"/>
              </a:rPr>
              <a:t>FT’E’  </a:t>
            </a:r>
            <a:r>
              <a:rPr kumimoji="0"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( id )</a:t>
            </a:r>
            <a:r>
              <a:rPr kumimoji="0" lang="en-US" altLang="zh-CN" sz="2400" b="1">
                <a:sym typeface="Symbol" panose="05050102010706020507" pitchFamily="18" charset="2"/>
              </a:rPr>
              <a:t> </a:t>
            </a:r>
            <a:r>
              <a:rPr kumimoji="0"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*</a:t>
            </a:r>
            <a:r>
              <a:rPr kumimoji="0" lang="en-US" altLang="zh-CN" sz="2400" b="1">
                <a:sym typeface="Symbol" panose="05050102010706020507" pitchFamily="18" charset="2"/>
              </a:rPr>
              <a:t> </a:t>
            </a:r>
            <a:r>
              <a:rPr kumimoji="0"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id +id  </a:t>
            </a:r>
            <a:r>
              <a:rPr kumimoji="0" lang="en-US" altLang="zh-CN" sz="2400" b="1">
                <a:sym typeface="Symbol" panose="05050102010706020507" pitchFamily="18" charset="2"/>
              </a:rPr>
              <a:t>T’E’  </a:t>
            </a:r>
            <a:r>
              <a:rPr kumimoji="0"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( id ) * id + id$</a:t>
            </a:r>
            <a:endParaRPr kumimoji="0" lang="en-US" altLang="zh-CN" sz="2400" b="1">
              <a:sym typeface="Symbol" panose="05050102010706020507" pitchFamily="18" charset="2"/>
            </a:endParaRPr>
          </a:p>
        </p:txBody>
      </p:sp>
      <p:sp>
        <p:nvSpPr>
          <p:cNvPr id="103433" name="Text Box 176"/>
          <p:cNvSpPr txBox="1">
            <a:spLocks noChangeArrowheads="1"/>
          </p:cNvSpPr>
          <p:nvPr/>
        </p:nvSpPr>
        <p:spPr bwMode="auto">
          <a:xfrm>
            <a:off x="5824538" y="4800600"/>
            <a:ext cx="72866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b="1"/>
              <a:t>*</a:t>
            </a:r>
            <a:endParaRPr kumimoji="0" lang="en-US" altLang="zh-CN" sz="2400" b="1"/>
          </a:p>
        </p:txBody>
      </p:sp>
      <p:sp>
        <p:nvSpPr>
          <p:cNvPr id="103434" name="Text Box 177"/>
          <p:cNvSpPr txBox="1">
            <a:spLocks noChangeArrowheads="1"/>
          </p:cNvSpPr>
          <p:nvPr/>
        </p:nvSpPr>
        <p:spPr bwMode="auto">
          <a:xfrm>
            <a:off x="533400" y="1919288"/>
            <a:ext cx="5181600" cy="3476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7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b="1">
                <a:solidFill>
                  <a:srgbClr val="FF3300"/>
                </a:solidFill>
              </a:rPr>
              <a:t>What’s First for each non-terminal ?</a:t>
            </a:r>
            <a:endParaRPr kumimoji="0" lang="en-US" altLang="zh-CN" sz="2400" b="1">
              <a:solidFill>
                <a:srgbClr val="FF6699"/>
              </a:solidFill>
            </a:endParaRPr>
          </a:p>
        </p:txBody>
      </p:sp>
      <p:sp>
        <p:nvSpPr>
          <p:cNvPr id="103435" name="Text Box 178"/>
          <p:cNvSpPr txBox="1">
            <a:spLocks noChangeArrowheads="1"/>
          </p:cNvSpPr>
          <p:nvPr/>
        </p:nvSpPr>
        <p:spPr bwMode="auto">
          <a:xfrm>
            <a:off x="3352800" y="2635250"/>
            <a:ext cx="415925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zh-CN" altLang="en-US" sz="2400" b="1" baseline="-25000">
                <a:solidFill>
                  <a:srgbClr val="FF3300"/>
                </a:solidFill>
                <a:sym typeface="Symbol" panose="05050102010706020507" pitchFamily="18" charset="2"/>
              </a:rPr>
              <a:t>＝</a:t>
            </a:r>
            <a:endParaRPr kumimoji="0" lang="zh-CN" altLang="en-US" sz="2400" b="1" baseline="-25000">
              <a:solidFill>
                <a:srgbClr val="FF3300"/>
              </a:solidFill>
            </a:endParaRPr>
          </a:p>
        </p:txBody>
      </p:sp>
      <p:sp>
        <p:nvSpPr>
          <p:cNvPr id="103436" name="Text Box 179"/>
          <p:cNvSpPr txBox="1">
            <a:spLocks noChangeArrowheads="1"/>
          </p:cNvSpPr>
          <p:nvPr/>
        </p:nvSpPr>
        <p:spPr bwMode="auto">
          <a:xfrm>
            <a:off x="4932040" y="3449638"/>
            <a:ext cx="415925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zh-CN" altLang="en-US" sz="2400" b="1" baseline="-25000" dirty="0">
                <a:solidFill>
                  <a:srgbClr val="FF3300"/>
                </a:solidFill>
                <a:sym typeface="Symbol" panose="05050102010706020507" pitchFamily="18" charset="2"/>
              </a:rPr>
              <a:t>＝</a:t>
            </a:r>
            <a:endParaRPr kumimoji="0" lang="zh-CN" altLang="en-US" sz="2400" b="1" baseline="-25000" dirty="0">
              <a:solidFill>
                <a:srgbClr val="FF3300"/>
              </a:solidFill>
            </a:endParaRPr>
          </a:p>
        </p:txBody>
      </p:sp>
      <p:sp>
        <p:nvSpPr>
          <p:cNvPr id="103437" name="Freeform 182"/>
          <p:cNvSpPr/>
          <p:nvPr/>
        </p:nvSpPr>
        <p:spPr bwMode="auto">
          <a:xfrm>
            <a:off x="763588" y="2755900"/>
            <a:ext cx="2808287" cy="420688"/>
          </a:xfrm>
          <a:custGeom>
            <a:avLst/>
            <a:gdLst>
              <a:gd name="T0" fmla="*/ 0 w 1296"/>
              <a:gd name="T1" fmla="*/ 0 h 264"/>
              <a:gd name="T2" fmla="*/ 2147483646 w 1296"/>
              <a:gd name="T3" fmla="*/ 2147483646 h 264"/>
              <a:gd name="T4" fmla="*/ 2147483646 w 1296"/>
              <a:gd name="T5" fmla="*/ 2147483646 h 264"/>
              <a:gd name="T6" fmla="*/ 2147483646 w 1296"/>
              <a:gd name="T7" fmla="*/ 2147483646 h 264"/>
              <a:gd name="T8" fmla="*/ 2147483646 w 1296"/>
              <a:gd name="T9" fmla="*/ 2147483646 h 264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296"/>
              <a:gd name="T16" fmla="*/ 0 h 264"/>
              <a:gd name="T17" fmla="*/ 1296 w 1296"/>
              <a:gd name="T18" fmla="*/ 264 h 264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296" h="264">
                <a:moveTo>
                  <a:pt x="0" y="0"/>
                </a:moveTo>
                <a:cubicBezTo>
                  <a:pt x="52" y="76"/>
                  <a:pt x="104" y="152"/>
                  <a:pt x="240" y="192"/>
                </a:cubicBezTo>
                <a:cubicBezTo>
                  <a:pt x="376" y="232"/>
                  <a:pt x="656" y="232"/>
                  <a:pt x="816" y="240"/>
                </a:cubicBezTo>
                <a:cubicBezTo>
                  <a:pt x="976" y="248"/>
                  <a:pt x="1120" y="264"/>
                  <a:pt x="1200" y="240"/>
                </a:cubicBezTo>
                <a:cubicBezTo>
                  <a:pt x="1280" y="216"/>
                  <a:pt x="1280" y="120"/>
                  <a:pt x="1296" y="96"/>
                </a:cubicBezTo>
              </a:path>
            </a:pathLst>
          </a:custGeom>
          <a:noFill/>
          <a:ln w="25400" cap="flat" cmpd="sng">
            <a:solidFill>
              <a:srgbClr val="FF0000"/>
            </a:solidFill>
            <a:prstDash val="solid"/>
            <a:round/>
            <a:headEnd type="none" w="sm" len="sm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3438" name="Freeform 183"/>
          <p:cNvSpPr/>
          <p:nvPr/>
        </p:nvSpPr>
        <p:spPr bwMode="auto">
          <a:xfrm>
            <a:off x="3733800" y="2819400"/>
            <a:ext cx="1447800" cy="609600"/>
          </a:xfrm>
          <a:custGeom>
            <a:avLst/>
            <a:gdLst>
              <a:gd name="T0" fmla="*/ 0 w 672"/>
              <a:gd name="T1" fmla="*/ 0 h 336"/>
              <a:gd name="T2" fmla="*/ 2147483646 w 672"/>
              <a:gd name="T3" fmla="*/ 2147483646 h 336"/>
              <a:gd name="T4" fmla="*/ 2147483646 w 672"/>
              <a:gd name="T5" fmla="*/ 2147483646 h 336"/>
              <a:gd name="T6" fmla="*/ 2147483646 w 672"/>
              <a:gd name="T7" fmla="*/ 2147483646 h 336"/>
              <a:gd name="T8" fmla="*/ 0 60000 65536"/>
              <a:gd name="T9" fmla="*/ 0 60000 65536"/>
              <a:gd name="T10" fmla="*/ 0 60000 65536"/>
              <a:gd name="T11" fmla="*/ 0 60000 65536"/>
              <a:gd name="T12" fmla="*/ 0 w 672"/>
              <a:gd name="T13" fmla="*/ 0 h 336"/>
              <a:gd name="T14" fmla="*/ 672 w 672"/>
              <a:gd name="T15" fmla="*/ 336 h 3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672" h="336">
                <a:moveTo>
                  <a:pt x="0" y="0"/>
                </a:moveTo>
                <a:cubicBezTo>
                  <a:pt x="24" y="60"/>
                  <a:pt x="48" y="120"/>
                  <a:pt x="144" y="144"/>
                </a:cubicBezTo>
                <a:cubicBezTo>
                  <a:pt x="240" y="168"/>
                  <a:pt x="488" y="112"/>
                  <a:pt x="576" y="144"/>
                </a:cubicBezTo>
                <a:cubicBezTo>
                  <a:pt x="664" y="176"/>
                  <a:pt x="668" y="256"/>
                  <a:pt x="672" y="336"/>
                </a:cubicBezTo>
              </a:path>
            </a:pathLst>
          </a:custGeom>
          <a:noFill/>
          <a:ln w="25400" cap="flat" cmpd="sng">
            <a:solidFill>
              <a:srgbClr val="FF0000"/>
            </a:solidFill>
            <a:prstDash val="solid"/>
            <a:round/>
            <a:headEnd type="none" w="sm" len="sm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3439" name="Text Box 184"/>
          <p:cNvSpPr txBox="1">
            <a:spLocks noChangeArrowheads="1"/>
          </p:cNvSpPr>
          <p:nvPr/>
        </p:nvSpPr>
        <p:spPr bwMode="auto">
          <a:xfrm>
            <a:off x="5562600" y="1538288"/>
            <a:ext cx="3429000" cy="1030287"/>
          </a:xfrm>
          <a:prstGeom prst="rect">
            <a:avLst/>
          </a:prstGeom>
          <a:noFill/>
          <a:ln w="25400">
            <a:solidFill>
              <a:srgbClr val="FF3300"/>
            </a:solidFill>
            <a:miter lim="800000"/>
            <a:head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b="1" dirty="0">
                <a:solidFill>
                  <a:srgbClr val="FF3300"/>
                </a:solidFill>
              </a:rPr>
              <a:t>First(</a:t>
            </a:r>
            <a:r>
              <a:rPr kumimoji="0" lang="en-US" altLang="zh-CN" sz="2400" b="1" dirty="0"/>
              <a:t>E</a:t>
            </a:r>
            <a:r>
              <a:rPr kumimoji="0" lang="en-US" altLang="zh-CN" sz="2400" b="1" dirty="0">
                <a:solidFill>
                  <a:srgbClr val="FF3300"/>
                </a:solidFill>
              </a:rPr>
              <a:t>) = { </a:t>
            </a:r>
            <a:r>
              <a:rPr kumimoji="0" lang="en-US" altLang="zh-CN" sz="2400" b="1" dirty="0">
                <a:solidFill>
                  <a:schemeClr val="accent2"/>
                </a:solidFill>
              </a:rPr>
              <a:t>( , id</a:t>
            </a:r>
            <a:r>
              <a:rPr kumimoji="0" lang="en-US" altLang="zh-CN" sz="2400" b="1" dirty="0">
                <a:solidFill>
                  <a:srgbClr val="FF3300"/>
                </a:solidFill>
              </a:rPr>
              <a:t> }</a:t>
            </a:r>
            <a:endParaRPr kumimoji="0" lang="en-US" altLang="zh-CN" sz="2400" b="1" dirty="0">
              <a:solidFill>
                <a:srgbClr val="FF3300"/>
              </a:solidFill>
            </a:endParaRPr>
          </a:p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b="1" dirty="0">
                <a:solidFill>
                  <a:schemeClr val="accent2"/>
                </a:solidFill>
              </a:rPr>
              <a:t>id,</a:t>
            </a:r>
            <a:r>
              <a:rPr kumimoji="0" lang="zh-CN" altLang="en-US" sz="2400" b="1" dirty="0">
                <a:solidFill>
                  <a:schemeClr val="accent2"/>
                </a:solidFill>
              </a:rPr>
              <a:t> </a:t>
            </a:r>
            <a:r>
              <a:rPr kumimoji="0" lang="en-US" altLang="zh-CN" sz="2400" b="1" dirty="0">
                <a:solidFill>
                  <a:schemeClr val="accent2"/>
                </a:solidFill>
              </a:rPr>
              <a:t>( </a:t>
            </a:r>
            <a:r>
              <a:rPr kumimoji="0" lang="en-US" altLang="zh-CN" sz="2400" b="1" dirty="0">
                <a:solidFill>
                  <a:schemeClr val="accent2"/>
                </a:solidFill>
                <a:latin typeface="宋体" panose="02010600030101010101" pitchFamily="2" charset="-122"/>
              </a:rPr>
              <a:t>∈</a:t>
            </a:r>
            <a:r>
              <a:rPr kumimoji="0" lang="en-US" altLang="zh-CN" sz="2400" b="1" dirty="0">
                <a:solidFill>
                  <a:schemeClr val="accent2"/>
                </a:solidFill>
              </a:rPr>
              <a:t> First(T), First(F)</a:t>
            </a:r>
            <a:endParaRPr kumimoji="0" lang="en-US" altLang="zh-CN" sz="2400" b="1" dirty="0">
              <a:solidFill>
                <a:schemeClr val="accent2"/>
              </a:solidFill>
            </a:endParaRPr>
          </a:p>
        </p:txBody>
      </p:sp>
      <p:grpSp>
        <p:nvGrpSpPr>
          <p:cNvPr id="17" name="Group 5"/>
          <p:cNvGrpSpPr/>
          <p:nvPr/>
        </p:nvGrpSpPr>
        <p:grpSpPr bwMode="auto">
          <a:xfrm>
            <a:off x="5562600" y="5334000"/>
            <a:ext cx="2057400" cy="1463675"/>
            <a:chOff x="1056" y="864"/>
            <a:chExt cx="1296" cy="922"/>
          </a:xfrm>
        </p:grpSpPr>
        <p:sp>
          <p:nvSpPr>
            <p:cNvPr id="18" name="Text Box 6"/>
            <p:cNvSpPr txBox="1">
              <a:spLocks noChangeArrowheads="1"/>
            </p:cNvSpPr>
            <p:nvPr/>
          </p:nvSpPr>
          <p:spPr bwMode="auto">
            <a:xfrm>
              <a:off x="1056" y="864"/>
              <a:ext cx="1296" cy="4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 type="none" w="sm" len="sm"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ct val="90000"/>
                </a:lnSpc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000" b="1">
                  <a:solidFill>
                    <a:schemeClr val="accent2"/>
                  </a:solidFill>
                  <a:sym typeface="Symbol" panose="05050102010706020507" pitchFamily="18" charset="2"/>
                </a:rPr>
                <a:t>E  TE’                                                E’  + TE’ |  </a:t>
              </a:r>
              <a:r>
                <a:rPr kumimoji="0" lang="en-US" altLang="zh-CN" sz="2000" b="1">
                  <a:solidFill>
                    <a:schemeClr val="accent2"/>
                  </a:solidFill>
                  <a:latin typeface="Symbol" panose="05050102010706020507" pitchFamily="18" charset="2"/>
                  <a:sym typeface="Symbol" panose="05050102010706020507" pitchFamily="18" charset="2"/>
                </a:rPr>
                <a:t>e</a:t>
              </a:r>
              <a:endParaRPr kumimoji="0" lang="en-US" altLang="zh-CN" sz="2000" b="1">
                <a:solidFill>
                  <a:schemeClr val="accent2"/>
                </a:solidFill>
                <a:latin typeface="Symbol" panose="05050102010706020507" pitchFamily="18" charset="2"/>
                <a:sym typeface="Symbol" panose="05050102010706020507" pitchFamily="18" charset="2"/>
              </a:endParaRPr>
            </a:p>
          </p:txBody>
        </p:sp>
        <p:sp>
          <p:nvSpPr>
            <p:cNvPr id="19" name="Text Box 7"/>
            <p:cNvSpPr txBox="1">
              <a:spLocks noChangeArrowheads="1"/>
            </p:cNvSpPr>
            <p:nvPr/>
          </p:nvSpPr>
          <p:spPr bwMode="auto">
            <a:xfrm>
              <a:off x="1056" y="1200"/>
              <a:ext cx="1296" cy="4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 type="none" w="sm" len="sm"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ct val="90000"/>
                </a:lnSpc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000" b="1" dirty="0">
                  <a:solidFill>
                    <a:schemeClr val="accent2"/>
                  </a:solidFill>
                  <a:sym typeface="Symbol" panose="05050102010706020507" pitchFamily="18" charset="2"/>
                </a:rPr>
                <a:t>T  FT’                                                T’  * FT’ | </a:t>
              </a:r>
              <a:r>
                <a:rPr kumimoji="0" lang="en-US" altLang="zh-CN" sz="2000" b="1" dirty="0">
                  <a:solidFill>
                    <a:schemeClr val="accent2"/>
                  </a:solidFill>
                  <a:latin typeface="Symbol" panose="05050102010706020507" pitchFamily="18" charset="2"/>
                  <a:sym typeface="Symbol" panose="05050102010706020507" pitchFamily="18" charset="2"/>
                </a:rPr>
                <a:t>e</a:t>
              </a:r>
              <a:endParaRPr kumimoji="0" lang="en-US" altLang="zh-CN" sz="2000" b="1" dirty="0">
                <a:solidFill>
                  <a:schemeClr val="accent2"/>
                </a:solidFill>
                <a:latin typeface="Symbol" panose="05050102010706020507" pitchFamily="18" charset="2"/>
                <a:sym typeface="Symbol" panose="05050102010706020507" pitchFamily="18" charset="2"/>
              </a:endParaRPr>
            </a:p>
          </p:txBody>
        </p:sp>
        <p:sp>
          <p:nvSpPr>
            <p:cNvPr id="20" name="Text Box 8"/>
            <p:cNvSpPr txBox="1">
              <a:spLocks noChangeArrowheads="1"/>
            </p:cNvSpPr>
            <p:nvPr/>
          </p:nvSpPr>
          <p:spPr bwMode="auto">
            <a:xfrm>
              <a:off x="1056" y="1536"/>
              <a:ext cx="1073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 type="none" w="sm" len="sm"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0" lang="en-US" altLang="zh-CN" sz="2000" b="1">
                  <a:solidFill>
                    <a:schemeClr val="accent2"/>
                  </a:solidFill>
                  <a:sym typeface="Symbol" panose="05050102010706020507" pitchFamily="18" charset="2"/>
                </a:rPr>
                <a:t>F   ( E )  | id</a:t>
              </a:r>
              <a:endParaRPr kumimoji="0" lang="en-US" altLang="zh-CN" sz="2000" b="1">
                <a:solidFill>
                  <a:schemeClr val="accent2"/>
                </a:solidFill>
                <a:sym typeface="Symbol" panose="05050102010706020507" pitchFamily="18" charset="2"/>
              </a:endParaRPr>
            </a:p>
          </p:txBody>
        </p:sp>
      </p:grpSp>
    </p:spTree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FIRST</a:t>
            </a:r>
            <a:r>
              <a:rPr lang="zh-CN" altLang="en-US"/>
              <a:t>与预测分析</a:t>
            </a:r>
            <a:endParaRPr lang="zh-CN" altLang="en-US"/>
          </a:p>
        </p:txBody>
      </p:sp>
      <p:sp>
        <p:nvSpPr>
          <p:cNvPr id="104451" name="Text Box 3"/>
          <p:cNvSpPr txBox="1">
            <a:spLocks noChangeArrowheads="1"/>
          </p:cNvSpPr>
          <p:nvPr/>
        </p:nvSpPr>
        <p:spPr bwMode="auto">
          <a:xfrm>
            <a:off x="457200" y="1538288"/>
            <a:ext cx="5867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b="1"/>
              <a:t>Consider the following derivation:</a:t>
            </a:r>
            <a:endParaRPr kumimoji="0" lang="en-US" altLang="zh-CN" sz="2400" b="1"/>
          </a:p>
        </p:txBody>
      </p:sp>
      <p:sp>
        <p:nvSpPr>
          <p:cNvPr id="104452" name="Text Box 4"/>
          <p:cNvSpPr txBox="1">
            <a:spLocks noChangeArrowheads="1"/>
          </p:cNvSpPr>
          <p:nvPr/>
        </p:nvSpPr>
        <p:spPr bwMode="auto">
          <a:xfrm>
            <a:off x="533400" y="2452688"/>
            <a:ext cx="72802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b="1"/>
              <a:t>E </a:t>
            </a:r>
            <a:r>
              <a:rPr kumimoji="0" lang="en-US" altLang="zh-CN" sz="2400" b="1">
                <a:sym typeface="Symbol" panose="05050102010706020507" pitchFamily="18" charset="2"/>
              </a:rPr>
              <a:t> TE’  FT’E’  </a:t>
            </a:r>
            <a:r>
              <a:rPr kumimoji="0"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( </a:t>
            </a:r>
            <a:r>
              <a:rPr kumimoji="0" lang="en-US" altLang="zh-CN" sz="2400" b="1">
                <a:sym typeface="Symbol" panose="05050102010706020507" pitchFamily="18" charset="2"/>
              </a:rPr>
              <a:t>E</a:t>
            </a:r>
            <a:r>
              <a:rPr kumimoji="0"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 ) </a:t>
            </a:r>
            <a:r>
              <a:rPr kumimoji="0" lang="en-US" altLang="zh-CN" sz="2400" b="1">
                <a:sym typeface="Symbol" panose="05050102010706020507" pitchFamily="18" charset="2"/>
              </a:rPr>
              <a:t>T’E’  </a:t>
            </a:r>
            <a:endParaRPr kumimoji="0" lang="en-US" altLang="zh-CN" sz="2400" b="1">
              <a:sym typeface="Symbol" panose="05050102010706020507" pitchFamily="18" charset="2"/>
            </a:endParaRPr>
          </a:p>
        </p:txBody>
      </p:sp>
      <p:sp>
        <p:nvSpPr>
          <p:cNvPr id="104453" name="Text Box 5"/>
          <p:cNvSpPr txBox="1">
            <a:spLocks noChangeArrowheads="1"/>
          </p:cNvSpPr>
          <p:nvPr/>
        </p:nvSpPr>
        <p:spPr bwMode="auto">
          <a:xfrm>
            <a:off x="533400" y="3030538"/>
            <a:ext cx="7696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b="1">
                <a:solidFill>
                  <a:schemeClr val="accent2"/>
                </a:solidFill>
              </a:rPr>
              <a:t>(</a:t>
            </a:r>
            <a:r>
              <a:rPr kumimoji="0" lang="en-US" altLang="zh-CN" sz="2400" b="1"/>
              <a:t> TE’ </a:t>
            </a:r>
            <a:r>
              <a:rPr kumimoji="0" lang="en-US" altLang="zh-CN" sz="2400" b="1">
                <a:solidFill>
                  <a:schemeClr val="accent2"/>
                </a:solidFill>
              </a:rPr>
              <a:t>)</a:t>
            </a:r>
            <a:r>
              <a:rPr kumimoji="0" lang="en-US" altLang="zh-CN" sz="2400" b="1"/>
              <a:t> T’E’ </a:t>
            </a:r>
            <a:r>
              <a:rPr kumimoji="0" lang="en-US" altLang="zh-CN" sz="2400" b="1">
                <a:sym typeface="Symbol" panose="05050102010706020507" pitchFamily="18" charset="2"/>
              </a:rPr>
              <a:t> </a:t>
            </a:r>
            <a:r>
              <a:rPr kumimoji="0"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( </a:t>
            </a:r>
            <a:r>
              <a:rPr kumimoji="0" lang="en-US" altLang="zh-CN" sz="2400" b="1">
                <a:sym typeface="Symbol" panose="05050102010706020507" pitchFamily="18" charset="2"/>
              </a:rPr>
              <a:t>FT’E’</a:t>
            </a:r>
            <a:r>
              <a:rPr kumimoji="0"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 ) </a:t>
            </a:r>
            <a:r>
              <a:rPr kumimoji="0" lang="en-US" altLang="zh-CN" sz="2400" b="1">
                <a:sym typeface="Symbol" panose="05050102010706020507" pitchFamily="18" charset="2"/>
              </a:rPr>
              <a:t>T’E’  </a:t>
            </a:r>
            <a:r>
              <a:rPr kumimoji="0"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( id</a:t>
            </a:r>
            <a:r>
              <a:rPr kumimoji="0" lang="en-US" altLang="zh-CN" sz="2400" b="1">
                <a:sym typeface="Symbol" panose="05050102010706020507" pitchFamily="18" charset="2"/>
              </a:rPr>
              <a:t> T’E’ </a:t>
            </a:r>
            <a:r>
              <a:rPr kumimoji="0"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)</a:t>
            </a:r>
            <a:r>
              <a:rPr kumimoji="0" lang="en-US" altLang="zh-CN" sz="2400" b="1">
                <a:sym typeface="Symbol" panose="05050102010706020507" pitchFamily="18" charset="2"/>
              </a:rPr>
              <a:t> T’E’  </a:t>
            </a:r>
            <a:endParaRPr kumimoji="0" lang="en-US" altLang="zh-CN" sz="2400" b="1">
              <a:sym typeface="Symbol" panose="05050102010706020507" pitchFamily="18" charset="2"/>
            </a:endParaRPr>
          </a:p>
        </p:txBody>
      </p:sp>
      <p:sp>
        <p:nvSpPr>
          <p:cNvPr id="104454" name="Text Box 6"/>
          <p:cNvSpPr txBox="1">
            <a:spLocks noChangeArrowheads="1"/>
          </p:cNvSpPr>
          <p:nvPr/>
        </p:nvSpPr>
        <p:spPr bwMode="auto">
          <a:xfrm>
            <a:off x="533400" y="3563938"/>
            <a:ext cx="72802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( id</a:t>
            </a:r>
            <a:r>
              <a:rPr kumimoji="0" lang="en-US" altLang="zh-CN" sz="2400" b="1">
                <a:sym typeface="Symbol" panose="05050102010706020507" pitchFamily="18" charset="2"/>
              </a:rPr>
              <a:t> E’ </a:t>
            </a:r>
            <a:r>
              <a:rPr kumimoji="0"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)</a:t>
            </a:r>
            <a:r>
              <a:rPr kumimoji="0" lang="en-US" altLang="zh-CN" sz="2400" b="1">
                <a:sym typeface="Symbol" panose="05050102010706020507" pitchFamily="18" charset="2"/>
              </a:rPr>
              <a:t> T’E’  </a:t>
            </a:r>
            <a:r>
              <a:rPr kumimoji="0"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( id )</a:t>
            </a:r>
            <a:r>
              <a:rPr kumimoji="0" lang="en-US" altLang="zh-CN" sz="2400" b="1">
                <a:sym typeface="Symbol" panose="05050102010706020507" pitchFamily="18" charset="2"/>
              </a:rPr>
              <a:t> T’E’  </a:t>
            </a:r>
            <a:r>
              <a:rPr kumimoji="0"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( id )</a:t>
            </a:r>
            <a:r>
              <a:rPr kumimoji="0" lang="en-US" altLang="zh-CN" sz="2400" b="1">
                <a:sym typeface="Symbol" panose="05050102010706020507" pitchFamily="18" charset="2"/>
              </a:rPr>
              <a:t> </a:t>
            </a:r>
            <a:r>
              <a:rPr kumimoji="0"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*</a:t>
            </a:r>
            <a:r>
              <a:rPr kumimoji="0" lang="en-US" altLang="zh-CN" sz="2400" b="1">
                <a:sym typeface="Symbol" panose="05050102010706020507" pitchFamily="18" charset="2"/>
              </a:rPr>
              <a:t> FT’E’  </a:t>
            </a:r>
            <a:endParaRPr kumimoji="0" lang="en-US" altLang="zh-CN" sz="2400" b="1">
              <a:sym typeface="Symbol" panose="05050102010706020507" pitchFamily="18" charset="2"/>
            </a:endParaRPr>
          </a:p>
        </p:txBody>
      </p:sp>
      <p:sp>
        <p:nvSpPr>
          <p:cNvPr id="104455" name="Text Box 7"/>
          <p:cNvSpPr txBox="1">
            <a:spLocks noChangeArrowheads="1"/>
          </p:cNvSpPr>
          <p:nvPr/>
        </p:nvSpPr>
        <p:spPr bwMode="auto">
          <a:xfrm>
            <a:off x="457200" y="4097338"/>
            <a:ext cx="738346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b="1" dirty="0">
                <a:sym typeface="Symbol" panose="05050102010706020507" pitchFamily="18" charset="2"/>
              </a:rPr>
              <a:t> </a:t>
            </a:r>
            <a:r>
              <a:rPr kumimoji="0" lang="en-US" altLang="zh-CN" sz="2400" b="1" dirty="0">
                <a:solidFill>
                  <a:schemeClr val="accent2"/>
                </a:solidFill>
                <a:sym typeface="Symbol" panose="05050102010706020507" pitchFamily="18" charset="2"/>
              </a:rPr>
              <a:t>( id )</a:t>
            </a:r>
            <a:r>
              <a:rPr kumimoji="0" lang="en-US" altLang="zh-CN" sz="2400" b="1" dirty="0">
                <a:sym typeface="Symbol" panose="05050102010706020507" pitchFamily="18" charset="2"/>
              </a:rPr>
              <a:t> </a:t>
            </a:r>
            <a:r>
              <a:rPr kumimoji="0" lang="en-US" altLang="zh-CN" sz="2400" b="1" dirty="0">
                <a:solidFill>
                  <a:schemeClr val="accent2"/>
                </a:solidFill>
                <a:sym typeface="Symbol" panose="05050102010706020507" pitchFamily="18" charset="2"/>
              </a:rPr>
              <a:t>*</a:t>
            </a:r>
            <a:r>
              <a:rPr kumimoji="0" lang="en-US" altLang="zh-CN" sz="2400" b="1" dirty="0">
                <a:sym typeface="Symbol" panose="05050102010706020507" pitchFamily="18" charset="2"/>
              </a:rPr>
              <a:t> </a:t>
            </a:r>
            <a:r>
              <a:rPr kumimoji="0" lang="en-US" altLang="zh-CN" sz="2400" b="1" dirty="0">
                <a:solidFill>
                  <a:schemeClr val="accent2"/>
                </a:solidFill>
                <a:sym typeface="Symbol" panose="05050102010706020507" pitchFamily="18" charset="2"/>
              </a:rPr>
              <a:t>id </a:t>
            </a:r>
            <a:r>
              <a:rPr kumimoji="0" lang="en-US" altLang="zh-CN" sz="2400" b="1" dirty="0">
                <a:sym typeface="Symbol" panose="05050102010706020507" pitchFamily="18" charset="2"/>
              </a:rPr>
              <a:t>T’E’  </a:t>
            </a:r>
            <a:r>
              <a:rPr kumimoji="0" lang="en-US" altLang="zh-CN" sz="2400" b="1" dirty="0">
                <a:solidFill>
                  <a:schemeClr val="accent2"/>
                </a:solidFill>
                <a:sym typeface="Symbol" panose="05050102010706020507" pitchFamily="18" charset="2"/>
              </a:rPr>
              <a:t>( id )</a:t>
            </a:r>
            <a:r>
              <a:rPr kumimoji="0" lang="en-US" altLang="zh-CN" sz="2400" b="1" dirty="0">
                <a:sym typeface="Symbol" panose="05050102010706020507" pitchFamily="18" charset="2"/>
              </a:rPr>
              <a:t> </a:t>
            </a:r>
            <a:r>
              <a:rPr kumimoji="0" lang="en-US" altLang="zh-CN" sz="2400" b="1" dirty="0">
                <a:solidFill>
                  <a:schemeClr val="accent2"/>
                </a:solidFill>
                <a:sym typeface="Symbol" panose="05050102010706020507" pitchFamily="18" charset="2"/>
              </a:rPr>
              <a:t>*</a:t>
            </a:r>
            <a:r>
              <a:rPr kumimoji="0" lang="en-US" altLang="zh-CN" sz="2400" b="1" dirty="0">
                <a:sym typeface="Symbol" panose="05050102010706020507" pitchFamily="18" charset="2"/>
              </a:rPr>
              <a:t> </a:t>
            </a:r>
            <a:r>
              <a:rPr kumimoji="0" lang="en-US" altLang="zh-CN" sz="2400" b="1" dirty="0">
                <a:solidFill>
                  <a:schemeClr val="accent2"/>
                </a:solidFill>
                <a:sym typeface="Symbol" panose="05050102010706020507" pitchFamily="18" charset="2"/>
              </a:rPr>
              <a:t>id </a:t>
            </a:r>
            <a:r>
              <a:rPr kumimoji="0" lang="en-US" altLang="zh-CN" sz="2400" b="1" dirty="0">
                <a:sym typeface="Symbol" panose="05050102010706020507" pitchFamily="18" charset="2"/>
              </a:rPr>
              <a:t>E’  </a:t>
            </a:r>
            <a:r>
              <a:rPr kumimoji="0" lang="en-US" altLang="zh-CN" sz="2400" b="1" dirty="0">
                <a:solidFill>
                  <a:schemeClr val="accent2"/>
                </a:solidFill>
                <a:sym typeface="Symbol" panose="05050102010706020507" pitchFamily="18" charset="2"/>
              </a:rPr>
              <a:t>( id )</a:t>
            </a:r>
            <a:r>
              <a:rPr kumimoji="0" lang="en-US" altLang="zh-CN" sz="2400" b="1" dirty="0">
                <a:sym typeface="Symbol" panose="05050102010706020507" pitchFamily="18" charset="2"/>
              </a:rPr>
              <a:t> </a:t>
            </a:r>
            <a:r>
              <a:rPr kumimoji="0" lang="en-US" altLang="zh-CN" sz="2400" b="1" dirty="0">
                <a:solidFill>
                  <a:schemeClr val="accent2"/>
                </a:solidFill>
                <a:sym typeface="Symbol" panose="05050102010706020507" pitchFamily="18" charset="2"/>
              </a:rPr>
              <a:t>*</a:t>
            </a:r>
            <a:r>
              <a:rPr kumimoji="0" lang="en-US" altLang="zh-CN" sz="2400" b="1" dirty="0">
                <a:sym typeface="Symbol" panose="05050102010706020507" pitchFamily="18" charset="2"/>
              </a:rPr>
              <a:t> </a:t>
            </a:r>
            <a:r>
              <a:rPr kumimoji="0" lang="en-US" altLang="zh-CN" sz="2400" b="1" dirty="0">
                <a:solidFill>
                  <a:schemeClr val="accent2"/>
                </a:solidFill>
                <a:sym typeface="Symbol" panose="05050102010706020507" pitchFamily="18" charset="2"/>
              </a:rPr>
              <a:t>id + </a:t>
            </a:r>
            <a:r>
              <a:rPr kumimoji="0" lang="en-US" altLang="zh-CN" sz="2400" b="1" dirty="0">
                <a:sym typeface="Symbol" panose="05050102010706020507" pitchFamily="18" charset="2"/>
              </a:rPr>
              <a:t>TE’  </a:t>
            </a:r>
            <a:endParaRPr kumimoji="0" lang="en-US" altLang="zh-CN" sz="2400" b="1" dirty="0">
              <a:sym typeface="Symbol" panose="05050102010706020507" pitchFamily="18" charset="2"/>
            </a:endParaRPr>
          </a:p>
        </p:txBody>
      </p:sp>
      <p:sp>
        <p:nvSpPr>
          <p:cNvPr id="104456" name="Text Box 8"/>
          <p:cNvSpPr txBox="1">
            <a:spLocks noChangeArrowheads="1"/>
          </p:cNvSpPr>
          <p:nvPr/>
        </p:nvSpPr>
        <p:spPr bwMode="auto">
          <a:xfrm>
            <a:off x="533400" y="4935538"/>
            <a:ext cx="842486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( id )</a:t>
            </a:r>
            <a:r>
              <a:rPr kumimoji="0" lang="en-US" altLang="zh-CN" sz="2400" b="1">
                <a:sym typeface="Symbol" panose="05050102010706020507" pitchFamily="18" charset="2"/>
              </a:rPr>
              <a:t> </a:t>
            </a:r>
            <a:r>
              <a:rPr kumimoji="0"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*</a:t>
            </a:r>
            <a:r>
              <a:rPr kumimoji="0" lang="en-US" altLang="zh-CN" sz="2400" b="1">
                <a:sym typeface="Symbol" panose="05050102010706020507" pitchFamily="18" charset="2"/>
              </a:rPr>
              <a:t> </a:t>
            </a:r>
            <a:r>
              <a:rPr kumimoji="0"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id + </a:t>
            </a:r>
            <a:r>
              <a:rPr kumimoji="0" lang="en-US" altLang="zh-CN" sz="2400" b="1">
                <a:sym typeface="Symbol" panose="05050102010706020507" pitchFamily="18" charset="2"/>
              </a:rPr>
              <a:t>FT’E’  </a:t>
            </a:r>
            <a:r>
              <a:rPr kumimoji="0"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( id )</a:t>
            </a:r>
            <a:r>
              <a:rPr kumimoji="0" lang="en-US" altLang="zh-CN" sz="2400" b="1">
                <a:sym typeface="Symbol" panose="05050102010706020507" pitchFamily="18" charset="2"/>
              </a:rPr>
              <a:t> </a:t>
            </a:r>
            <a:r>
              <a:rPr kumimoji="0"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*</a:t>
            </a:r>
            <a:r>
              <a:rPr kumimoji="0" lang="en-US" altLang="zh-CN" sz="2400" b="1">
                <a:sym typeface="Symbol" panose="05050102010706020507" pitchFamily="18" charset="2"/>
              </a:rPr>
              <a:t> </a:t>
            </a:r>
            <a:r>
              <a:rPr kumimoji="0"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id +id  </a:t>
            </a:r>
            <a:r>
              <a:rPr kumimoji="0" lang="en-US" altLang="zh-CN" sz="2400" b="1">
                <a:sym typeface="Symbol" panose="05050102010706020507" pitchFamily="18" charset="2"/>
              </a:rPr>
              <a:t>T’E’  </a:t>
            </a:r>
            <a:r>
              <a:rPr kumimoji="0"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( id ) * id + id$</a:t>
            </a:r>
            <a:endParaRPr kumimoji="0" lang="en-US" altLang="zh-CN" sz="2400" b="1">
              <a:sym typeface="Symbol" panose="05050102010706020507" pitchFamily="18" charset="2"/>
            </a:endParaRPr>
          </a:p>
        </p:txBody>
      </p:sp>
      <p:sp>
        <p:nvSpPr>
          <p:cNvPr id="104457" name="Text Box 9"/>
          <p:cNvSpPr txBox="1">
            <a:spLocks noChangeArrowheads="1"/>
          </p:cNvSpPr>
          <p:nvPr/>
        </p:nvSpPr>
        <p:spPr bwMode="auto">
          <a:xfrm>
            <a:off x="5824538" y="4859338"/>
            <a:ext cx="72866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b="1"/>
              <a:t>*</a:t>
            </a:r>
            <a:endParaRPr kumimoji="0" lang="en-US" altLang="zh-CN" sz="2400" b="1"/>
          </a:p>
        </p:txBody>
      </p:sp>
      <p:sp>
        <p:nvSpPr>
          <p:cNvPr id="104458" name="Text Box 10"/>
          <p:cNvSpPr txBox="1">
            <a:spLocks noChangeArrowheads="1"/>
          </p:cNvSpPr>
          <p:nvPr/>
        </p:nvSpPr>
        <p:spPr bwMode="auto">
          <a:xfrm>
            <a:off x="533400" y="1919288"/>
            <a:ext cx="5181600" cy="3476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7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b="1">
                <a:solidFill>
                  <a:srgbClr val="FF3300"/>
                </a:solidFill>
              </a:rPr>
              <a:t>What’s First for each non-terminal ?</a:t>
            </a:r>
            <a:endParaRPr kumimoji="0" lang="en-US" altLang="zh-CN" sz="2400" b="1">
              <a:solidFill>
                <a:srgbClr val="FF6699"/>
              </a:solidFill>
            </a:endParaRPr>
          </a:p>
        </p:txBody>
      </p:sp>
      <p:sp>
        <p:nvSpPr>
          <p:cNvPr id="104459" name="Text Box 11"/>
          <p:cNvSpPr txBox="1">
            <a:spLocks noChangeArrowheads="1"/>
          </p:cNvSpPr>
          <p:nvPr/>
        </p:nvSpPr>
        <p:spPr bwMode="auto">
          <a:xfrm>
            <a:off x="3516312" y="2623609"/>
            <a:ext cx="415925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zh-CN" altLang="en-US" sz="2400" b="1" baseline="-25000" dirty="0">
                <a:solidFill>
                  <a:srgbClr val="FF3300"/>
                </a:solidFill>
                <a:sym typeface="Symbol" panose="05050102010706020507" pitchFamily="18" charset="2"/>
              </a:rPr>
              <a:t>＝</a:t>
            </a:r>
            <a:endParaRPr kumimoji="0" lang="zh-CN" altLang="en-US" sz="2400" b="1" baseline="-25000" dirty="0">
              <a:solidFill>
                <a:srgbClr val="FF3300"/>
              </a:solidFill>
            </a:endParaRPr>
          </a:p>
        </p:txBody>
      </p:sp>
      <p:sp>
        <p:nvSpPr>
          <p:cNvPr id="104460" name="Text Box 12"/>
          <p:cNvSpPr txBox="1">
            <a:spLocks noChangeArrowheads="1"/>
          </p:cNvSpPr>
          <p:nvPr/>
        </p:nvSpPr>
        <p:spPr bwMode="auto">
          <a:xfrm>
            <a:off x="4932362" y="3182938"/>
            <a:ext cx="415925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zh-CN" altLang="en-US" sz="2400" b="1" baseline="-25000" dirty="0">
                <a:solidFill>
                  <a:srgbClr val="FF3300"/>
                </a:solidFill>
                <a:sym typeface="Symbol" panose="05050102010706020507" pitchFamily="18" charset="2"/>
              </a:rPr>
              <a:t>＝</a:t>
            </a:r>
            <a:endParaRPr kumimoji="0" lang="zh-CN" altLang="en-US" sz="2400" b="1" baseline="-25000" dirty="0">
              <a:solidFill>
                <a:srgbClr val="FF3300"/>
              </a:solidFill>
            </a:endParaRPr>
          </a:p>
        </p:txBody>
      </p:sp>
      <p:sp>
        <p:nvSpPr>
          <p:cNvPr id="104461" name="Freeform 13"/>
          <p:cNvSpPr/>
          <p:nvPr/>
        </p:nvSpPr>
        <p:spPr bwMode="auto">
          <a:xfrm>
            <a:off x="1371600" y="2819400"/>
            <a:ext cx="2336304" cy="211138"/>
          </a:xfrm>
          <a:custGeom>
            <a:avLst/>
            <a:gdLst>
              <a:gd name="T0" fmla="*/ 0 w 1296"/>
              <a:gd name="T1" fmla="*/ 0 h 264"/>
              <a:gd name="T2" fmla="*/ 2147483646 w 1296"/>
              <a:gd name="T3" fmla="*/ 2147483646 h 264"/>
              <a:gd name="T4" fmla="*/ 2147483646 w 1296"/>
              <a:gd name="T5" fmla="*/ 2147483646 h 264"/>
              <a:gd name="T6" fmla="*/ 2147483646 w 1296"/>
              <a:gd name="T7" fmla="*/ 2147483646 h 264"/>
              <a:gd name="T8" fmla="*/ 2147483646 w 1296"/>
              <a:gd name="T9" fmla="*/ 2147483646 h 264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296"/>
              <a:gd name="T16" fmla="*/ 0 h 264"/>
              <a:gd name="T17" fmla="*/ 1296 w 1296"/>
              <a:gd name="T18" fmla="*/ 264 h 264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296" h="264">
                <a:moveTo>
                  <a:pt x="0" y="0"/>
                </a:moveTo>
                <a:cubicBezTo>
                  <a:pt x="52" y="76"/>
                  <a:pt x="104" y="152"/>
                  <a:pt x="240" y="192"/>
                </a:cubicBezTo>
                <a:cubicBezTo>
                  <a:pt x="376" y="232"/>
                  <a:pt x="656" y="232"/>
                  <a:pt x="816" y="240"/>
                </a:cubicBezTo>
                <a:cubicBezTo>
                  <a:pt x="976" y="248"/>
                  <a:pt x="1120" y="264"/>
                  <a:pt x="1200" y="240"/>
                </a:cubicBezTo>
                <a:cubicBezTo>
                  <a:pt x="1280" y="216"/>
                  <a:pt x="1280" y="120"/>
                  <a:pt x="1296" y="96"/>
                </a:cubicBezTo>
              </a:path>
            </a:pathLst>
          </a:custGeom>
          <a:noFill/>
          <a:ln w="25400" cap="flat" cmpd="sng">
            <a:solidFill>
              <a:srgbClr val="FF0000"/>
            </a:solidFill>
            <a:prstDash val="solid"/>
            <a:round/>
            <a:headEnd type="none" w="sm" len="sm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4462" name="Text Box 15"/>
          <p:cNvSpPr txBox="1">
            <a:spLocks noChangeArrowheads="1"/>
          </p:cNvSpPr>
          <p:nvPr/>
        </p:nvSpPr>
        <p:spPr bwMode="auto">
          <a:xfrm>
            <a:off x="5562600" y="1538288"/>
            <a:ext cx="2971800" cy="1030287"/>
          </a:xfrm>
          <a:prstGeom prst="rect">
            <a:avLst/>
          </a:prstGeom>
          <a:noFill/>
          <a:ln w="25400">
            <a:solidFill>
              <a:srgbClr val="FF3300"/>
            </a:solidFill>
            <a:miter lim="800000"/>
            <a:head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b="1" dirty="0">
                <a:solidFill>
                  <a:srgbClr val="FF3300"/>
                </a:solidFill>
              </a:rPr>
              <a:t>First(</a:t>
            </a:r>
            <a:r>
              <a:rPr kumimoji="0" lang="en-US" altLang="zh-CN" sz="2400" b="1" dirty="0"/>
              <a:t>T</a:t>
            </a:r>
            <a:r>
              <a:rPr kumimoji="0" lang="en-US" altLang="zh-CN" sz="2400" b="1" dirty="0">
                <a:solidFill>
                  <a:srgbClr val="FF3300"/>
                </a:solidFill>
              </a:rPr>
              <a:t>) = { </a:t>
            </a:r>
            <a:r>
              <a:rPr kumimoji="0" lang="en-US" altLang="zh-CN" sz="2400" b="1" dirty="0">
                <a:solidFill>
                  <a:schemeClr val="accent2"/>
                </a:solidFill>
              </a:rPr>
              <a:t>( , id</a:t>
            </a:r>
            <a:r>
              <a:rPr kumimoji="0" lang="en-US" altLang="zh-CN" sz="2400" b="1" dirty="0">
                <a:solidFill>
                  <a:srgbClr val="FF3300"/>
                </a:solidFill>
              </a:rPr>
              <a:t> }</a:t>
            </a:r>
            <a:endParaRPr kumimoji="0" lang="en-US" altLang="zh-CN" sz="2400" b="1" dirty="0">
              <a:solidFill>
                <a:srgbClr val="FF3300"/>
              </a:solidFill>
            </a:endParaRPr>
          </a:p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b="1" dirty="0">
                <a:solidFill>
                  <a:schemeClr val="accent2"/>
                </a:solidFill>
              </a:rPr>
              <a:t>id,</a:t>
            </a:r>
            <a:r>
              <a:rPr kumimoji="0" lang="zh-CN" altLang="en-US" sz="2400" b="1" dirty="0">
                <a:solidFill>
                  <a:schemeClr val="accent2"/>
                </a:solidFill>
              </a:rPr>
              <a:t> </a:t>
            </a:r>
            <a:r>
              <a:rPr kumimoji="0" lang="en-US" altLang="zh-CN" sz="2400" b="1" dirty="0">
                <a:solidFill>
                  <a:schemeClr val="accent2"/>
                </a:solidFill>
              </a:rPr>
              <a:t>( </a:t>
            </a:r>
            <a:r>
              <a:rPr kumimoji="0" lang="en-US" altLang="zh-CN" sz="2400" b="1" dirty="0">
                <a:solidFill>
                  <a:schemeClr val="accent2"/>
                </a:solidFill>
                <a:latin typeface="宋体" panose="02010600030101010101" pitchFamily="2" charset="-122"/>
              </a:rPr>
              <a:t>∈</a:t>
            </a:r>
            <a:r>
              <a:rPr kumimoji="0" lang="en-US" altLang="zh-CN" sz="2400" b="1" dirty="0">
                <a:solidFill>
                  <a:schemeClr val="accent2"/>
                </a:solidFill>
              </a:rPr>
              <a:t> First(F)</a:t>
            </a:r>
            <a:endParaRPr kumimoji="0" lang="en-US" altLang="zh-CN" sz="2400" b="1" dirty="0">
              <a:solidFill>
                <a:schemeClr val="accent2"/>
              </a:solidFill>
            </a:endParaRPr>
          </a:p>
        </p:txBody>
      </p:sp>
      <p:sp>
        <p:nvSpPr>
          <p:cNvPr id="104463" name="Freeform 16"/>
          <p:cNvSpPr/>
          <p:nvPr/>
        </p:nvSpPr>
        <p:spPr bwMode="auto">
          <a:xfrm>
            <a:off x="923925" y="3397250"/>
            <a:ext cx="4257675" cy="184150"/>
          </a:xfrm>
          <a:custGeom>
            <a:avLst/>
            <a:gdLst>
              <a:gd name="T0" fmla="*/ 0 w 1296"/>
              <a:gd name="T1" fmla="*/ 0 h 264"/>
              <a:gd name="T2" fmla="*/ 2147483646 w 1296"/>
              <a:gd name="T3" fmla="*/ 2147483646 h 264"/>
              <a:gd name="T4" fmla="*/ 2147483646 w 1296"/>
              <a:gd name="T5" fmla="*/ 2147483646 h 264"/>
              <a:gd name="T6" fmla="*/ 2147483646 w 1296"/>
              <a:gd name="T7" fmla="*/ 2147483646 h 264"/>
              <a:gd name="T8" fmla="*/ 2147483646 w 1296"/>
              <a:gd name="T9" fmla="*/ 2147483646 h 264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296"/>
              <a:gd name="T16" fmla="*/ 0 h 264"/>
              <a:gd name="T17" fmla="*/ 1296 w 1296"/>
              <a:gd name="T18" fmla="*/ 264 h 264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296" h="264">
                <a:moveTo>
                  <a:pt x="0" y="0"/>
                </a:moveTo>
                <a:cubicBezTo>
                  <a:pt x="52" y="76"/>
                  <a:pt x="104" y="152"/>
                  <a:pt x="240" y="192"/>
                </a:cubicBezTo>
                <a:cubicBezTo>
                  <a:pt x="376" y="232"/>
                  <a:pt x="656" y="232"/>
                  <a:pt x="816" y="240"/>
                </a:cubicBezTo>
                <a:cubicBezTo>
                  <a:pt x="976" y="248"/>
                  <a:pt x="1120" y="264"/>
                  <a:pt x="1200" y="240"/>
                </a:cubicBezTo>
                <a:cubicBezTo>
                  <a:pt x="1280" y="216"/>
                  <a:pt x="1280" y="120"/>
                  <a:pt x="1296" y="96"/>
                </a:cubicBezTo>
              </a:path>
            </a:pathLst>
          </a:custGeom>
          <a:noFill/>
          <a:ln w="25400" cap="flat" cmpd="sng">
            <a:solidFill>
              <a:srgbClr val="FF0000"/>
            </a:solidFill>
            <a:prstDash val="solid"/>
            <a:round/>
            <a:headEnd type="none" w="sm" len="sm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4464" name="Freeform 17"/>
          <p:cNvSpPr/>
          <p:nvPr/>
        </p:nvSpPr>
        <p:spPr bwMode="auto">
          <a:xfrm>
            <a:off x="4876800" y="4454525"/>
            <a:ext cx="1624013" cy="619125"/>
          </a:xfrm>
          <a:custGeom>
            <a:avLst/>
            <a:gdLst>
              <a:gd name="T0" fmla="*/ 2147483646 w 1023"/>
              <a:gd name="T1" fmla="*/ 0 h 390"/>
              <a:gd name="T2" fmla="*/ 2147483646 w 1023"/>
              <a:gd name="T3" fmla="*/ 2147483646 h 390"/>
              <a:gd name="T4" fmla="*/ 2147483646 w 1023"/>
              <a:gd name="T5" fmla="*/ 2147483646 h 390"/>
              <a:gd name="T6" fmla="*/ 2147483646 w 1023"/>
              <a:gd name="T7" fmla="*/ 2147483646 h 390"/>
              <a:gd name="T8" fmla="*/ 0 w 1023"/>
              <a:gd name="T9" fmla="*/ 2147483646 h 39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023"/>
              <a:gd name="T16" fmla="*/ 0 h 390"/>
              <a:gd name="T17" fmla="*/ 1023 w 1023"/>
              <a:gd name="T18" fmla="*/ 390 h 390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023" h="390">
                <a:moveTo>
                  <a:pt x="1023" y="0"/>
                </a:moveTo>
                <a:cubicBezTo>
                  <a:pt x="962" y="24"/>
                  <a:pt x="775" y="126"/>
                  <a:pt x="654" y="144"/>
                </a:cubicBezTo>
                <a:cubicBezTo>
                  <a:pt x="533" y="162"/>
                  <a:pt x="390" y="100"/>
                  <a:pt x="294" y="108"/>
                </a:cubicBezTo>
                <a:cubicBezTo>
                  <a:pt x="198" y="116"/>
                  <a:pt x="127" y="142"/>
                  <a:pt x="78" y="189"/>
                </a:cubicBezTo>
                <a:cubicBezTo>
                  <a:pt x="29" y="236"/>
                  <a:pt x="16" y="348"/>
                  <a:pt x="0" y="390"/>
                </a:cubicBezTo>
              </a:path>
            </a:pathLst>
          </a:custGeom>
          <a:noFill/>
          <a:ln w="25400" cap="flat" cmpd="sng">
            <a:solidFill>
              <a:srgbClr val="FF0000"/>
            </a:solidFill>
            <a:prstDash val="solid"/>
            <a:round/>
            <a:headEnd type="none" w="sm" len="sm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4465" name="Text Box 18"/>
          <p:cNvSpPr txBox="1">
            <a:spLocks noChangeArrowheads="1"/>
          </p:cNvSpPr>
          <p:nvPr/>
        </p:nvSpPr>
        <p:spPr bwMode="auto">
          <a:xfrm>
            <a:off x="4724400" y="5073650"/>
            <a:ext cx="415925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zh-CN" altLang="en-US" sz="2400" b="1" baseline="-25000">
                <a:solidFill>
                  <a:srgbClr val="FF3300"/>
                </a:solidFill>
                <a:sym typeface="Symbol" panose="05050102010706020507" pitchFamily="18" charset="2"/>
              </a:rPr>
              <a:t>＝</a:t>
            </a:r>
            <a:endParaRPr kumimoji="0" lang="zh-CN" altLang="en-US" sz="2400" b="1" baseline="-25000">
              <a:solidFill>
                <a:srgbClr val="FF3300"/>
              </a:solidFill>
            </a:endParaRPr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FIRST</a:t>
            </a:r>
            <a:r>
              <a:rPr lang="zh-CN" altLang="en-US"/>
              <a:t>与预测分析</a:t>
            </a:r>
            <a:endParaRPr lang="zh-CN" altLang="en-US"/>
          </a:p>
        </p:txBody>
      </p:sp>
      <p:sp>
        <p:nvSpPr>
          <p:cNvPr id="105475" name="Text Box 3"/>
          <p:cNvSpPr txBox="1">
            <a:spLocks noChangeArrowheads="1"/>
          </p:cNvSpPr>
          <p:nvPr/>
        </p:nvSpPr>
        <p:spPr bwMode="auto">
          <a:xfrm>
            <a:off x="457200" y="1538288"/>
            <a:ext cx="5867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b="1"/>
              <a:t>Consider the following derivation:</a:t>
            </a:r>
            <a:endParaRPr kumimoji="0" lang="en-US" altLang="zh-CN" sz="2400" b="1"/>
          </a:p>
        </p:txBody>
      </p:sp>
      <p:sp>
        <p:nvSpPr>
          <p:cNvPr id="105476" name="Text Box 4"/>
          <p:cNvSpPr txBox="1">
            <a:spLocks noChangeArrowheads="1"/>
          </p:cNvSpPr>
          <p:nvPr/>
        </p:nvSpPr>
        <p:spPr bwMode="auto">
          <a:xfrm>
            <a:off x="533400" y="2452688"/>
            <a:ext cx="72802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b="1"/>
              <a:t>E </a:t>
            </a:r>
            <a:r>
              <a:rPr kumimoji="0" lang="en-US" altLang="zh-CN" sz="2400" b="1">
                <a:sym typeface="Symbol" panose="05050102010706020507" pitchFamily="18" charset="2"/>
              </a:rPr>
              <a:t> TE’  FT’E’  </a:t>
            </a:r>
            <a:r>
              <a:rPr kumimoji="0"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( </a:t>
            </a:r>
            <a:r>
              <a:rPr kumimoji="0" lang="en-US" altLang="zh-CN" sz="2400" b="1">
                <a:sym typeface="Symbol" panose="05050102010706020507" pitchFamily="18" charset="2"/>
              </a:rPr>
              <a:t>E</a:t>
            </a:r>
            <a:r>
              <a:rPr kumimoji="0"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 ) </a:t>
            </a:r>
            <a:r>
              <a:rPr kumimoji="0" lang="en-US" altLang="zh-CN" sz="2400" b="1">
                <a:sym typeface="Symbol" panose="05050102010706020507" pitchFamily="18" charset="2"/>
              </a:rPr>
              <a:t>T’E’  </a:t>
            </a:r>
            <a:endParaRPr kumimoji="0" lang="en-US" altLang="zh-CN" sz="2400" b="1">
              <a:sym typeface="Symbol" panose="05050102010706020507" pitchFamily="18" charset="2"/>
            </a:endParaRPr>
          </a:p>
        </p:txBody>
      </p:sp>
      <p:sp>
        <p:nvSpPr>
          <p:cNvPr id="105477" name="Text Box 5"/>
          <p:cNvSpPr txBox="1">
            <a:spLocks noChangeArrowheads="1"/>
          </p:cNvSpPr>
          <p:nvPr/>
        </p:nvSpPr>
        <p:spPr bwMode="auto">
          <a:xfrm>
            <a:off x="533400" y="2895600"/>
            <a:ext cx="7696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b="1">
                <a:solidFill>
                  <a:schemeClr val="accent2"/>
                </a:solidFill>
              </a:rPr>
              <a:t>(</a:t>
            </a:r>
            <a:r>
              <a:rPr kumimoji="0" lang="en-US" altLang="zh-CN" sz="2400" b="1"/>
              <a:t> TE’ </a:t>
            </a:r>
            <a:r>
              <a:rPr kumimoji="0" lang="en-US" altLang="zh-CN" sz="2400" b="1">
                <a:solidFill>
                  <a:schemeClr val="accent2"/>
                </a:solidFill>
              </a:rPr>
              <a:t>)</a:t>
            </a:r>
            <a:r>
              <a:rPr kumimoji="0" lang="en-US" altLang="zh-CN" sz="2400" b="1"/>
              <a:t> T’E’ </a:t>
            </a:r>
            <a:r>
              <a:rPr kumimoji="0" lang="en-US" altLang="zh-CN" sz="2400" b="1">
                <a:sym typeface="Symbol" panose="05050102010706020507" pitchFamily="18" charset="2"/>
              </a:rPr>
              <a:t> </a:t>
            </a:r>
            <a:r>
              <a:rPr kumimoji="0"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( </a:t>
            </a:r>
            <a:r>
              <a:rPr kumimoji="0" lang="en-US" altLang="zh-CN" sz="2400" b="1">
                <a:sym typeface="Symbol" panose="05050102010706020507" pitchFamily="18" charset="2"/>
              </a:rPr>
              <a:t>FT’E’</a:t>
            </a:r>
            <a:r>
              <a:rPr kumimoji="0"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 ) </a:t>
            </a:r>
            <a:r>
              <a:rPr kumimoji="0" lang="en-US" altLang="zh-CN" sz="2400" b="1">
                <a:sym typeface="Symbol" panose="05050102010706020507" pitchFamily="18" charset="2"/>
              </a:rPr>
              <a:t>T’E’  </a:t>
            </a:r>
            <a:r>
              <a:rPr kumimoji="0"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( id</a:t>
            </a:r>
            <a:r>
              <a:rPr kumimoji="0" lang="en-US" altLang="zh-CN" sz="2400" b="1">
                <a:sym typeface="Symbol" panose="05050102010706020507" pitchFamily="18" charset="2"/>
              </a:rPr>
              <a:t> T’E’ </a:t>
            </a:r>
            <a:r>
              <a:rPr kumimoji="0"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)</a:t>
            </a:r>
            <a:r>
              <a:rPr kumimoji="0" lang="en-US" altLang="zh-CN" sz="2400" b="1">
                <a:sym typeface="Symbol" panose="05050102010706020507" pitchFamily="18" charset="2"/>
              </a:rPr>
              <a:t> T’E’  </a:t>
            </a:r>
            <a:endParaRPr kumimoji="0" lang="en-US" altLang="zh-CN" sz="2400" b="1">
              <a:sym typeface="Symbol" panose="05050102010706020507" pitchFamily="18" charset="2"/>
            </a:endParaRPr>
          </a:p>
        </p:txBody>
      </p:sp>
      <p:sp>
        <p:nvSpPr>
          <p:cNvPr id="105478" name="Text Box 6"/>
          <p:cNvSpPr txBox="1">
            <a:spLocks noChangeArrowheads="1"/>
          </p:cNvSpPr>
          <p:nvPr/>
        </p:nvSpPr>
        <p:spPr bwMode="auto">
          <a:xfrm>
            <a:off x="533400" y="3657600"/>
            <a:ext cx="72802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( id</a:t>
            </a:r>
            <a:r>
              <a:rPr kumimoji="0" lang="en-US" altLang="zh-CN" sz="2400" b="1">
                <a:sym typeface="Symbol" panose="05050102010706020507" pitchFamily="18" charset="2"/>
              </a:rPr>
              <a:t> E’ </a:t>
            </a:r>
            <a:r>
              <a:rPr kumimoji="0"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)</a:t>
            </a:r>
            <a:r>
              <a:rPr kumimoji="0" lang="en-US" altLang="zh-CN" sz="2400" b="1">
                <a:sym typeface="Symbol" panose="05050102010706020507" pitchFamily="18" charset="2"/>
              </a:rPr>
              <a:t> T’E’  </a:t>
            </a:r>
            <a:r>
              <a:rPr kumimoji="0"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( id )</a:t>
            </a:r>
            <a:r>
              <a:rPr kumimoji="0" lang="en-US" altLang="zh-CN" sz="2400" b="1">
                <a:sym typeface="Symbol" panose="05050102010706020507" pitchFamily="18" charset="2"/>
              </a:rPr>
              <a:t> T’E’  </a:t>
            </a:r>
            <a:r>
              <a:rPr kumimoji="0"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( id )</a:t>
            </a:r>
            <a:r>
              <a:rPr kumimoji="0" lang="en-US" altLang="zh-CN" sz="2400" b="1">
                <a:sym typeface="Symbol" panose="05050102010706020507" pitchFamily="18" charset="2"/>
              </a:rPr>
              <a:t> </a:t>
            </a:r>
            <a:r>
              <a:rPr kumimoji="0"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*</a:t>
            </a:r>
            <a:r>
              <a:rPr kumimoji="0" lang="en-US" altLang="zh-CN" sz="2400" b="1">
                <a:sym typeface="Symbol" panose="05050102010706020507" pitchFamily="18" charset="2"/>
              </a:rPr>
              <a:t> FT’E’  </a:t>
            </a:r>
            <a:endParaRPr kumimoji="0" lang="en-US" altLang="zh-CN" sz="2400" b="1">
              <a:sym typeface="Symbol" panose="05050102010706020507" pitchFamily="18" charset="2"/>
            </a:endParaRPr>
          </a:p>
        </p:txBody>
      </p:sp>
      <p:sp>
        <p:nvSpPr>
          <p:cNvPr id="105479" name="Text Box 7"/>
          <p:cNvSpPr txBox="1">
            <a:spLocks noChangeArrowheads="1"/>
          </p:cNvSpPr>
          <p:nvPr/>
        </p:nvSpPr>
        <p:spPr bwMode="auto">
          <a:xfrm>
            <a:off x="457200" y="4191000"/>
            <a:ext cx="738346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b="1">
                <a:sym typeface="Symbol" panose="05050102010706020507" pitchFamily="18" charset="2"/>
              </a:rPr>
              <a:t> </a:t>
            </a:r>
            <a:r>
              <a:rPr kumimoji="0"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( id )</a:t>
            </a:r>
            <a:r>
              <a:rPr kumimoji="0" lang="en-US" altLang="zh-CN" sz="2400" b="1">
                <a:sym typeface="Symbol" panose="05050102010706020507" pitchFamily="18" charset="2"/>
              </a:rPr>
              <a:t> </a:t>
            </a:r>
            <a:r>
              <a:rPr kumimoji="0"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*</a:t>
            </a:r>
            <a:r>
              <a:rPr kumimoji="0" lang="en-US" altLang="zh-CN" sz="2400" b="1">
                <a:sym typeface="Symbol" panose="05050102010706020507" pitchFamily="18" charset="2"/>
              </a:rPr>
              <a:t> </a:t>
            </a:r>
            <a:r>
              <a:rPr kumimoji="0"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id </a:t>
            </a:r>
            <a:r>
              <a:rPr kumimoji="0" lang="en-US" altLang="zh-CN" sz="2400" b="1">
                <a:sym typeface="Symbol" panose="05050102010706020507" pitchFamily="18" charset="2"/>
              </a:rPr>
              <a:t>T’E’  </a:t>
            </a:r>
            <a:r>
              <a:rPr kumimoji="0"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( id )</a:t>
            </a:r>
            <a:r>
              <a:rPr kumimoji="0" lang="en-US" altLang="zh-CN" sz="2400" b="1">
                <a:sym typeface="Symbol" panose="05050102010706020507" pitchFamily="18" charset="2"/>
              </a:rPr>
              <a:t> </a:t>
            </a:r>
            <a:r>
              <a:rPr kumimoji="0"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*</a:t>
            </a:r>
            <a:r>
              <a:rPr kumimoji="0" lang="en-US" altLang="zh-CN" sz="2400" b="1">
                <a:sym typeface="Symbol" panose="05050102010706020507" pitchFamily="18" charset="2"/>
              </a:rPr>
              <a:t> </a:t>
            </a:r>
            <a:r>
              <a:rPr kumimoji="0"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id </a:t>
            </a:r>
            <a:r>
              <a:rPr kumimoji="0" lang="en-US" altLang="zh-CN" sz="2400" b="1">
                <a:sym typeface="Symbol" panose="05050102010706020507" pitchFamily="18" charset="2"/>
              </a:rPr>
              <a:t>E’  </a:t>
            </a:r>
            <a:r>
              <a:rPr kumimoji="0"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( id )</a:t>
            </a:r>
            <a:r>
              <a:rPr kumimoji="0" lang="en-US" altLang="zh-CN" sz="2400" b="1">
                <a:sym typeface="Symbol" panose="05050102010706020507" pitchFamily="18" charset="2"/>
              </a:rPr>
              <a:t> </a:t>
            </a:r>
            <a:r>
              <a:rPr kumimoji="0"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*</a:t>
            </a:r>
            <a:r>
              <a:rPr kumimoji="0" lang="en-US" altLang="zh-CN" sz="2400" b="1">
                <a:sym typeface="Symbol" panose="05050102010706020507" pitchFamily="18" charset="2"/>
              </a:rPr>
              <a:t> </a:t>
            </a:r>
            <a:r>
              <a:rPr kumimoji="0"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id + </a:t>
            </a:r>
            <a:r>
              <a:rPr kumimoji="0" lang="en-US" altLang="zh-CN" sz="2400" b="1">
                <a:sym typeface="Symbol" panose="05050102010706020507" pitchFamily="18" charset="2"/>
              </a:rPr>
              <a:t>TE’  </a:t>
            </a:r>
            <a:endParaRPr kumimoji="0" lang="en-US" altLang="zh-CN" sz="2400" b="1">
              <a:sym typeface="Symbol" panose="05050102010706020507" pitchFamily="18" charset="2"/>
            </a:endParaRPr>
          </a:p>
        </p:txBody>
      </p:sp>
      <p:sp>
        <p:nvSpPr>
          <p:cNvPr id="105480" name="Text Box 8"/>
          <p:cNvSpPr txBox="1">
            <a:spLocks noChangeArrowheads="1"/>
          </p:cNvSpPr>
          <p:nvPr/>
        </p:nvSpPr>
        <p:spPr bwMode="auto">
          <a:xfrm>
            <a:off x="533400" y="5029200"/>
            <a:ext cx="842486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b="1" dirty="0">
                <a:solidFill>
                  <a:schemeClr val="accent2"/>
                </a:solidFill>
                <a:sym typeface="Symbol" panose="05050102010706020507" pitchFamily="18" charset="2"/>
              </a:rPr>
              <a:t>( id )</a:t>
            </a:r>
            <a:r>
              <a:rPr kumimoji="0" lang="en-US" altLang="zh-CN" sz="2400" b="1" dirty="0">
                <a:sym typeface="Symbol" panose="05050102010706020507" pitchFamily="18" charset="2"/>
              </a:rPr>
              <a:t> </a:t>
            </a:r>
            <a:r>
              <a:rPr kumimoji="0" lang="en-US" altLang="zh-CN" sz="2400" b="1" dirty="0">
                <a:solidFill>
                  <a:schemeClr val="accent2"/>
                </a:solidFill>
                <a:sym typeface="Symbol" panose="05050102010706020507" pitchFamily="18" charset="2"/>
              </a:rPr>
              <a:t>*</a:t>
            </a:r>
            <a:r>
              <a:rPr kumimoji="0" lang="en-US" altLang="zh-CN" sz="2400" b="1" dirty="0">
                <a:sym typeface="Symbol" panose="05050102010706020507" pitchFamily="18" charset="2"/>
              </a:rPr>
              <a:t> </a:t>
            </a:r>
            <a:r>
              <a:rPr kumimoji="0" lang="en-US" altLang="zh-CN" sz="2400" b="1" dirty="0">
                <a:solidFill>
                  <a:schemeClr val="accent2"/>
                </a:solidFill>
                <a:sym typeface="Symbol" panose="05050102010706020507" pitchFamily="18" charset="2"/>
              </a:rPr>
              <a:t>id + </a:t>
            </a:r>
            <a:r>
              <a:rPr kumimoji="0" lang="en-US" altLang="zh-CN" sz="2400" b="1" dirty="0">
                <a:sym typeface="Symbol" panose="05050102010706020507" pitchFamily="18" charset="2"/>
              </a:rPr>
              <a:t>FT’E’  </a:t>
            </a:r>
            <a:r>
              <a:rPr kumimoji="0" lang="en-US" altLang="zh-CN" sz="2400" b="1" dirty="0">
                <a:solidFill>
                  <a:schemeClr val="accent2"/>
                </a:solidFill>
                <a:sym typeface="Symbol" panose="05050102010706020507" pitchFamily="18" charset="2"/>
              </a:rPr>
              <a:t>( id )</a:t>
            </a:r>
            <a:r>
              <a:rPr kumimoji="0" lang="en-US" altLang="zh-CN" sz="2400" b="1" dirty="0">
                <a:sym typeface="Symbol" panose="05050102010706020507" pitchFamily="18" charset="2"/>
              </a:rPr>
              <a:t> </a:t>
            </a:r>
            <a:r>
              <a:rPr kumimoji="0" lang="en-US" altLang="zh-CN" sz="2400" b="1" dirty="0">
                <a:solidFill>
                  <a:schemeClr val="accent2"/>
                </a:solidFill>
                <a:sym typeface="Symbol" panose="05050102010706020507" pitchFamily="18" charset="2"/>
              </a:rPr>
              <a:t>*</a:t>
            </a:r>
            <a:r>
              <a:rPr kumimoji="0" lang="en-US" altLang="zh-CN" sz="2400" b="1" dirty="0">
                <a:sym typeface="Symbol" panose="05050102010706020507" pitchFamily="18" charset="2"/>
              </a:rPr>
              <a:t> </a:t>
            </a:r>
            <a:r>
              <a:rPr kumimoji="0" lang="en-US" altLang="zh-CN" sz="2400" b="1" dirty="0">
                <a:solidFill>
                  <a:schemeClr val="accent2"/>
                </a:solidFill>
                <a:sym typeface="Symbol" panose="05050102010706020507" pitchFamily="18" charset="2"/>
              </a:rPr>
              <a:t>id +id  </a:t>
            </a:r>
            <a:r>
              <a:rPr kumimoji="0" lang="en-US" altLang="zh-CN" sz="2400" b="1" dirty="0">
                <a:sym typeface="Symbol" panose="05050102010706020507" pitchFamily="18" charset="2"/>
              </a:rPr>
              <a:t>T’E’  </a:t>
            </a:r>
            <a:r>
              <a:rPr kumimoji="0" lang="en-US" altLang="zh-CN" sz="2400" b="1" dirty="0">
                <a:solidFill>
                  <a:schemeClr val="accent2"/>
                </a:solidFill>
                <a:sym typeface="Symbol" panose="05050102010706020507" pitchFamily="18" charset="2"/>
              </a:rPr>
              <a:t>( id ) * id + id$</a:t>
            </a:r>
            <a:endParaRPr kumimoji="0" lang="en-US" altLang="zh-CN" sz="2400" b="1" dirty="0">
              <a:sym typeface="Symbol" panose="05050102010706020507" pitchFamily="18" charset="2"/>
            </a:endParaRPr>
          </a:p>
        </p:txBody>
      </p:sp>
      <p:sp>
        <p:nvSpPr>
          <p:cNvPr id="105481" name="Text Box 9"/>
          <p:cNvSpPr txBox="1">
            <a:spLocks noChangeArrowheads="1"/>
          </p:cNvSpPr>
          <p:nvPr/>
        </p:nvSpPr>
        <p:spPr bwMode="auto">
          <a:xfrm>
            <a:off x="5824538" y="4953000"/>
            <a:ext cx="72866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b="1"/>
              <a:t>*</a:t>
            </a:r>
            <a:endParaRPr kumimoji="0" lang="en-US" altLang="zh-CN" sz="2400" b="1"/>
          </a:p>
        </p:txBody>
      </p:sp>
      <p:sp>
        <p:nvSpPr>
          <p:cNvPr id="105482" name="Text Box 10"/>
          <p:cNvSpPr txBox="1">
            <a:spLocks noChangeArrowheads="1"/>
          </p:cNvSpPr>
          <p:nvPr/>
        </p:nvSpPr>
        <p:spPr bwMode="auto">
          <a:xfrm>
            <a:off x="533400" y="1919288"/>
            <a:ext cx="5181600" cy="3476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7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b="1">
                <a:solidFill>
                  <a:srgbClr val="FF3300"/>
                </a:solidFill>
              </a:rPr>
              <a:t>What’s First for each non-terminal ?</a:t>
            </a:r>
            <a:endParaRPr kumimoji="0" lang="en-US" altLang="zh-CN" sz="2400" b="1">
              <a:solidFill>
                <a:srgbClr val="FF6699"/>
              </a:solidFill>
            </a:endParaRPr>
          </a:p>
        </p:txBody>
      </p:sp>
      <p:sp>
        <p:nvSpPr>
          <p:cNvPr id="105483" name="Text Box 11"/>
          <p:cNvSpPr txBox="1">
            <a:spLocks noChangeArrowheads="1"/>
          </p:cNvSpPr>
          <p:nvPr/>
        </p:nvSpPr>
        <p:spPr bwMode="auto">
          <a:xfrm>
            <a:off x="5021262" y="3726393"/>
            <a:ext cx="415925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zh-CN" altLang="en-US" sz="2400" b="1" baseline="-25000" dirty="0">
                <a:solidFill>
                  <a:srgbClr val="FF3300"/>
                </a:solidFill>
                <a:sym typeface="Symbol" panose="05050102010706020507" pitchFamily="18" charset="2"/>
              </a:rPr>
              <a:t>＝</a:t>
            </a:r>
            <a:endParaRPr kumimoji="0" lang="zh-CN" altLang="en-US" sz="2400" b="1" baseline="-25000" dirty="0">
              <a:solidFill>
                <a:srgbClr val="FF3300"/>
              </a:solidFill>
            </a:endParaRPr>
          </a:p>
        </p:txBody>
      </p:sp>
      <p:sp>
        <p:nvSpPr>
          <p:cNvPr id="105484" name="Freeform 13"/>
          <p:cNvSpPr/>
          <p:nvPr/>
        </p:nvSpPr>
        <p:spPr bwMode="auto">
          <a:xfrm>
            <a:off x="3505200" y="4002088"/>
            <a:ext cx="1724025" cy="188912"/>
          </a:xfrm>
          <a:custGeom>
            <a:avLst/>
            <a:gdLst>
              <a:gd name="T0" fmla="*/ 0 w 2142"/>
              <a:gd name="T1" fmla="*/ 2147483646 h 218"/>
              <a:gd name="T2" fmla="*/ 2147483646 w 2142"/>
              <a:gd name="T3" fmla="*/ 2147483646 h 218"/>
              <a:gd name="T4" fmla="*/ 2147483646 w 2142"/>
              <a:gd name="T5" fmla="*/ 2147483646 h 218"/>
              <a:gd name="T6" fmla="*/ 2147483646 w 2142"/>
              <a:gd name="T7" fmla="*/ 2147483646 h 218"/>
              <a:gd name="T8" fmla="*/ 2147483646 w 2142"/>
              <a:gd name="T9" fmla="*/ 0 h 218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142"/>
              <a:gd name="T16" fmla="*/ 0 h 218"/>
              <a:gd name="T17" fmla="*/ 2142 w 2142"/>
              <a:gd name="T18" fmla="*/ 218 h 218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142" h="218">
                <a:moveTo>
                  <a:pt x="0" y="12"/>
                </a:moveTo>
                <a:cubicBezTo>
                  <a:pt x="85" y="77"/>
                  <a:pt x="169" y="142"/>
                  <a:pt x="391" y="176"/>
                </a:cubicBezTo>
                <a:cubicBezTo>
                  <a:pt x="613" y="210"/>
                  <a:pt x="1071" y="218"/>
                  <a:pt x="1330" y="217"/>
                </a:cubicBezTo>
                <a:cubicBezTo>
                  <a:pt x="1589" y="216"/>
                  <a:pt x="1809" y="207"/>
                  <a:pt x="1944" y="171"/>
                </a:cubicBezTo>
                <a:cubicBezTo>
                  <a:pt x="2079" y="135"/>
                  <a:pt x="2101" y="36"/>
                  <a:pt x="2142" y="0"/>
                </a:cubicBezTo>
              </a:path>
            </a:pathLst>
          </a:custGeom>
          <a:noFill/>
          <a:ln w="25400" cap="flat" cmpd="sng">
            <a:solidFill>
              <a:srgbClr val="FF0000"/>
            </a:solidFill>
            <a:prstDash val="solid"/>
            <a:round/>
            <a:headEnd type="none" w="sm" len="sm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5485" name="Text Box 14"/>
          <p:cNvSpPr txBox="1">
            <a:spLocks noChangeArrowheads="1"/>
          </p:cNvSpPr>
          <p:nvPr/>
        </p:nvSpPr>
        <p:spPr bwMode="auto">
          <a:xfrm>
            <a:off x="5562600" y="1538288"/>
            <a:ext cx="2971800" cy="482600"/>
          </a:xfrm>
          <a:prstGeom prst="rect">
            <a:avLst/>
          </a:prstGeom>
          <a:noFill/>
          <a:ln w="25400">
            <a:solidFill>
              <a:srgbClr val="FF3300"/>
            </a:solidFill>
            <a:miter lim="800000"/>
            <a:head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b="1" dirty="0">
                <a:solidFill>
                  <a:srgbClr val="FF3300"/>
                </a:solidFill>
              </a:rPr>
              <a:t>First(</a:t>
            </a:r>
            <a:r>
              <a:rPr kumimoji="0" lang="en-US" altLang="zh-CN" sz="2400" b="1" dirty="0"/>
              <a:t>T’</a:t>
            </a:r>
            <a:r>
              <a:rPr kumimoji="0" lang="en-US" altLang="zh-CN" sz="2400" b="1" dirty="0">
                <a:solidFill>
                  <a:srgbClr val="FF3300"/>
                </a:solidFill>
              </a:rPr>
              <a:t>) = { </a:t>
            </a:r>
            <a:r>
              <a:rPr kumimoji="0" lang="en-US" altLang="zh-CN" sz="2400" b="1" dirty="0">
                <a:solidFill>
                  <a:schemeClr val="accent2"/>
                </a:solidFill>
              </a:rPr>
              <a:t>* , </a:t>
            </a:r>
            <a:r>
              <a:rPr kumimoji="0" lang="en-US" altLang="zh-CN" sz="2400" b="1" dirty="0">
                <a:solidFill>
                  <a:schemeClr val="accent2"/>
                </a:solidFill>
                <a:latin typeface="Symbol" panose="05050102010706020507" pitchFamily="18" charset="2"/>
                <a:sym typeface="Symbol" panose="05050102010706020507" pitchFamily="18" charset="2"/>
              </a:rPr>
              <a:t>e</a:t>
            </a:r>
            <a:r>
              <a:rPr kumimoji="0" lang="en-US" altLang="zh-CN" sz="2400" b="1" dirty="0">
                <a:solidFill>
                  <a:srgbClr val="FF3300"/>
                </a:solidFill>
              </a:rPr>
              <a:t> }</a:t>
            </a:r>
            <a:endParaRPr kumimoji="0" lang="en-US" altLang="zh-CN" sz="2400" b="1" dirty="0">
              <a:solidFill>
                <a:srgbClr val="FF3300"/>
              </a:solidFill>
            </a:endParaRPr>
          </a:p>
        </p:txBody>
      </p:sp>
      <p:sp>
        <p:nvSpPr>
          <p:cNvPr id="105486" name="Freeform 16"/>
          <p:cNvSpPr/>
          <p:nvPr/>
        </p:nvSpPr>
        <p:spPr bwMode="auto">
          <a:xfrm>
            <a:off x="1143000" y="3262313"/>
            <a:ext cx="4419600" cy="533400"/>
          </a:xfrm>
          <a:custGeom>
            <a:avLst/>
            <a:gdLst>
              <a:gd name="T0" fmla="*/ 2147483646 w 2784"/>
              <a:gd name="T1" fmla="*/ 0 h 336"/>
              <a:gd name="T2" fmla="*/ 2147483646 w 2784"/>
              <a:gd name="T3" fmla="*/ 2147483646 h 336"/>
              <a:gd name="T4" fmla="*/ 2147483646 w 2784"/>
              <a:gd name="T5" fmla="*/ 2147483646 h 336"/>
              <a:gd name="T6" fmla="*/ 2147483646 w 2784"/>
              <a:gd name="T7" fmla="*/ 2147483646 h 336"/>
              <a:gd name="T8" fmla="*/ 0 w 2784"/>
              <a:gd name="T9" fmla="*/ 2147483646 h 33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784"/>
              <a:gd name="T16" fmla="*/ 0 h 336"/>
              <a:gd name="T17" fmla="*/ 2784 w 2784"/>
              <a:gd name="T18" fmla="*/ 336 h 3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784" h="336">
                <a:moveTo>
                  <a:pt x="2784" y="0"/>
                </a:moveTo>
                <a:cubicBezTo>
                  <a:pt x="2677" y="42"/>
                  <a:pt x="2473" y="236"/>
                  <a:pt x="2142" y="252"/>
                </a:cubicBezTo>
                <a:cubicBezTo>
                  <a:pt x="1811" y="268"/>
                  <a:pt x="1122" y="108"/>
                  <a:pt x="800" y="93"/>
                </a:cubicBezTo>
                <a:cubicBezTo>
                  <a:pt x="478" y="78"/>
                  <a:pt x="346" y="122"/>
                  <a:pt x="212" y="163"/>
                </a:cubicBezTo>
                <a:cubicBezTo>
                  <a:pt x="79" y="203"/>
                  <a:pt x="44" y="300"/>
                  <a:pt x="0" y="336"/>
                </a:cubicBezTo>
              </a:path>
            </a:pathLst>
          </a:custGeom>
          <a:noFill/>
          <a:ln w="25400" cap="flat" cmpd="sng">
            <a:solidFill>
              <a:srgbClr val="FF0000"/>
            </a:solidFill>
            <a:prstDash val="solid"/>
            <a:round/>
            <a:headEnd type="none" w="sm" len="sm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5487" name="Text Box 18"/>
          <p:cNvSpPr txBox="1">
            <a:spLocks noChangeArrowheads="1"/>
          </p:cNvSpPr>
          <p:nvPr/>
        </p:nvSpPr>
        <p:spPr bwMode="auto">
          <a:xfrm>
            <a:off x="3886200" y="3262313"/>
            <a:ext cx="1295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b="1">
                <a:solidFill>
                  <a:srgbClr val="FF3300"/>
                </a:solidFill>
              </a:rPr>
              <a:t>T’ </a:t>
            </a:r>
            <a:r>
              <a:rPr kumimoji="0" lang="en-US" altLang="zh-CN" sz="2000" b="1">
                <a:solidFill>
                  <a:srgbClr val="FF3300"/>
                </a:solidFill>
                <a:sym typeface="Symbol" panose="05050102010706020507" pitchFamily="18" charset="2"/>
              </a:rPr>
              <a:t> </a:t>
            </a:r>
            <a:r>
              <a:rPr kumimoji="0" lang="en-US" altLang="zh-CN" sz="2000" b="1">
                <a:solidFill>
                  <a:srgbClr val="FF3300"/>
                </a:solidFill>
                <a:latin typeface="Symbol" panose="05050102010706020507" pitchFamily="18" charset="2"/>
                <a:sym typeface="Symbol" panose="05050102010706020507" pitchFamily="18" charset="2"/>
              </a:rPr>
              <a:t>e</a:t>
            </a:r>
            <a:endParaRPr kumimoji="0" lang="en-US" altLang="zh-CN" sz="2000" b="1">
              <a:solidFill>
                <a:srgbClr val="FF3300"/>
              </a:solidFill>
              <a:latin typeface="Symbol" panose="05050102010706020507" pitchFamily="18" charset="2"/>
            </a:endParaRPr>
          </a:p>
        </p:txBody>
      </p:sp>
      <p:sp>
        <p:nvSpPr>
          <p:cNvPr id="105488" name="Freeform 19"/>
          <p:cNvSpPr/>
          <p:nvPr/>
        </p:nvSpPr>
        <p:spPr bwMode="auto">
          <a:xfrm>
            <a:off x="1981200" y="4481513"/>
            <a:ext cx="2133600" cy="422275"/>
          </a:xfrm>
          <a:custGeom>
            <a:avLst/>
            <a:gdLst>
              <a:gd name="T0" fmla="*/ 0 w 2142"/>
              <a:gd name="T1" fmla="*/ 2147483646 h 218"/>
              <a:gd name="T2" fmla="*/ 2147483646 w 2142"/>
              <a:gd name="T3" fmla="*/ 2147483646 h 218"/>
              <a:gd name="T4" fmla="*/ 2147483646 w 2142"/>
              <a:gd name="T5" fmla="*/ 2147483646 h 218"/>
              <a:gd name="T6" fmla="*/ 2147483646 w 2142"/>
              <a:gd name="T7" fmla="*/ 2147483646 h 218"/>
              <a:gd name="T8" fmla="*/ 2147483646 w 2142"/>
              <a:gd name="T9" fmla="*/ 0 h 218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142"/>
              <a:gd name="T16" fmla="*/ 0 h 218"/>
              <a:gd name="T17" fmla="*/ 2142 w 2142"/>
              <a:gd name="T18" fmla="*/ 218 h 218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142" h="218">
                <a:moveTo>
                  <a:pt x="0" y="12"/>
                </a:moveTo>
                <a:cubicBezTo>
                  <a:pt x="85" y="77"/>
                  <a:pt x="169" y="142"/>
                  <a:pt x="391" y="176"/>
                </a:cubicBezTo>
                <a:cubicBezTo>
                  <a:pt x="613" y="210"/>
                  <a:pt x="1071" y="218"/>
                  <a:pt x="1330" y="217"/>
                </a:cubicBezTo>
                <a:cubicBezTo>
                  <a:pt x="1589" y="216"/>
                  <a:pt x="1809" y="207"/>
                  <a:pt x="1944" y="171"/>
                </a:cubicBezTo>
                <a:cubicBezTo>
                  <a:pt x="2079" y="135"/>
                  <a:pt x="2101" y="36"/>
                  <a:pt x="2142" y="0"/>
                </a:cubicBezTo>
              </a:path>
            </a:pathLst>
          </a:custGeom>
          <a:noFill/>
          <a:ln w="25400" cap="flat" cmpd="sng">
            <a:solidFill>
              <a:srgbClr val="FF0000"/>
            </a:solidFill>
            <a:prstDash val="solid"/>
            <a:round/>
            <a:headEnd type="none" w="sm" len="sm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5489" name="Text Box 20"/>
          <p:cNvSpPr txBox="1">
            <a:spLocks noChangeArrowheads="1"/>
          </p:cNvSpPr>
          <p:nvPr/>
        </p:nvSpPr>
        <p:spPr bwMode="auto">
          <a:xfrm>
            <a:off x="2667000" y="4557713"/>
            <a:ext cx="1295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b="1">
                <a:solidFill>
                  <a:srgbClr val="FF3300"/>
                </a:solidFill>
              </a:rPr>
              <a:t>T’ </a:t>
            </a:r>
            <a:r>
              <a:rPr kumimoji="0" lang="en-US" altLang="zh-CN" sz="2000" b="1">
                <a:solidFill>
                  <a:srgbClr val="FF3300"/>
                </a:solidFill>
                <a:sym typeface="Symbol" panose="05050102010706020507" pitchFamily="18" charset="2"/>
              </a:rPr>
              <a:t> </a:t>
            </a:r>
            <a:r>
              <a:rPr kumimoji="0" lang="en-US" altLang="zh-CN" sz="2000" b="1">
                <a:solidFill>
                  <a:srgbClr val="FF3300"/>
                </a:solidFill>
                <a:latin typeface="Symbol" panose="05050102010706020507" pitchFamily="18" charset="2"/>
                <a:sym typeface="Symbol" panose="05050102010706020507" pitchFamily="18" charset="2"/>
              </a:rPr>
              <a:t>e</a:t>
            </a:r>
            <a:endParaRPr kumimoji="0" lang="en-US" altLang="zh-CN" sz="2000" b="1">
              <a:solidFill>
                <a:srgbClr val="FF3300"/>
              </a:solidFill>
              <a:latin typeface="Symbol" panose="05050102010706020507" pitchFamily="18" charset="2"/>
              <a:sym typeface="Symbol" panose="05050102010706020507" pitchFamily="18" charset="2"/>
            </a:endParaRPr>
          </a:p>
        </p:txBody>
      </p:sp>
      <p:sp>
        <p:nvSpPr>
          <p:cNvPr id="105490" name="Freeform 21"/>
          <p:cNvSpPr/>
          <p:nvPr/>
        </p:nvSpPr>
        <p:spPr bwMode="auto">
          <a:xfrm>
            <a:off x="5286375" y="5319713"/>
            <a:ext cx="2714625" cy="450850"/>
          </a:xfrm>
          <a:custGeom>
            <a:avLst/>
            <a:gdLst>
              <a:gd name="T0" fmla="*/ 0 w 2142"/>
              <a:gd name="T1" fmla="*/ 2147483646 h 218"/>
              <a:gd name="T2" fmla="*/ 2147483646 w 2142"/>
              <a:gd name="T3" fmla="*/ 2147483646 h 218"/>
              <a:gd name="T4" fmla="*/ 2147483646 w 2142"/>
              <a:gd name="T5" fmla="*/ 2147483646 h 218"/>
              <a:gd name="T6" fmla="*/ 2147483646 w 2142"/>
              <a:gd name="T7" fmla="*/ 2147483646 h 218"/>
              <a:gd name="T8" fmla="*/ 2147483646 w 2142"/>
              <a:gd name="T9" fmla="*/ 0 h 218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142"/>
              <a:gd name="T16" fmla="*/ 0 h 218"/>
              <a:gd name="T17" fmla="*/ 2142 w 2142"/>
              <a:gd name="T18" fmla="*/ 218 h 218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142" h="218">
                <a:moveTo>
                  <a:pt x="0" y="12"/>
                </a:moveTo>
                <a:cubicBezTo>
                  <a:pt x="85" y="77"/>
                  <a:pt x="169" y="142"/>
                  <a:pt x="391" y="176"/>
                </a:cubicBezTo>
                <a:cubicBezTo>
                  <a:pt x="613" y="210"/>
                  <a:pt x="1071" y="218"/>
                  <a:pt x="1330" y="217"/>
                </a:cubicBezTo>
                <a:cubicBezTo>
                  <a:pt x="1589" y="216"/>
                  <a:pt x="1809" y="207"/>
                  <a:pt x="1944" y="171"/>
                </a:cubicBezTo>
                <a:cubicBezTo>
                  <a:pt x="2079" y="135"/>
                  <a:pt x="2101" y="36"/>
                  <a:pt x="2142" y="0"/>
                </a:cubicBezTo>
              </a:path>
            </a:pathLst>
          </a:custGeom>
          <a:noFill/>
          <a:ln w="25400" cap="flat" cmpd="sng">
            <a:solidFill>
              <a:srgbClr val="FF0000"/>
            </a:solidFill>
            <a:prstDash val="solid"/>
            <a:round/>
            <a:headEnd type="none" w="sm" len="sm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5491" name="Text Box 22"/>
          <p:cNvSpPr txBox="1">
            <a:spLocks noChangeArrowheads="1"/>
          </p:cNvSpPr>
          <p:nvPr/>
        </p:nvSpPr>
        <p:spPr bwMode="auto">
          <a:xfrm>
            <a:off x="6400800" y="5424488"/>
            <a:ext cx="1295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b="1">
                <a:solidFill>
                  <a:srgbClr val="FF3300"/>
                </a:solidFill>
              </a:rPr>
              <a:t>T’ </a:t>
            </a:r>
            <a:r>
              <a:rPr kumimoji="0" lang="en-US" altLang="zh-CN" sz="2000" b="1">
                <a:solidFill>
                  <a:srgbClr val="FF3300"/>
                </a:solidFill>
                <a:sym typeface="Symbol" panose="05050102010706020507" pitchFamily="18" charset="2"/>
              </a:rPr>
              <a:t> </a:t>
            </a:r>
            <a:r>
              <a:rPr kumimoji="0" lang="en-US" altLang="zh-CN" sz="2000" b="1">
                <a:solidFill>
                  <a:srgbClr val="FF3300"/>
                </a:solidFill>
                <a:latin typeface="Symbol" panose="05050102010706020507" pitchFamily="18" charset="2"/>
                <a:sym typeface="Symbol" panose="05050102010706020507" pitchFamily="18" charset="2"/>
              </a:rPr>
              <a:t>e</a:t>
            </a:r>
            <a:endParaRPr kumimoji="0" lang="en-US" altLang="zh-CN" sz="2000" b="1">
              <a:solidFill>
                <a:srgbClr val="FF3300"/>
              </a:solidFill>
              <a:latin typeface="Symbol" panose="05050102010706020507" pitchFamily="18" charset="2"/>
              <a:sym typeface="Symbol" panose="05050102010706020507" pitchFamily="18" charset="2"/>
            </a:endParaRPr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FIRST</a:t>
            </a:r>
            <a:r>
              <a:rPr lang="zh-CN" altLang="en-US"/>
              <a:t>与预测分析</a:t>
            </a:r>
            <a:endParaRPr lang="zh-CN" altLang="en-US"/>
          </a:p>
        </p:txBody>
      </p:sp>
      <p:sp>
        <p:nvSpPr>
          <p:cNvPr id="106499" name="Text Box 3"/>
          <p:cNvSpPr txBox="1">
            <a:spLocks noChangeArrowheads="1"/>
          </p:cNvSpPr>
          <p:nvPr/>
        </p:nvSpPr>
        <p:spPr bwMode="auto">
          <a:xfrm>
            <a:off x="457200" y="1538288"/>
            <a:ext cx="5867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b="1"/>
              <a:t>Consider the following derivation:</a:t>
            </a:r>
            <a:endParaRPr kumimoji="0" lang="en-US" altLang="zh-CN" sz="2400" b="1"/>
          </a:p>
        </p:txBody>
      </p:sp>
      <p:sp>
        <p:nvSpPr>
          <p:cNvPr id="106500" name="Text Box 4"/>
          <p:cNvSpPr txBox="1">
            <a:spLocks noChangeArrowheads="1"/>
          </p:cNvSpPr>
          <p:nvPr/>
        </p:nvSpPr>
        <p:spPr bwMode="auto">
          <a:xfrm>
            <a:off x="533400" y="2452688"/>
            <a:ext cx="72802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b="1"/>
              <a:t>E </a:t>
            </a:r>
            <a:r>
              <a:rPr kumimoji="0" lang="en-US" altLang="zh-CN" sz="2400" b="1">
                <a:sym typeface="Symbol" panose="05050102010706020507" pitchFamily="18" charset="2"/>
              </a:rPr>
              <a:t> TE’  FT’E’  </a:t>
            </a:r>
            <a:r>
              <a:rPr kumimoji="0"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( </a:t>
            </a:r>
            <a:r>
              <a:rPr kumimoji="0" lang="en-US" altLang="zh-CN" sz="2400" b="1">
                <a:sym typeface="Symbol" panose="05050102010706020507" pitchFamily="18" charset="2"/>
              </a:rPr>
              <a:t>E</a:t>
            </a:r>
            <a:r>
              <a:rPr kumimoji="0"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 ) </a:t>
            </a:r>
            <a:r>
              <a:rPr kumimoji="0" lang="en-US" altLang="zh-CN" sz="2400" b="1">
                <a:sym typeface="Symbol" panose="05050102010706020507" pitchFamily="18" charset="2"/>
              </a:rPr>
              <a:t>T’E’  </a:t>
            </a:r>
            <a:endParaRPr kumimoji="0" lang="en-US" altLang="zh-CN" sz="2400" b="1">
              <a:sym typeface="Symbol" panose="05050102010706020507" pitchFamily="18" charset="2"/>
            </a:endParaRPr>
          </a:p>
        </p:txBody>
      </p:sp>
      <p:sp>
        <p:nvSpPr>
          <p:cNvPr id="106501" name="Text Box 5"/>
          <p:cNvSpPr txBox="1">
            <a:spLocks noChangeArrowheads="1"/>
          </p:cNvSpPr>
          <p:nvPr/>
        </p:nvSpPr>
        <p:spPr bwMode="auto">
          <a:xfrm>
            <a:off x="533400" y="2819400"/>
            <a:ext cx="7696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b="1">
                <a:solidFill>
                  <a:schemeClr val="accent2"/>
                </a:solidFill>
              </a:rPr>
              <a:t>(</a:t>
            </a:r>
            <a:r>
              <a:rPr kumimoji="0" lang="en-US" altLang="zh-CN" sz="2400" b="1"/>
              <a:t> TE’ </a:t>
            </a:r>
            <a:r>
              <a:rPr kumimoji="0" lang="en-US" altLang="zh-CN" sz="2400" b="1">
                <a:solidFill>
                  <a:schemeClr val="accent2"/>
                </a:solidFill>
              </a:rPr>
              <a:t>)</a:t>
            </a:r>
            <a:r>
              <a:rPr kumimoji="0" lang="en-US" altLang="zh-CN" sz="2400" b="1"/>
              <a:t> T’E’ </a:t>
            </a:r>
            <a:r>
              <a:rPr kumimoji="0" lang="en-US" altLang="zh-CN" sz="2400" b="1">
                <a:sym typeface="Symbol" panose="05050102010706020507" pitchFamily="18" charset="2"/>
              </a:rPr>
              <a:t> </a:t>
            </a:r>
            <a:r>
              <a:rPr kumimoji="0"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( </a:t>
            </a:r>
            <a:r>
              <a:rPr kumimoji="0" lang="en-US" altLang="zh-CN" sz="2400" b="1">
                <a:sym typeface="Symbol" panose="05050102010706020507" pitchFamily="18" charset="2"/>
              </a:rPr>
              <a:t>FT’E’</a:t>
            </a:r>
            <a:r>
              <a:rPr kumimoji="0"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 ) </a:t>
            </a:r>
            <a:r>
              <a:rPr kumimoji="0" lang="en-US" altLang="zh-CN" sz="2400" b="1">
                <a:sym typeface="Symbol" panose="05050102010706020507" pitchFamily="18" charset="2"/>
              </a:rPr>
              <a:t>T’E’  </a:t>
            </a:r>
            <a:r>
              <a:rPr kumimoji="0"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( id</a:t>
            </a:r>
            <a:r>
              <a:rPr kumimoji="0" lang="en-US" altLang="zh-CN" sz="2400" b="1">
                <a:sym typeface="Symbol" panose="05050102010706020507" pitchFamily="18" charset="2"/>
              </a:rPr>
              <a:t> T’E’ </a:t>
            </a:r>
            <a:r>
              <a:rPr kumimoji="0"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)</a:t>
            </a:r>
            <a:r>
              <a:rPr kumimoji="0" lang="en-US" altLang="zh-CN" sz="2400" b="1">
                <a:sym typeface="Symbol" panose="05050102010706020507" pitchFamily="18" charset="2"/>
              </a:rPr>
              <a:t> T’E’  </a:t>
            </a:r>
            <a:endParaRPr kumimoji="0" lang="en-US" altLang="zh-CN" sz="2400" b="1">
              <a:sym typeface="Symbol" panose="05050102010706020507" pitchFamily="18" charset="2"/>
            </a:endParaRPr>
          </a:p>
        </p:txBody>
      </p:sp>
      <p:sp>
        <p:nvSpPr>
          <p:cNvPr id="106502" name="Text Box 6"/>
          <p:cNvSpPr txBox="1">
            <a:spLocks noChangeArrowheads="1"/>
          </p:cNvSpPr>
          <p:nvPr/>
        </p:nvSpPr>
        <p:spPr bwMode="auto">
          <a:xfrm>
            <a:off x="533400" y="3276600"/>
            <a:ext cx="72802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( id</a:t>
            </a:r>
            <a:r>
              <a:rPr kumimoji="0" lang="en-US" altLang="zh-CN" sz="2400" b="1">
                <a:sym typeface="Symbol" panose="05050102010706020507" pitchFamily="18" charset="2"/>
              </a:rPr>
              <a:t> E’ </a:t>
            </a:r>
            <a:r>
              <a:rPr kumimoji="0"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)</a:t>
            </a:r>
            <a:r>
              <a:rPr kumimoji="0" lang="en-US" altLang="zh-CN" sz="2400" b="1">
                <a:sym typeface="Symbol" panose="05050102010706020507" pitchFamily="18" charset="2"/>
              </a:rPr>
              <a:t> T’E’  </a:t>
            </a:r>
            <a:r>
              <a:rPr kumimoji="0"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( id )</a:t>
            </a:r>
            <a:r>
              <a:rPr kumimoji="0" lang="en-US" altLang="zh-CN" sz="2400" b="1">
                <a:sym typeface="Symbol" panose="05050102010706020507" pitchFamily="18" charset="2"/>
              </a:rPr>
              <a:t> T’E’  </a:t>
            </a:r>
            <a:r>
              <a:rPr kumimoji="0"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( id )</a:t>
            </a:r>
            <a:r>
              <a:rPr kumimoji="0" lang="en-US" altLang="zh-CN" sz="2400" b="1">
                <a:sym typeface="Symbol" panose="05050102010706020507" pitchFamily="18" charset="2"/>
              </a:rPr>
              <a:t> </a:t>
            </a:r>
            <a:r>
              <a:rPr kumimoji="0"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*</a:t>
            </a:r>
            <a:r>
              <a:rPr kumimoji="0" lang="en-US" altLang="zh-CN" sz="2400" b="1">
                <a:sym typeface="Symbol" panose="05050102010706020507" pitchFamily="18" charset="2"/>
              </a:rPr>
              <a:t> FT’E’  </a:t>
            </a:r>
            <a:endParaRPr kumimoji="0" lang="en-US" altLang="zh-CN" sz="2400" b="1">
              <a:sym typeface="Symbol" panose="05050102010706020507" pitchFamily="18" charset="2"/>
            </a:endParaRPr>
          </a:p>
        </p:txBody>
      </p:sp>
      <p:sp>
        <p:nvSpPr>
          <p:cNvPr id="106503" name="Text Box 7"/>
          <p:cNvSpPr txBox="1">
            <a:spLocks noChangeArrowheads="1"/>
          </p:cNvSpPr>
          <p:nvPr/>
        </p:nvSpPr>
        <p:spPr bwMode="auto">
          <a:xfrm>
            <a:off x="457200" y="4038600"/>
            <a:ext cx="738346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b="1">
                <a:sym typeface="Symbol" panose="05050102010706020507" pitchFamily="18" charset="2"/>
              </a:rPr>
              <a:t> </a:t>
            </a:r>
            <a:r>
              <a:rPr kumimoji="0"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( id )</a:t>
            </a:r>
            <a:r>
              <a:rPr kumimoji="0" lang="en-US" altLang="zh-CN" sz="2400" b="1">
                <a:sym typeface="Symbol" panose="05050102010706020507" pitchFamily="18" charset="2"/>
              </a:rPr>
              <a:t> </a:t>
            </a:r>
            <a:r>
              <a:rPr kumimoji="0"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*</a:t>
            </a:r>
            <a:r>
              <a:rPr kumimoji="0" lang="en-US" altLang="zh-CN" sz="2400" b="1">
                <a:sym typeface="Symbol" panose="05050102010706020507" pitchFamily="18" charset="2"/>
              </a:rPr>
              <a:t> </a:t>
            </a:r>
            <a:r>
              <a:rPr kumimoji="0"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id </a:t>
            </a:r>
            <a:r>
              <a:rPr kumimoji="0" lang="en-US" altLang="zh-CN" sz="2400" b="1">
                <a:sym typeface="Symbol" panose="05050102010706020507" pitchFamily="18" charset="2"/>
              </a:rPr>
              <a:t>T’E’  </a:t>
            </a:r>
            <a:r>
              <a:rPr kumimoji="0"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( id )</a:t>
            </a:r>
            <a:r>
              <a:rPr kumimoji="0" lang="en-US" altLang="zh-CN" sz="2400" b="1">
                <a:sym typeface="Symbol" panose="05050102010706020507" pitchFamily="18" charset="2"/>
              </a:rPr>
              <a:t> </a:t>
            </a:r>
            <a:r>
              <a:rPr kumimoji="0"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*</a:t>
            </a:r>
            <a:r>
              <a:rPr kumimoji="0" lang="en-US" altLang="zh-CN" sz="2400" b="1">
                <a:sym typeface="Symbol" panose="05050102010706020507" pitchFamily="18" charset="2"/>
              </a:rPr>
              <a:t> </a:t>
            </a:r>
            <a:r>
              <a:rPr kumimoji="0"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id </a:t>
            </a:r>
            <a:r>
              <a:rPr kumimoji="0" lang="en-US" altLang="zh-CN" sz="2400" b="1">
                <a:sym typeface="Symbol" panose="05050102010706020507" pitchFamily="18" charset="2"/>
              </a:rPr>
              <a:t>E’  </a:t>
            </a:r>
            <a:r>
              <a:rPr kumimoji="0"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( id )</a:t>
            </a:r>
            <a:r>
              <a:rPr kumimoji="0" lang="en-US" altLang="zh-CN" sz="2400" b="1">
                <a:sym typeface="Symbol" panose="05050102010706020507" pitchFamily="18" charset="2"/>
              </a:rPr>
              <a:t> </a:t>
            </a:r>
            <a:r>
              <a:rPr kumimoji="0"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*</a:t>
            </a:r>
            <a:r>
              <a:rPr kumimoji="0" lang="en-US" altLang="zh-CN" sz="2400" b="1">
                <a:sym typeface="Symbol" panose="05050102010706020507" pitchFamily="18" charset="2"/>
              </a:rPr>
              <a:t> </a:t>
            </a:r>
            <a:r>
              <a:rPr kumimoji="0"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id + </a:t>
            </a:r>
            <a:r>
              <a:rPr kumimoji="0" lang="en-US" altLang="zh-CN" sz="2400" b="1">
                <a:sym typeface="Symbol" panose="05050102010706020507" pitchFamily="18" charset="2"/>
              </a:rPr>
              <a:t>TE’  </a:t>
            </a:r>
            <a:endParaRPr kumimoji="0" lang="en-US" altLang="zh-CN" sz="2400" b="1">
              <a:sym typeface="Symbol" panose="05050102010706020507" pitchFamily="18" charset="2"/>
            </a:endParaRPr>
          </a:p>
        </p:txBody>
      </p:sp>
      <p:sp>
        <p:nvSpPr>
          <p:cNvPr id="106504" name="Text Box 8"/>
          <p:cNvSpPr txBox="1">
            <a:spLocks noChangeArrowheads="1"/>
          </p:cNvSpPr>
          <p:nvPr/>
        </p:nvSpPr>
        <p:spPr bwMode="auto">
          <a:xfrm>
            <a:off x="533400" y="4876800"/>
            <a:ext cx="842486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( id )</a:t>
            </a:r>
            <a:r>
              <a:rPr kumimoji="0" lang="en-US" altLang="zh-CN" sz="2400" b="1">
                <a:sym typeface="Symbol" panose="05050102010706020507" pitchFamily="18" charset="2"/>
              </a:rPr>
              <a:t> </a:t>
            </a:r>
            <a:r>
              <a:rPr kumimoji="0"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*</a:t>
            </a:r>
            <a:r>
              <a:rPr kumimoji="0" lang="en-US" altLang="zh-CN" sz="2400" b="1">
                <a:sym typeface="Symbol" panose="05050102010706020507" pitchFamily="18" charset="2"/>
              </a:rPr>
              <a:t> </a:t>
            </a:r>
            <a:r>
              <a:rPr kumimoji="0"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id + </a:t>
            </a:r>
            <a:r>
              <a:rPr kumimoji="0" lang="en-US" altLang="zh-CN" sz="2400" b="1">
                <a:sym typeface="Symbol" panose="05050102010706020507" pitchFamily="18" charset="2"/>
              </a:rPr>
              <a:t>FT’E’  </a:t>
            </a:r>
            <a:r>
              <a:rPr kumimoji="0"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( id )</a:t>
            </a:r>
            <a:r>
              <a:rPr kumimoji="0" lang="en-US" altLang="zh-CN" sz="2400" b="1">
                <a:sym typeface="Symbol" panose="05050102010706020507" pitchFamily="18" charset="2"/>
              </a:rPr>
              <a:t> </a:t>
            </a:r>
            <a:r>
              <a:rPr kumimoji="0"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*</a:t>
            </a:r>
            <a:r>
              <a:rPr kumimoji="0" lang="en-US" altLang="zh-CN" sz="2400" b="1">
                <a:sym typeface="Symbol" panose="05050102010706020507" pitchFamily="18" charset="2"/>
              </a:rPr>
              <a:t> </a:t>
            </a:r>
            <a:r>
              <a:rPr kumimoji="0"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id +id  </a:t>
            </a:r>
            <a:r>
              <a:rPr kumimoji="0" lang="en-US" altLang="zh-CN" sz="2400" b="1">
                <a:sym typeface="Symbol" panose="05050102010706020507" pitchFamily="18" charset="2"/>
              </a:rPr>
              <a:t>T’E’  </a:t>
            </a:r>
            <a:r>
              <a:rPr kumimoji="0"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( id ) * id + id$</a:t>
            </a:r>
            <a:endParaRPr kumimoji="0" lang="en-US" altLang="zh-CN" sz="2400" b="1">
              <a:sym typeface="Symbol" panose="05050102010706020507" pitchFamily="18" charset="2"/>
            </a:endParaRPr>
          </a:p>
        </p:txBody>
      </p:sp>
      <p:sp>
        <p:nvSpPr>
          <p:cNvPr id="106505" name="Text Box 9"/>
          <p:cNvSpPr txBox="1">
            <a:spLocks noChangeArrowheads="1"/>
          </p:cNvSpPr>
          <p:nvPr/>
        </p:nvSpPr>
        <p:spPr bwMode="auto">
          <a:xfrm>
            <a:off x="5824538" y="4800600"/>
            <a:ext cx="72866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b="1"/>
              <a:t>*</a:t>
            </a:r>
            <a:endParaRPr kumimoji="0" lang="en-US" altLang="zh-CN" sz="2400" b="1"/>
          </a:p>
        </p:txBody>
      </p:sp>
      <p:sp>
        <p:nvSpPr>
          <p:cNvPr id="106506" name="Text Box 10"/>
          <p:cNvSpPr txBox="1">
            <a:spLocks noChangeArrowheads="1"/>
          </p:cNvSpPr>
          <p:nvPr/>
        </p:nvSpPr>
        <p:spPr bwMode="auto">
          <a:xfrm>
            <a:off x="533400" y="1919288"/>
            <a:ext cx="5181600" cy="3476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7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b="1">
                <a:solidFill>
                  <a:srgbClr val="FF3300"/>
                </a:solidFill>
              </a:rPr>
              <a:t>What’s First for each non-terminal ?</a:t>
            </a:r>
            <a:endParaRPr kumimoji="0" lang="en-US" altLang="zh-CN" sz="2400" b="1">
              <a:solidFill>
                <a:srgbClr val="FF6699"/>
              </a:solidFill>
            </a:endParaRPr>
          </a:p>
        </p:txBody>
      </p:sp>
      <p:sp>
        <p:nvSpPr>
          <p:cNvPr id="106507" name="Text Box 11"/>
          <p:cNvSpPr txBox="1">
            <a:spLocks noChangeArrowheads="1"/>
          </p:cNvSpPr>
          <p:nvPr/>
        </p:nvSpPr>
        <p:spPr bwMode="auto">
          <a:xfrm>
            <a:off x="6012160" y="4176713"/>
            <a:ext cx="450553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zh-CN" altLang="en-US" sz="2400" b="1" baseline="-25000" dirty="0">
                <a:solidFill>
                  <a:srgbClr val="FF3300"/>
                </a:solidFill>
                <a:sym typeface="Symbol" panose="05050102010706020507" pitchFamily="18" charset="2"/>
              </a:rPr>
              <a:t>＝</a:t>
            </a:r>
            <a:endParaRPr kumimoji="0" lang="zh-CN" altLang="en-US" sz="2400" b="1" baseline="-25000" dirty="0">
              <a:solidFill>
                <a:srgbClr val="FF3300"/>
              </a:solidFill>
            </a:endParaRPr>
          </a:p>
        </p:txBody>
      </p:sp>
      <p:sp>
        <p:nvSpPr>
          <p:cNvPr id="106508" name="Freeform 13"/>
          <p:cNvSpPr/>
          <p:nvPr/>
        </p:nvSpPr>
        <p:spPr bwMode="auto">
          <a:xfrm>
            <a:off x="1219200" y="3567113"/>
            <a:ext cx="1981200" cy="403225"/>
          </a:xfrm>
          <a:custGeom>
            <a:avLst/>
            <a:gdLst>
              <a:gd name="T0" fmla="*/ 0 w 2142"/>
              <a:gd name="T1" fmla="*/ 2147483646 h 218"/>
              <a:gd name="T2" fmla="*/ 2147483646 w 2142"/>
              <a:gd name="T3" fmla="*/ 2147483646 h 218"/>
              <a:gd name="T4" fmla="*/ 2147483646 w 2142"/>
              <a:gd name="T5" fmla="*/ 2147483646 h 218"/>
              <a:gd name="T6" fmla="*/ 2147483646 w 2142"/>
              <a:gd name="T7" fmla="*/ 2147483646 h 218"/>
              <a:gd name="T8" fmla="*/ 2147483646 w 2142"/>
              <a:gd name="T9" fmla="*/ 0 h 218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142"/>
              <a:gd name="T16" fmla="*/ 0 h 218"/>
              <a:gd name="T17" fmla="*/ 2142 w 2142"/>
              <a:gd name="T18" fmla="*/ 218 h 218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142" h="218">
                <a:moveTo>
                  <a:pt x="0" y="12"/>
                </a:moveTo>
                <a:cubicBezTo>
                  <a:pt x="85" y="77"/>
                  <a:pt x="169" y="142"/>
                  <a:pt x="391" y="176"/>
                </a:cubicBezTo>
                <a:cubicBezTo>
                  <a:pt x="613" y="210"/>
                  <a:pt x="1071" y="218"/>
                  <a:pt x="1330" y="217"/>
                </a:cubicBezTo>
                <a:cubicBezTo>
                  <a:pt x="1589" y="216"/>
                  <a:pt x="1809" y="207"/>
                  <a:pt x="1944" y="171"/>
                </a:cubicBezTo>
                <a:cubicBezTo>
                  <a:pt x="2079" y="135"/>
                  <a:pt x="2101" y="36"/>
                  <a:pt x="2142" y="0"/>
                </a:cubicBezTo>
              </a:path>
            </a:pathLst>
          </a:custGeom>
          <a:noFill/>
          <a:ln w="25400" cap="flat" cmpd="sng">
            <a:solidFill>
              <a:srgbClr val="FF0000"/>
            </a:solidFill>
            <a:prstDash val="solid"/>
            <a:round/>
            <a:headEnd type="none" w="sm" len="sm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6509" name="Text Box 14"/>
          <p:cNvSpPr txBox="1">
            <a:spLocks noChangeArrowheads="1"/>
          </p:cNvSpPr>
          <p:nvPr/>
        </p:nvSpPr>
        <p:spPr bwMode="auto">
          <a:xfrm>
            <a:off x="5562600" y="1538288"/>
            <a:ext cx="2971800" cy="482600"/>
          </a:xfrm>
          <a:prstGeom prst="rect">
            <a:avLst/>
          </a:prstGeom>
          <a:noFill/>
          <a:ln w="25400">
            <a:solidFill>
              <a:srgbClr val="FF3300"/>
            </a:solidFill>
            <a:miter lim="800000"/>
            <a:head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b="1">
                <a:solidFill>
                  <a:srgbClr val="FF3300"/>
                </a:solidFill>
              </a:rPr>
              <a:t>First(</a:t>
            </a:r>
            <a:r>
              <a:rPr kumimoji="0" lang="en-US" altLang="zh-CN" sz="2400" b="1"/>
              <a:t>E’</a:t>
            </a:r>
            <a:r>
              <a:rPr kumimoji="0" lang="en-US" altLang="zh-CN" sz="2400" b="1">
                <a:solidFill>
                  <a:srgbClr val="FF3300"/>
                </a:solidFill>
              </a:rPr>
              <a:t>) = { </a:t>
            </a:r>
            <a:r>
              <a:rPr kumimoji="0" lang="en-US" altLang="zh-CN" sz="2400" b="1">
                <a:solidFill>
                  <a:schemeClr val="accent2"/>
                </a:solidFill>
              </a:rPr>
              <a:t>+ , </a:t>
            </a:r>
            <a:r>
              <a:rPr kumimoji="0" lang="en-US" altLang="zh-CN" sz="2400" b="1">
                <a:solidFill>
                  <a:schemeClr val="accent2"/>
                </a:solidFill>
                <a:latin typeface="Symbol" panose="05050102010706020507" pitchFamily="18" charset="2"/>
                <a:sym typeface="Symbol" panose="05050102010706020507" pitchFamily="18" charset="2"/>
              </a:rPr>
              <a:t>e</a:t>
            </a:r>
            <a:r>
              <a:rPr kumimoji="0" lang="en-US" altLang="zh-CN" sz="2400" b="1">
                <a:solidFill>
                  <a:srgbClr val="FF3300"/>
                </a:solidFill>
              </a:rPr>
              <a:t> }</a:t>
            </a:r>
            <a:endParaRPr kumimoji="0" lang="en-US" altLang="zh-CN" sz="2400" b="1">
              <a:solidFill>
                <a:srgbClr val="FF3300"/>
              </a:solidFill>
            </a:endParaRPr>
          </a:p>
        </p:txBody>
      </p:sp>
      <p:sp>
        <p:nvSpPr>
          <p:cNvPr id="106510" name="Text Box 17"/>
          <p:cNvSpPr txBox="1">
            <a:spLocks noChangeArrowheads="1"/>
          </p:cNvSpPr>
          <p:nvPr/>
        </p:nvSpPr>
        <p:spPr bwMode="auto">
          <a:xfrm>
            <a:off x="1828800" y="3567113"/>
            <a:ext cx="11430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b="1">
                <a:solidFill>
                  <a:srgbClr val="FF3300"/>
                </a:solidFill>
              </a:rPr>
              <a:t>E’ </a:t>
            </a:r>
            <a:r>
              <a:rPr kumimoji="0" lang="en-US" altLang="zh-CN" sz="2000" b="1">
                <a:solidFill>
                  <a:srgbClr val="FF3300"/>
                </a:solidFill>
                <a:sym typeface="Symbol" panose="05050102010706020507" pitchFamily="18" charset="2"/>
              </a:rPr>
              <a:t> </a:t>
            </a:r>
            <a:r>
              <a:rPr kumimoji="0" lang="en-US" altLang="zh-CN" sz="2000" b="1">
                <a:solidFill>
                  <a:srgbClr val="FF3300"/>
                </a:solidFill>
                <a:latin typeface="Symbol" panose="05050102010706020507" pitchFamily="18" charset="2"/>
                <a:sym typeface="Symbol" panose="05050102010706020507" pitchFamily="18" charset="2"/>
              </a:rPr>
              <a:t>e</a:t>
            </a:r>
            <a:endParaRPr kumimoji="0" lang="en-US" altLang="zh-CN" sz="2000" b="1">
              <a:solidFill>
                <a:srgbClr val="FF3300"/>
              </a:solidFill>
              <a:latin typeface="Symbol" panose="05050102010706020507" pitchFamily="18" charset="2"/>
              <a:sym typeface="Symbol" panose="05050102010706020507" pitchFamily="18" charset="2"/>
            </a:endParaRPr>
          </a:p>
        </p:txBody>
      </p:sp>
      <p:sp>
        <p:nvSpPr>
          <p:cNvPr id="106511" name="Freeform 18"/>
          <p:cNvSpPr/>
          <p:nvPr/>
        </p:nvSpPr>
        <p:spPr bwMode="auto">
          <a:xfrm>
            <a:off x="4267200" y="4481513"/>
            <a:ext cx="1981200" cy="304800"/>
          </a:xfrm>
          <a:custGeom>
            <a:avLst/>
            <a:gdLst>
              <a:gd name="T0" fmla="*/ 0 w 2142"/>
              <a:gd name="T1" fmla="*/ 2147483646 h 218"/>
              <a:gd name="T2" fmla="*/ 2147483646 w 2142"/>
              <a:gd name="T3" fmla="*/ 2147483646 h 218"/>
              <a:gd name="T4" fmla="*/ 2147483646 w 2142"/>
              <a:gd name="T5" fmla="*/ 2147483646 h 218"/>
              <a:gd name="T6" fmla="*/ 2147483646 w 2142"/>
              <a:gd name="T7" fmla="*/ 2147483646 h 218"/>
              <a:gd name="T8" fmla="*/ 2147483646 w 2142"/>
              <a:gd name="T9" fmla="*/ 0 h 218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142"/>
              <a:gd name="T16" fmla="*/ 0 h 218"/>
              <a:gd name="T17" fmla="*/ 2142 w 2142"/>
              <a:gd name="T18" fmla="*/ 218 h 218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142" h="218">
                <a:moveTo>
                  <a:pt x="0" y="12"/>
                </a:moveTo>
                <a:cubicBezTo>
                  <a:pt x="85" y="77"/>
                  <a:pt x="169" y="142"/>
                  <a:pt x="391" y="176"/>
                </a:cubicBezTo>
                <a:cubicBezTo>
                  <a:pt x="613" y="210"/>
                  <a:pt x="1071" y="218"/>
                  <a:pt x="1330" y="217"/>
                </a:cubicBezTo>
                <a:cubicBezTo>
                  <a:pt x="1589" y="216"/>
                  <a:pt x="1809" y="207"/>
                  <a:pt x="1944" y="171"/>
                </a:cubicBezTo>
                <a:cubicBezTo>
                  <a:pt x="2079" y="135"/>
                  <a:pt x="2101" y="36"/>
                  <a:pt x="2142" y="0"/>
                </a:cubicBezTo>
              </a:path>
            </a:pathLst>
          </a:custGeom>
          <a:noFill/>
          <a:ln w="25400" cap="flat" cmpd="sng">
            <a:solidFill>
              <a:srgbClr val="FF0000"/>
            </a:solidFill>
            <a:prstDash val="solid"/>
            <a:round/>
            <a:headEnd type="none" w="sm" len="sm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6512" name="Freeform 20"/>
          <p:cNvSpPr/>
          <p:nvPr/>
        </p:nvSpPr>
        <p:spPr bwMode="auto">
          <a:xfrm>
            <a:off x="5562600" y="5243513"/>
            <a:ext cx="2438400" cy="374650"/>
          </a:xfrm>
          <a:custGeom>
            <a:avLst/>
            <a:gdLst>
              <a:gd name="T0" fmla="*/ 0 w 2142"/>
              <a:gd name="T1" fmla="*/ 2147483646 h 218"/>
              <a:gd name="T2" fmla="*/ 2147483646 w 2142"/>
              <a:gd name="T3" fmla="*/ 2147483646 h 218"/>
              <a:gd name="T4" fmla="*/ 2147483646 w 2142"/>
              <a:gd name="T5" fmla="*/ 2147483646 h 218"/>
              <a:gd name="T6" fmla="*/ 2147483646 w 2142"/>
              <a:gd name="T7" fmla="*/ 2147483646 h 218"/>
              <a:gd name="T8" fmla="*/ 2147483646 w 2142"/>
              <a:gd name="T9" fmla="*/ 0 h 218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142"/>
              <a:gd name="T16" fmla="*/ 0 h 218"/>
              <a:gd name="T17" fmla="*/ 2142 w 2142"/>
              <a:gd name="T18" fmla="*/ 218 h 218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142" h="218">
                <a:moveTo>
                  <a:pt x="0" y="12"/>
                </a:moveTo>
                <a:cubicBezTo>
                  <a:pt x="85" y="77"/>
                  <a:pt x="169" y="142"/>
                  <a:pt x="391" y="176"/>
                </a:cubicBezTo>
                <a:cubicBezTo>
                  <a:pt x="613" y="210"/>
                  <a:pt x="1071" y="218"/>
                  <a:pt x="1330" y="217"/>
                </a:cubicBezTo>
                <a:cubicBezTo>
                  <a:pt x="1589" y="216"/>
                  <a:pt x="1809" y="207"/>
                  <a:pt x="1944" y="171"/>
                </a:cubicBezTo>
                <a:cubicBezTo>
                  <a:pt x="2079" y="135"/>
                  <a:pt x="2101" y="36"/>
                  <a:pt x="2142" y="0"/>
                </a:cubicBezTo>
              </a:path>
            </a:pathLst>
          </a:custGeom>
          <a:noFill/>
          <a:ln w="25400" cap="flat" cmpd="sng">
            <a:solidFill>
              <a:srgbClr val="FF0000"/>
            </a:solidFill>
            <a:prstDash val="solid"/>
            <a:round/>
            <a:headEnd type="none" w="sm" len="sm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6513" name="Text Box 21"/>
          <p:cNvSpPr txBox="1">
            <a:spLocks noChangeArrowheads="1"/>
          </p:cNvSpPr>
          <p:nvPr/>
        </p:nvSpPr>
        <p:spPr bwMode="auto">
          <a:xfrm>
            <a:off x="6400800" y="5272088"/>
            <a:ext cx="1295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b="1">
                <a:solidFill>
                  <a:srgbClr val="FF3300"/>
                </a:solidFill>
              </a:rPr>
              <a:t>E’ </a:t>
            </a:r>
            <a:r>
              <a:rPr kumimoji="0" lang="en-US" altLang="zh-CN" sz="2000" b="1">
                <a:solidFill>
                  <a:srgbClr val="FF3300"/>
                </a:solidFill>
                <a:sym typeface="Symbol" panose="05050102010706020507" pitchFamily="18" charset="2"/>
              </a:rPr>
              <a:t> </a:t>
            </a:r>
            <a:r>
              <a:rPr kumimoji="0" lang="en-US" altLang="zh-CN" sz="2000" b="1">
                <a:solidFill>
                  <a:srgbClr val="FF3300"/>
                </a:solidFill>
                <a:latin typeface="Symbol" panose="05050102010706020507" pitchFamily="18" charset="2"/>
                <a:sym typeface="Symbol" panose="05050102010706020507" pitchFamily="18" charset="2"/>
              </a:rPr>
              <a:t>e</a:t>
            </a:r>
            <a:endParaRPr kumimoji="0" lang="en-US" altLang="zh-CN" sz="2000" b="1">
              <a:solidFill>
                <a:srgbClr val="FF3300"/>
              </a:solidFill>
              <a:latin typeface="Symbol" panose="05050102010706020507" pitchFamily="18" charset="2"/>
              <a:sym typeface="Symbol" panose="05050102010706020507" pitchFamily="18" charset="2"/>
            </a:endParaRPr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FIRST</a:t>
            </a:r>
            <a:r>
              <a:rPr lang="zh-CN" altLang="en-US"/>
              <a:t>与预测分析</a:t>
            </a:r>
            <a:endParaRPr lang="zh-CN" altLang="en-US"/>
          </a:p>
        </p:txBody>
      </p:sp>
      <p:sp>
        <p:nvSpPr>
          <p:cNvPr id="107523" name="Text Box 3"/>
          <p:cNvSpPr txBox="1">
            <a:spLocks noChangeArrowheads="1"/>
          </p:cNvSpPr>
          <p:nvPr/>
        </p:nvSpPr>
        <p:spPr bwMode="auto">
          <a:xfrm>
            <a:off x="457200" y="1538288"/>
            <a:ext cx="5867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b="1"/>
              <a:t>Consider the following derivation:</a:t>
            </a:r>
            <a:endParaRPr kumimoji="0" lang="en-US" altLang="zh-CN" sz="2400" b="1"/>
          </a:p>
        </p:txBody>
      </p:sp>
      <p:sp>
        <p:nvSpPr>
          <p:cNvPr id="107524" name="Text Box 4"/>
          <p:cNvSpPr txBox="1">
            <a:spLocks noChangeArrowheads="1"/>
          </p:cNvSpPr>
          <p:nvPr/>
        </p:nvSpPr>
        <p:spPr bwMode="auto">
          <a:xfrm>
            <a:off x="533400" y="2452688"/>
            <a:ext cx="72802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b="1"/>
              <a:t>E </a:t>
            </a:r>
            <a:r>
              <a:rPr kumimoji="0" lang="en-US" altLang="zh-CN" sz="2400" b="1">
                <a:sym typeface="Symbol" panose="05050102010706020507" pitchFamily="18" charset="2"/>
              </a:rPr>
              <a:t> TE’  FT’E’  </a:t>
            </a:r>
            <a:r>
              <a:rPr kumimoji="0"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( </a:t>
            </a:r>
            <a:r>
              <a:rPr kumimoji="0" lang="en-US" altLang="zh-CN" sz="2400" b="1">
                <a:sym typeface="Symbol" panose="05050102010706020507" pitchFamily="18" charset="2"/>
              </a:rPr>
              <a:t>E</a:t>
            </a:r>
            <a:r>
              <a:rPr kumimoji="0"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 ) </a:t>
            </a:r>
            <a:r>
              <a:rPr kumimoji="0" lang="en-US" altLang="zh-CN" sz="2400" b="1">
                <a:sym typeface="Symbol" panose="05050102010706020507" pitchFamily="18" charset="2"/>
              </a:rPr>
              <a:t>T’E’  </a:t>
            </a:r>
            <a:endParaRPr kumimoji="0" lang="en-US" altLang="zh-CN" sz="2400" b="1">
              <a:sym typeface="Symbol" panose="05050102010706020507" pitchFamily="18" charset="2"/>
            </a:endParaRPr>
          </a:p>
        </p:txBody>
      </p:sp>
      <p:sp>
        <p:nvSpPr>
          <p:cNvPr id="107525" name="Text Box 5"/>
          <p:cNvSpPr txBox="1">
            <a:spLocks noChangeArrowheads="1"/>
          </p:cNvSpPr>
          <p:nvPr/>
        </p:nvSpPr>
        <p:spPr bwMode="auto">
          <a:xfrm>
            <a:off x="533400" y="2971800"/>
            <a:ext cx="7696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b="1">
                <a:solidFill>
                  <a:schemeClr val="accent2"/>
                </a:solidFill>
              </a:rPr>
              <a:t>(</a:t>
            </a:r>
            <a:r>
              <a:rPr kumimoji="0" lang="en-US" altLang="zh-CN" sz="2400" b="1"/>
              <a:t> TE’ </a:t>
            </a:r>
            <a:r>
              <a:rPr kumimoji="0" lang="en-US" altLang="zh-CN" sz="2400" b="1">
                <a:solidFill>
                  <a:schemeClr val="accent2"/>
                </a:solidFill>
              </a:rPr>
              <a:t>)</a:t>
            </a:r>
            <a:r>
              <a:rPr kumimoji="0" lang="en-US" altLang="zh-CN" sz="2400" b="1"/>
              <a:t> T’E’ </a:t>
            </a:r>
            <a:r>
              <a:rPr kumimoji="0" lang="en-US" altLang="zh-CN" sz="2400" b="1">
                <a:sym typeface="Symbol" panose="05050102010706020507" pitchFamily="18" charset="2"/>
              </a:rPr>
              <a:t> </a:t>
            </a:r>
            <a:r>
              <a:rPr kumimoji="0"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( </a:t>
            </a:r>
            <a:r>
              <a:rPr kumimoji="0" lang="en-US" altLang="zh-CN" sz="2400" b="1">
                <a:sym typeface="Symbol" panose="05050102010706020507" pitchFamily="18" charset="2"/>
              </a:rPr>
              <a:t>FT’E’</a:t>
            </a:r>
            <a:r>
              <a:rPr kumimoji="0"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 ) </a:t>
            </a:r>
            <a:r>
              <a:rPr kumimoji="0" lang="en-US" altLang="zh-CN" sz="2400" b="1">
                <a:sym typeface="Symbol" panose="05050102010706020507" pitchFamily="18" charset="2"/>
              </a:rPr>
              <a:t>T’E’  </a:t>
            </a:r>
            <a:r>
              <a:rPr kumimoji="0"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( id</a:t>
            </a:r>
            <a:r>
              <a:rPr kumimoji="0" lang="en-US" altLang="zh-CN" sz="2400" b="1">
                <a:sym typeface="Symbol" panose="05050102010706020507" pitchFamily="18" charset="2"/>
              </a:rPr>
              <a:t> T’E’ </a:t>
            </a:r>
            <a:r>
              <a:rPr kumimoji="0"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)</a:t>
            </a:r>
            <a:r>
              <a:rPr kumimoji="0" lang="en-US" altLang="zh-CN" sz="2400" b="1">
                <a:sym typeface="Symbol" panose="05050102010706020507" pitchFamily="18" charset="2"/>
              </a:rPr>
              <a:t> T’E’  </a:t>
            </a:r>
            <a:endParaRPr kumimoji="0" lang="en-US" altLang="zh-CN" sz="2400" b="1">
              <a:sym typeface="Symbol" panose="05050102010706020507" pitchFamily="18" charset="2"/>
            </a:endParaRPr>
          </a:p>
        </p:txBody>
      </p:sp>
      <p:sp>
        <p:nvSpPr>
          <p:cNvPr id="107526" name="Text Box 6"/>
          <p:cNvSpPr txBox="1">
            <a:spLocks noChangeArrowheads="1"/>
          </p:cNvSpPr>
          <p:nvPr/>
        </p:nvSpPr>
        <p:spPr bwMode="auto">
          <a:xfrm>
            <a:off x="533400" y="3570288"/>
            <a:ext cx="72802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( id</a:t>
            </a:r>
            <a:r>
              <a:rPr kumimoji="0" lang="en-US" altLang="zh-CN" sz="2400" b="1">
                <a:sym typeface="Symbol" panose="05050102010706020507" pitchFamily="18" charset="2"/>
              </a:rPr>
              <a:t> E’ </a:t>
            </a:r>
            <a:r>
              <a:rPr kumimoji="0"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)</a:t>
            </a:r>
            <a:r>
              <a:rPr kumimoji="0" lang="en-US" altLang="zh-CN" sz="2400" b="1">
                <a:sym typeface="Symbol" panose="05050102010706020507" pitchFamily="18" charset="2"/>
              </a:rPr>
              <a:t> T’E’  </a:t>
            </a:r>
            <a:r>
              <a:rPr kumimoji="0"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( id )</a:t>
            </a:r>
            <a:r>
              <a:rPr kumimoji="0" lang="en-US" altLang="zh-CN" sz="2400" b="1">
                <a:sym typeface="Symbol" panose="05050102010706020507" pitchFamily="18" charset="2"/>
              </a:rPr>
              <a:t> T’E’  </a:t>
            </a:r>
            <a:r>
              <a:rPr kumimoji="0"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( id )</a:t>
            </a:r>
            <a:r>
              <a:rPr kumimoji="0" lang="en-US" altLang="zh-CN" sz="2400" b="1">
                <a:sym typeface="Symbol" panose="05050102010706020507" pitchFamily="18" charset="2"/>
              </a:rPr>
              <a:t> </a:t>
            </a:r>
            <a:r>
              <a:rPr kumimoji="0"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*</a:t>
            </a:r>
            <a:r>
              <a:rPr kumimoji="0" lang="en-US" altLang="zh-CN" sz="2400" b="1">
                <a:sym typeface="Symbol" panose="05050102010706020507" pitchFamily="18" charset="2"/>
              </a:rPr>
              <a:t> FT’E’  </a:t>
            </a:r>
            <a:endParaRPr kumimoji="0" lang="en-US" altLang="zh-CN" sz="2400" b="1">
              <a:sym typeface="Symbol" panose="05050102010706020507" pitchFamily="18" charset="2"/>
            </a:endParaRPr>
          </a:p>
        </p:txBody>
      </p:sp>
      <p:sp>
        <p:nvSpPr>
          <p:cNvPr id="107527" name="Text Box 7"/>
          <p:cNvSpPr txBox="1">
            <a:spLocks noChangeArrowheads="1"/>
          </p:cNvSpPr>
          <p:nvPr/>
        </p:nvSpPr>
        <p:spPr bwMode="auto">
          <a:xfrm>
            <a:off x="457200" y="4191000"/>
            <a:ext cx="738346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b="1">
                <a:sym typeface="Symbol" panose="05050102010706020507" pitchFamily="18" charset="2"/>
              </a:rPr>
              <a:t> </a:t>
            </a:r>
            <a:r>
              <a:rPr kumimoji="0"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( id )</a:t>
            </a:r>
            <a:r>
              <a:rPr kumimoji="0" lang="en-US" altLang="zh-CN" sz="2400" b="1">
                <a:sym typeface="Symbol" panose="05050102010706020507" pitchFamily="18" charset="2"/>
              </a:rPr>
              <a:t> </a:t>
            </a:r>
            <a:r>
              <a:rPr kumimoji="0"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*</a:t>
            </a:r>
            <a:r>
              <a:rPr kumimoji="0" lang="en-US" altLang="zh-CN" sz="2400" b="1">
                <a:sym typeface="Symbol" panose="05050102010706020507" pitchFamily="18" charset="2"/>
              </a:rPr>
              <a:t> </a:t>
            </a:r>
            <a:r>
              <a:rPr kumimoji="0"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id </a:t>
            </a:r>
            <a:r>
              <a:rPr kumimoji="0" lang="en-US" altLang="zh-CN" sz="2400" b="1">
                <a:sym typeface="Symbol" panose="05050102010706020507" pitchFamily="18" charset="2"/>
              </a:rPr>
              <a:t>T’E’  </a:t>
            </a:r>
            <a:r>
              <a:rPr kumimoji="0"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( id )</a:t>
            </a:r>
            <a:r>
              <a:rPr kumimoji="0" lang="en-US" altLang="zh-CN" sz="2400" b="1">
                <a:sym typeface="Symbol" panose="05050102010706020507" pitchFamily="18" charset="2"/>
              </a:rPr>
              <a:t> </a:t>
            </a:r>
            <a:r>
              <a:rPr kumimoji="0"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*</a:t>
            </a:r>
            <a:r>
              <a:rPr kumimoji="0" lang="en-US" altLang="zh-CN" sz="2400" b="1">
                <a:sym typeface="Symbol" panose="05050102010706020507" pitchFamily="18" charset="2"/>
              </a:rPr>
              <a:t> </a:t>
            </a:r>
            <a:r>
              <a:rPr kumimoji="0"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id </a:t>
            </a:r>
            <a:r>
              <a:rPr kumimoji="0" lang="en-US" altLang="zh-CN" sz="2400" b="1">
                <a:sym typeface="Symbol" panose="05050102010706020507" pitchFamily="18" charset="2"/>
              </a:rPr>
              <a:t>E’  </a:t>
            </a:r>
            <a:r>
              <a:rPr kumimoji="0"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( id )</a:t>
            </a:r>
            <a:r>
              <a:rPr kumimoji="0" lang="en-US" altLang="zh-CN" sz="2400" b="1">
                <a:sym typeface="Symbol" panose="05050102010706020507" pitchFamily="18" charset="2"/>
              </a:rPr>
              <a:t> </a:t>
            </a:r>
            <a:r>
              <a:rPr kumimoji="0"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*</a:t>
            </a:r>
            <a:r>
              <a:rPr kumimoji="0" lang="en-US" altLang="zh-CN" sz="2400" b="1">
                <a:sym typeface="Symbol" panose="05050102010706020507" pitchFamily="18" charset="2"/>
              </a:rPr>
              <a:t> </a:t>
            </a:r>
            <a:r>
              <a:rPr kumimoji="0"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id + </a:t>
            </a:r>
            <a:r>
              <a:rPr kumimoji="0" lang="en-US" altLang="zh-CN" sz="2400" b="1">
                <a:sym typeface="Symbol" panose="05050102010706020507" pitchFamily="18" charset="2"/>
              </a:rPr>
              <a:t>TE’  </a:t>
            </a:r>
            <a:endParaRPr kumimoji="0" lang="en-US" altLang="zh-CN" sz="2400" b="1">
              <a:sym typeface="Symbol" panose="05050102010706020507" pitchFamily="18" charset="2"/>
            </a:endParaRPr>
          </a:p>
        </p:txBody>
      </p:sp>
      <p:sp>
        <p:nvSpPr>
          <p:cNvPr id="107528" name="Text Box 8"/>
          <p:cNvSpPr txBox="1">
            <a:spLocks noChangeArrowheads="1"/>
          </p:cNvSpPr>
          <p:nvPr/>
        </p:nvSpPr>
        <p:spPr bwMode="auto">
          <a:xfrm>
            <a:off x="533400" y="4800600"/>
            <a:ext cx="842486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( id )</a:t>
            </a:r>
            <a:r>
              <a:rPr kumimoji="0" lang="en-US" altLang="zh-CN" sz="2400" b="1">
                <a:sym typeface="Symbol" panose="05050102010706020507" pitchFamily="18" charset="2"/>
              </a:rPr>
              <a:t> </a:t>
            </a:r>
            <a:r>
              <a:rPr kumimoji="0"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*</a:t>
            </a:r>
            <a:r>
              <a:rPr kumimoji="0" lang="en-US" altLang="zh-CN" sz="2400" b="1">
                <a:sym typeface="Symbol" panose="05050102010706020507" pitchFamily="18" charset="2"/>
              </a:rPr>
              <a:t> </a:t>
            </a:r>
            <a:r>
              <a:rPr kumimoji="0"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id + </a:t>
            </a:r>
            <a:r>
              <a:rPr kumimoji="0" lang="en-US" altLang="zh-CN" sz="2400" b="1">
                <a:sym typeface="Symbol" panose="05050102010706020507" pitchFamily="18" charset="2"/>
              </a:rPr>
              <a:t>FT’E’  </a:t>
            </a:r>
            <a:r>
              <a:rPr kumimoji="0"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( id )</a:t>
            </a:r>
            <a:r>
              <a:rPr kumimoji="0" lang="en-US" altLang="zh-CN" sz="2400" b="1">
                <a:sym typeface="Symbol" panose="05050102010706020507" pitchFamily="18" charset="2"/>
              </a:rPr>
              <a:t> </a:t>
            </a:r>
            <a:r>
              <a:rPr kumimoji="0"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*</a:t>
            </a:r>
            <a:r>
              <a:rPr kumimoji="0" lang="en-US" altLang="zh-CN" sz="2400" b="1">
                <a:sym typeface="Symbol" panose="05050102010706020507" pitchFamily="18" charset="2"/>
              </a:rPr>
              <a:t> </a:t>
            </a:r>
            <a:r>
              <a:rPr kumimoji="0"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id +id  </a:t>
            </a:r>
            <a:r>
              <a:rPr kumimoji="0" lang="en-US" altLang="zh-CN" sz="2400" b="1">
                <a:sym typeface="Symbol" panose="05050102010706020507" pitchFamily="18" charset="2"/>
              </a:rPr>
              <a:t>T’E’  </a:t>
            </a:r>
            <a:r>
              <a:rPr kumimoji="0"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( id ) * id + id$</a:t>
            </a:r>
            <a:endParaRPr kumimoji="0" lang="en-US" altLang="zh-CN" sz="2400" b="1">
              <a:sym typeface="Symbol" panose="05050102010706020507" pitchFamily="18" charset="2"/>
            </a:endParaRPr>
          </a:p>
        </p:txBody>
      </p:sp>
      <p:sp>
        <p:nvSpPr>
          <p:cNvPr id="107529" name="Text Box 9"/>
          <p:cNvSpPr txBox="1">
            <a:spLocks noChangeArrowheads="1"/>
          </p:cNvSpPr>
          <p:nvPr/>
        </p:nvSpPr>
        <p:spPr bwMode="auto">
          <a:xfrm>
            <a:off x="5824538" y="4724400"/>
            <a:ext cx="72866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b="1"/>
              <a:t>*</a:t>
            </a:r>
            <a:endParaRPr kumimoji="0" lang="en-US" altLang="zh-CN" sz="2400" b="1"/>
          </a:p>
        </p:txBody>
      </p:sp>
      <p:sp>
        <p:nvSpPr>
          <p:cNvPr id="107530" name="Text Box 10"/>
          <p:cNvSpPr txBox="1">
            <a:spLocks noChangeArrowheads="1"/>
          </p:cNvSpPr>
          <p:nvPr/>
        </p:nvSpPr>
        <p:spPr bwMode="auto">
          <a:xfrm>
            <a:off x="533400" y="1919288"/>
            <a:ext cx="5181600" cy="3476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7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b="1">
                <a:solidFill>
                  <a:srgbClr val="FF3300"/>
                </a:solidFill>
              </a:rPr>
              <a:t>What’s First for each non-terminal ?</a:t>
            </a:r>
            <a:endParaRPr kumimoji="0" lang="en-US" altLang="zh-CN" sz="2400" b="1">
              <a:solidFill>
                <a:srgbClr val="FF6699"/>
              </a:solidFill>
            </a:endParaRPr>
          </a:p>
        </p:txBody>
      </p:sp>
      <p:sp>
        <p:nvSpPr>
          <p:cNvPr id="107531" name="Text Box 11"/>
          <p:cNvSpPr txBox="1">
            <a:spLocks noChangeArrowheads="1"/>
          </p:cNvSpPr>
          <p:nvPr/>
        </p:nvSpPr>
        <p:spPr bwMode="auto">
          <a:xfrm>
            <a:off x="4695825" y="4949825"/>
            <a:ext cx="415925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zh-CN" altLang="en-US" sz="2400" b="1" baseline="-25000">
                <a:solidFill>
                  <a:srgbClr val="FF3300"/>
                </a:solidFill>
                <a:sym typeface="Symbol" panose="05050102010706020507" pitchFamily="18" charset="2"/>
              </a:rPr>
              <a:t>＝</a:t>
            </a:r>
            <a:endParaRPr kumimoji="0" lang="zh-CN" altLang="en-US" sz="2400" b="1" baseline="-25000">
              <a:solidFill>
                <a:srgbClr val="FF3300"/>
              </a:solidFill>
            </a:endParaRPr>
          </a:p>
        </p:txBody>
      </p:sp>
      <p:sp>
        <p:nvSpPr>
          <p:cNvPr id="107532" name="Freeform 12"/>
          <p:cNvSpPr/>
          <p:nvPr/>
        </p:nvSpPr>
        <p:spPr bwMode="auto">
          <a:xfrm>
            <a:off x="2271713" y="2828925"/>
            <a:ext cx="1233487" cy="142875"/>
          </a:xfrm>
          <a:custGeom>
            <a:avLst/>
            <a:gdLst>
              <a:gd name="T0" fmla="*/ 0 w 777"/>
              <a:gd name="T1" fmla="*/ 0 h 232"/>
              <a:gd name="T2" fmla="*/ 2147483646 w 777"/>
              <a:gd name="T3" fmla="*/ 2147483646 h 232"/>
              <a:gd name="T4" fmla="*/ 2147483646 w 777"/>
              <a:gd name="T5" fmla="*/ 2147483646 h 232"/>
              <a:gd name="T6" fmla="*/ 2147483646 w 777"/>
              <a:gd name="T7" fmla="*/ 2147483646 h 232"/>
              <a:gd name="T8" fmla="*/ 2147483646 w 777"/>
              <a:gd name="T9" fmla="*/ 2147483646 h 23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777"/>
              <a:gd name="T16" fmla="*/ 0 h 232"/>
              <a:gd name="T17" fmla="*/ 777 w 777"/>
              <a:gd name="T18" fmla="*/ 232 h 232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777" h="232">
                <a:moveTo>
                  <a:pt x="0" y="0"/>
                </a:moveTo>
                <a:cubicBezTo>
                  <a:pt x="26" y="34"/>
                  <a:pt x="76" y="156"/>
                  <a:pt x="157" y="194"/>
                </a:cubicBezTo>
                <a:cubicBezTo>
                  <a:pt x="238" y="232"/>
                  <a:pt x="398" y="230"/>
                  <a:pt x="489" y="229"/>
                </a:cubicBezTo>
                <a:cubicBezTo>
                  <a:pt x="581" y="228"/>
                  <a:pt x="659" y="221"/>
                  <a:pt x="707" y="189"/>
                </a:cubicBezTo>
                <a:cubicBezTo>
                  <a:pt x="755" y="158"/>
                  <a:pt x="762" y="73"/>
                  <a:pt x="777" y="42"/>
                </a:cubicBezTo>
              </a:path>
            </a:pathLst>
          </a:custGeom>
          <a:noFill/>
          <a:ln w="25400" cap="flat" cmpd="sng">
            <a:solidFill>
              <a:srgbClr val="FF0000"/>
            </a:solidFill>
            <a:prstDash val="solid"/>
            <a:round/>
            <a:headEnd type="none" w="sm" len="sm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7533" name="Text Box 13"/>
          <p:cNvSpPr txBox="1">
            <a:spLocks noChangeArrowheads="1"/>
          </p:cNvSpPr>
          <p:nvPr/>
        </p:nvSpPr>
        <p:spPr bwMode="auto">
          <a:xfrm>
            <a:off x="5562600" y="1538288"/>
            <a:ext cx="2971800" cy="482600"/>
          </a:xfrm>
          <a:prstGeom prst="rect">
            <a:avLst/>
          </a:prstGeom>
          <a:noFill/>
          <a:ln w="25400">
            <a:solidFill>
              <a:srgbClr val="FF3300"/>
            </a:solidFill>
            <a:miter lim="800000"/>
            <a:head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b="1">
                <a:solidFill>
                  <a:srgbClr val="FF3300"/>
                </a:solidFill>
              </a:rPr>
              <a:t>First(</a:t>
            </a:r>
            <a:r>
              <a:rPr kumimoji="0" lang="en-US" altLang="zh-CN" sz="2400" b="1"/>
              <a:t>F</a:t>
            </a:r>
            <a:r>
              <a:rPr kumimoji="0" lang="en-US" altLang="zh-CN" sz="2400" b="1">
                <a:solidFill>
                  <a:srgbClr val="FF3300"/>
                </a:solidFill>
              </a:rPr>
              <a:t>) = { </a:t>
            </a:r>
            <a:r>
              <a:rPr kumimoji="0" lang="en-US" altLang="zh-CN" sz="2400" b="1">
                <a:solidFill>
                  <a:schemeClr val="accent2"/>
                </a:solidFill>
              </a:rPr>
              <a:t>( , id</a:t>
            </a:r>
            <a:r>
              <a:rPr kumimoji="0" lang="en-US" altLang="zh-CN" sz="2400" b="1">
                <a:solidFill>
                  <a:srgbClr val="FF3300"/>
                </a:solidFill>
              </a:rPr>
              <a:t> }</a:t>
            </a:r>
            <a:endParaRPr kumimoji="0" lang="en-US" altLang="zh-CN" sz="2400" b="1">
              <a:solidFill>
                <a:srgbClr val="FF3300"/>
              </a:solidFill>
            </a:endParaRPr>
          </a:p>
        </p:txBody>
      </p:sp>
      <p:sp>
        <p:nvSpPr>
          <p:cNvPr id="107534" name="Freeform 15"/>
          <p:cNvSpPr/>
          <p:nvPr/>
        </p:nvSpPr>
        <p:spPr bwMode="auto">
          <a:xfrm>
            <a:off x="2209800" y="5184775"/>
            <a:ext cx="2647950" cy="312738"/>
          </a:xfrm>
          <a:custGeom>
            <a:avLst/>
            <a:gdLst>
              <a:gd name="T0" fmla="*/ 0 w 1668"/>
              <a:gd name="T1" fmla="*/ 0 h 197"/>
              <a:gd name="T2" fmla="*/ 2147483646 w 1668"/>
              <a:gd name="T3" fmla="*/ 2147483646 h 197"/>
              <a:gd name="T4" fmla="*/ 2147483646 w 1668"/>
              <a:gd name="T5" fmla="*/ 2147483646 h 197"/>
              <a:gd name="T6" fmla="*/ 2147483646 w 1668"/>
              <a:gd name="T7" fmla="*/ 2147483646 h 197"/>
              <a:gd name="T8" fmla="*/ 2147483646 w 1668"/>
              <a:gd name="T9" fmla="*/ 2147483646 h 197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668"/>
              <a:gd name="T16" fmla="*/ 0 h 197"/>
              <a:gd name="T17" fmla="*/ 1668 w 1668"/>
              <a:gd name="T18" fmla="*/ 197 h 197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668" h="197">
                <a:moveTo>
                  <a:pt x="0" y="0"/>
                </a:moveTo>
                <a:cubicBezTo>
                  <a:pt x="67" y="57"/>
                  <a:pt x="161" y="113"/>
                  <a:pt x="307" y="144"/>
                </a:cubicBezTo>
                <a:cubicBezTo>
                  <a:pt x="453" y="175"/>
                  <a:pt x="673" y="179"/>
                  <a:pt x="876" y="184"/>
                </a:cubicBezTo>
                <a:cubicBezTo>
                  <a:pt x="1079" y="189"/>
                  <a:pt x="1392" y="197"/>
                  <a:pt x="1524" y="175"/>
                </a:cubicBezTo>
                <a:cubicBezTo>
                  <a:pt x="1656" y="153"/>
                  <a:pt x="1638" y="75"/>
                  <a:pt x="1668" y="49"/>
                </a:cubicBezTo>
              </a:path>
            </a:pathLst>
          </a:custGeom>
          <a:noFill/>
          <a:ln w="25400" cap="flat" cmpd="sng">
            <a:solidFill>
              <a:srgbClr val="FF0000"/>
            </a:solidFill>
            <a:prstDash val="solid"/>
            <a:round/>
            <a:headEnd type="none" w="sm" len="sm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7535" name="Text Box 18"/>
          <p:cNvSpPr txBox="1">
            <a:spLocks noChangeArrowheads="1"/>
          </p:cNvSpPr>
          <p:nvPr/>
        </p:nvSpPr>
        <p:spPr bwMode="auto">
          <a:xfrm>
            <a:off x="3352800" y="2633663"/>
            <a:ext cx="415925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zh-CN" altLang="en-US" sz="2400" b="1" baseline="-25000">
                <a:solidFill>
                  <a:srgbClr val="FF3300"/>
                </a:solidFill>
                <a:sym typeface="Symbol" panose="05050102010706020507" pitchFamily="18" charset="2"/>
              </a:rPr>
              <a:t>＝</a:t>
            </a:r>
            <a:endParaRPr kumimoji="0" lang="zh-CN" altLang="en-US" sz="2400" b="1" baseline="-25000">
              <a:solidFill>
                <a:srgbClr val="FF3300"/>
              </a:solidFill>
            </a:endParaRPr>
          </a:p>
        </p:txBody>
      </p:sp>
      <p:sp>
        <p:nvSpPr>
          <p:cNvPr id="107536" name="Freeform 20"/>
          <p:cNvSpPr/>
          <p:nvPr/>
        </p:nvSpPr>
        <p:spPr bwMode="auto">
          <a:xfrm>
            <a:off x="2895600" y="3338513"/>
            <a:ext cx="2216150" cy="198967"/>
          </a:xfrm>
          <a:custGeom>
            <a:avLst/>
            <a:gdLst>
              <a:gd name="T0" fmla="*/ 0 w 777"/>
              <a:gd name="T1" fmla="*/ 0 h 232"/>
              <a:gd name="T2" fmla="*/ 2147483646 w 777"/>
              <a:gd name="T3" fmla="*/ 2147483646 h 232"/>
              <a:gd name="T4" fmla="*/ 2147483646 w 777"/>
              <a:gd name="T5" fmla="*/ 2147483646 h 232"/>
              <a:gd name="T6" fmla="*/ 2147483646 w 777"/>
              <a:gd name="T7" fmla="*/ 2147483646 h 232"/>
              <a:gd name="T8" fmla="*/ 2147483646 w 777"/>
              <a:gd name="T9" fmla="*/ 2147483646 h 23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777"/>
              <a:gd name="T16" fmla="*/ 0 h 232"/>
              <a:gd name="T17" fmla="*/ 777 w 777"/>
              <a:gd name="T18" fmla="*/ 232 h 232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777" h="232">
                <a:moveTo>
                  <a:pt x="0" y="0"/>
                </a:moveTo>
                <a:cubicBezTo>
                  <a:pt x="26" y="34"/>
                  <a:pt x="76" y="156"/>
                  <a:pt x="157" y="194"/>
                </a:cubicBezTo>
                <a:cubicBezTo>
                  <a:pt x="238" y="232"/>
                  <a:pt x="398" y="230"/>
                  <a:pt x="489" y="229"/>
                </a:cubicBezTo>
                <a:cubicBezTo>
                  <a:pt x="581" y="228"/>
                  <a:pt x="659" y="221"/>
                  <a:pt x="707" y="189"/>
                </a:cubicBezTo>
                <a:cubicBezTo>
                  <a:pt x="755" y="158"/>
                  <a:pt x="762" y="73"/>
                  <a:pt x="777" y="42"/>
                </a:cubicBezTo>
              </a:path>
            </a:pathLst>
          </a:custGeom>
          <a:noFill/>
          <a:ln w="25400" cap="flat" cmpd="sng">
            <a:solidFill>
              <a:srgbClr val="FF0000"/>
            </a:solidFill>
            <a:prstDash val="solid"/>
            <a:round/>
            <a:headEnd type="none" w="sm" len="sm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7537" name="Text Box 21"/>
          <p:cNvSpPr txBox="1">
            <a:spLocks noChangeArrowheads="1"/>
          </p:cNvSpPr>
          <p:nvPr/>
        </p:nvSpPr>
        <p:spPr bwMode="auto">
          <a:xfrm>
            <a:off x="4913576" y="3124730"/>
            <a:ext cx="415925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zh-CN" altLang="en-US" sz="2400" b="1" baseline="-25000" dirty="0">
                <a:solidFill>
                  <a:srgbClr val="FF3300"/>
                </a:solidFill>
                <a:sym typeface="Symbol" panose="05050102010706020507" pitchFamily="18" charset="2"/>
              </a:rPr>
              <a:t>＝</a:t>
            </a:r>
            <a:endParaRPr kumimoji="0" lang="zh-CN" altLang="en-US" sz="2400" b="1" baseline="-25000" dirty="0">
              <a:solidFill>
                <a:srgbClr val="FF3300"/>
              </a:solidFill>
            </a:endParaRPr>
          </a:p>
        </p:txBody>
      </p:sp>
      <p:sp>
        <p:nvSpPr>
          <p:cNvPr id="107538" name="Freeform 22"/>
          <p:cNvSpPr/>
          <p:nvPr/>
        </p:nvSpPr>
        <p:spPr bwMode="auto">
          <a:xfrm>
            <a:off x="1676400" y="3937000"/>
            <a:ext cx="3810000" cy="319088"/>
          </a:xfrm>
          <a:custGeom>
            <a:avLst/>
            <a:gdLst>
              <a:gd name="T0" fmla="*/ 2147483646 w 2784"/>
              <a:gd name="T1" fmla="*/ 0 h 336"/>
              <a:gd name="T2" fmla="*/ 2147483646 w 2784"/>
              <a:gd name="T3" fmla="*/ 2147483646 h 336"/>
              <a:gd name="T4" fmla="*/ 2147483646 w 2784"/>
              <a:gd name="T5" fmla="*/ 2147483646 h 336"/>
              <a:gd name="T6" fmla="*/ 2147483646 w 2784"/>
              <a:gd name="T7" fmla="*/ 2147483646 h 336"/>
              <a:gd name="T8" fmla="*/ 0 w 2784"/>
              <a:gd name="T9" fmla="*/ 2147483646 h 33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784"/>
              <a:gd name="T16" fmla="*/ 0 h 336"/>
              <a:gd name="T17" fmla="*/ 2784 w 2784"/>
              <a:gd name="T18" fmla="*/ 336 h 3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784" h="336">
                <a:moveTo>
                  <a:pt x="2784" y="0"/>
                </a:moveTo>
                <a:cubicBezTo>
                  <a:pt x="2677" y="42"/>
                  <a:pt x="2473" y="236"/>
                  <a:pt x="2142" y="252"/>
                </a:cubicBezTo>
                <a:cubicBezTo>
                  <a:pt x="1811" y="268"/>
                  <a:pt x="1122" y="108"/>
                  <a:pt x="800" y="93"/>
                </a:cubicBezTo>
                <a:cubicBezTo>
                  <a:pt x="478" y="78"/>
                  <a:pt x="346" y="122"/>
                  <a:pt x="212" y="163"/>
                </a:cubicBezTo>
                <a:cubicBezTo>
                  <a:pt x="79" y="203"/>
                  <a:pt x="44" y="300"/>
                  <a:pt x="0" y="336"/>
                </a:cubicBezTo>
              </a:path>
            </a:pathLst>
          </a:custGeom>
          <a:noFill/>
          <a:ln w="25400" cap="flat" cmpd="sng">
            <a:solidFill>
              <a:srgbClr val="FF0000"/>
            </a:solidFill>
            <a:prstDash val="solid"/>
            <a:round/>
            <a:headEnd type="none" w="sm" len="sm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7539" name="Text Box 23"/>
          <p:cNvSpPr txBox="1">
            <a:spLocks noChangeArrowheads="1"/>
          </p:cNvSpPr>
          <p:nvPr/>
        </p:nvSpPr>
        <p:spPr bwMode="auto">
          <a:xfrm>
            <a:off x="1447800" y="4338638"/>
            <a:ext cx="415925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zh-CN" altLang="en-US" sz="2400" b="1" baseline="-25000">
                <a:solidFill>
                  <a:srgbClr val="FF3300"/>
                </a:solidFill>
                <a:sym typeface="Symbol" panose="05050102010706020507" pitchFamily="18" charset="2"/>
              </a:rPr>
              <a:t>＝</a:t>
            </a:r>
            <a:endParaRPr kumimoji="0" lang="zh-CN" altLang="en-US" sz="2400" b="1" baseline="-25000">
              <a:solidFill>
                <a:srgbClr val="FF3300"/>
              </a:solidFill>
            </a:endParaRPr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FIRST</a:t>
            </a:r>
            <a:r>
              <a:rPr lang="zh-CN" altLang="en-US"/>
              <a:t>与预测分析</a:t>
            </a:r>
            <a:endParaRPr lang="zh-CN" altLang="en-US"/>
          </a:p>
        </p:txBody>
      </p:sp>
      <p:sp>
        <p:nvSpPr>
          <p:cNvPr id="108547" name="Text Box 3"/>
          <p:cNvSpPr txBox="1">
            <a:spLocks noChangeArrowheads="1"/>
          </p:cNvSpPr>
          <p:nvPr/>
        </p:nvSpPr>
        <p:spPr bwMode="auto">
          <a:xfrm>
            <a:off x="457200" y="1538288"/>
            <a:ext cx="5867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b="1"/>
              <a:t>Consider the following derivation:</a:t>
            </a:r>
            <a:endParaRPr kumimoji="0" lang="en-US" altLang="zh-CN" sz="2400" b="1"/>
          </a:p>
        </p:txBody>
      </p:sp>
      <p:sp>
        <p:nvSpPr>
          <p:cNvPr id="108548" name="Text Box 4"/>
          <p:cNvSpPr txBox="1">
            <a:spLocks noChangeArrowheads="1"/>
          </p:cNvSpPr>
          <p:nvPr/>
        </p:nvSpPr>
        <p:spPr bwMode="auto">
          <a:xfrm>
            <a:off x="533400" y="2452688"/>
            <a:ext cx="72802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b="1"/>
              <a:t>E </a:t>
            </a:r>
            <a:r>
              <a:rPr kumimoji="0" lang="en-US" altLang="zh-CN" sz="2400" b="1">
                <a:sym typeface="Symbol" panose="05050102010706020507" pitchFamily="18" charset="2"/>
              </a:rPr>
              <a:t> TE’  FT’E’  </a:t>
            </a:r>
            <a:r>
              <a:rPr kumimoji="0"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( </a:t>
            </a:r>
            <a:r>
              <a:rPr kumimoji="0" lang="en-US" altLang="zh-CN" sz="2400" b="1">
                <a:sym typeface="Symbol" panose="05050102010706020507" pitchFamily="18" charset="2"/>
              </a:rPr>
              <a:t>E</a:t>
            </a:r>
            <a:r>
              <a:rPr kumimoji="0"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 ) </a:t>
            </a:r>
            <a:r>
              <a:rPr kumimoji="0" lang="en-US" altLang="zh-CN" sz="2400" b="1">
                <a:sym typeface="Symbol" panose="05050102010706020507" pitchFamily="18" charset="2"/>
              </a:rPr>
              <a:t>T’E’  </a:t>
            </a:r>
            <a:endParaRPr kumimoji="0" lang="en-US" altLang="zh-CN" sz="2400" b="1">
              <a:sym typeface="Symbol" panose="05050102010706020507" pitchFamily="18" charset="2"/>
            </a:endParaRPr>
          </a:p>
        </p:txBody>
      </p:sp>
      <p:sp>
        <p:nvSpPr>
          <p:cNvPr id="108549" name="Text Box 5"/>
          <p:cNvSpPr txBox="1">
            <a:spLocks noChangeArrowheads="1"/>
          </p:cNvSpPr>
          <p:nvPr/>
        </p:nvSpPr>
        <p:spPr bwMode="auto">
          <a:xfrm>
            <a:off x="533400" y="3290888"/>
            <a:ext cx="7696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b="1" dirty="0">
                <a:solidFill>
                  <a:schemeClr val="accent2"/>
                </a:solidFill>
              </a:rPr>
              <a:t>(</a:t>
            </a:r>
            <a:r>
              <a:rPr kumimoji="0" lang="en-US" altLang="zh-CN" sz="2400" b="1" dirty="0"/>
              <a:t> TE’ </a:t>
            </a:r>
            <a:r>
              <a:rPr kumimoji="0" lang="en-US" altLang="zh-CN" sz="2400" b="1" dirty="0">
                <a:solidFill>
                  <a:schemeClr val="accent2"/>
                </a:solidFill>
              </a:rPr>
              <a:t>)</a:t>
            </a:r>
            <a:r>
              <a:rPr kumimoji="0" lang="en-US" altLang="zh-CN" sz="2400" b="1" dirty="0"/>
              <a:t> T’E’ </a:t>
            </a:r>
            <a:r>
              <a:rPr kumimoji="0" lang="en-US" altLang="zh-CN" sz="2400" b="1" dirty="0">
                <a:sym typeface="Symbol" panose="05050102010706020507" pitchFamily="18" charset="2"/>
              </a:rPr>
              <a:t> </a:t>
            </a:r>
            <a:r>
              <a:rPr kumimoji="0" lang="en-US" altLang="zh-CN" sz="2400" b="1" dirty="0">
                <a:solidFill>
                  <a:schemeClr val="accent2"/>
                </a:solidFill>
                <a:sym typeface="Symbol" panose="05050102010706020507" pitchFamily="18" charset="2"/>
              </a:rPr>
              <a:t>( </a:t>
            </a:r>
            <a:r>
              <a:rPr kumimoji="0" lang="en-US" altLang="zh-CN" sz="2400" b="1" dirty="0">
                <a:sym typeface="Symbol" panose="05050102010706020507" pitchFamily="18" charset="2"/>
              </a:rPr>
              <a:t>FT’E’</a:t>
            </a:r>
            <a:r>
              <a:rPr kumimoji="0" lang="en-US" altLang="zh-CN" sz="2400" b="1" dirty="0">
                <a:solidFill>
                  <a:schemeClr val="accent2"/>
                </a:solidFill>
                <a:sym typeface="Symbol" panose="05050102010706020507" pitchFamily="18" charset="2"/>
              </a:rPr>
              <a:t> ) </a:t>
            </a:r>
            <a:r>
              <a:rPr kumimoji="0" lang="en-US" altLang="zh-CN" sz="2400" b="1" dirty="0">
                <a:sym typeface="Symbol" panose="05050102010706020507" pitchFamily="18" charset="2"/>
              </a:rPr>
              <a:t>T’E’  </a:t>
            </a:r>
            <a:r>
              <a:rPr kumimoji="0" lang="en-US" altLang="zh-CN" sz="2400" b="1" dirty="0">
                <a:solidFill>
                  <a:schemeClr val="accent2"/>
                </a:solidFill>
                <a:sym typeface="Symbol" panose="05050102010706020507" pitchFamily="18" charset="2"/>
              </a:rPr>
              <a:t>( id</a:t>
            </a:r>
            <a:r>
              <a:rPr kumimoji="0" lang="en-US" altLang="zh-CN" sz="2400" b="1" dirty="0">
                <a:sym typeface="Symbol" panose="05050102010706020507" pitchFamily="18" charset="2"/>
              </a:rPr>
              <a:t> T’E’ </a:t>
            </a:r>
            <a:r>
              <a:rPr kumimoji="0" lang="en-US" altLang="zh-CN" sz="2400" b="1" dirty="0">
                <a:solidFill>
                  <a:schemeClr val="accent2"/>
                </a:solidFill>
                <a:sym typeface="Symbol" panose="05050102010706020507" pitchFamily="18" charset="2"/>
              </a:rPr>
              <a:t>)</a:t>
            </a:r>
            <a:r>
              <a:rPr kumimoji="0" lang="en-US" altLang="zh-CN" sz="2400" b="1" dirty="0">
                <a:sym typeface="Symbol" panose="05050102010706020507" pitchFamily="18" charset="2"/>
              </a:rPr>
              <a:t> T’E’  </a:t>
            </a:r>
            <a:endParaRPr kumimoji="0" lang="en-US" altLang="zh-CN" sz="2400" b="1" dirty="0">
              <a:sym typeface="Symbol" panose="05050102010706020507" pitchFamily="18" charset="2"/>
            </a:endParaRPr>
          </a:p>
        </p:txBody>
      </p:sp>
      <p:sp>
        <p:nvSpPr>
          <p:cNvPr id="108550" name="Text Box 6"/>
          <p:cNvSpPr txBox="1">
            <a:spLocks noChangeArrowheads="1"/>
          </p:cNvSpPr>
          <p:nvPr/>
        </p:nvSpPr>
        <p:spPr bwMode="auto">
          <a:xfrm>
            <a:off x="533400" y="4052888"/>
            <a:ext cx="72802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( id</a:t>
            </a:r>
            <a:r>
              <a:rPr kumimoji="0" lang="en-US" altLang="zh-CN" sz="2400" b="1">
                <a:sym typeface="Symbol" panose="05050102010706020507" pitchFamily="18" charset="2"/>
              </a:rPr>
              <a:t> E’ </a:t>
            </a:r>
            <a:r>
              <a:rPr kumimoji="0"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)</a:t>
            </a:r>
            <a:r>
              <a:rPr kumimoji="0" lang="en-US" altLang="zh-CN" sz="2400" b="1">
                <a:sym typeface="Symbol" panose="05050102010706020507" pitchFamily="18" charset="2"/>
              </a:rPr>
              <a:t> T’E’  </a:t>
            </a:r>
            <a:r>
              <a:rPr kumimoji="0"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( id )</a:t>
            </a:r>
            <a:r>
              <a:rPr kumimoji="0" lang="en-US" altLang="zh-CN" sz="2400" b="1">
                <a:sym typeface="Symbol" panose="05050102010706020507" pitchFamily="18" charset="2"/>
              </a:rPr>
              <a:t> T’E’  </a:t>
            </a:r>
            <a:r>
              <a:rPr kumimoji="0"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( id )</a:t>
            </a:r>
            <a:r>
              <a:rPr kumimoji="0" lang="en-US" altLang="zh-CN" sz="2400" b="1">
                <a:sym typeface="Symbol" panose="05050102010706020507" pitchFamily="18" charset="2"/>
              </a:rPr>
              <a:t> </a:t>
            </a:r>
            <a:r>
              <a:rPr kumimoji="0"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*</a:t>
            </a:r>
            <a:r>
              <a:rPr kumimoji="0" lang="en-US" altLang="zh-CN" sz="2400" b="1">
                <a:sym typeface="Symbol" panose="05050102010706020507" pitchFamily="18" charset="2"/>
              </a:rPr>
              <a:t> FT’E’  </a:t>
            </a:r>
            <a:endParaRPr kumimoji="0" lang="en-US" altLang="zh-CN" sz="2400" b="1">
              <a:sym typeface="Symbol" panose="05050102010706020507" pitchFamily="18" charset="2"/>
            </a:endParaRPr>
          </a:p>
        </p:txBody>
      </p:sp>
      <p:sp>
        <p:nvSpPr>
          <p:cNvPr id="108551" name="Text Box 7"/>
          <p:cNvSpPr txBox="1">
            <a:spLocks noChangeArrowheads="1"/>
          </p:cNvSpPr>
          <p:nvPr/>
        </p:nvSpPr>
        <p:spPr bwMode="auto">
          <a:xfrm>
            <a:off x="457200" y="5043488"/>
            <a:ext cx="738346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b="1">
                <a:sym typeface="Symbol" panose="05050102010706020507" pitchFamily="18" charset="2"/>
              </a:rPr>
              <a:t> </a:t>
            </a:r>
            <a:r>
              <a:rPr kumimoji="0"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( id )</a:t>
            </a:r>
            <a:r>
              <a:rPr kumimoji="0" lang="en-US" altLang="zh-CN" sz="2400" b="1">
                <a:sym typeface="Symbol" panose="05050102010706020507" pitchFamily="18" charset="2"/>
              </a:rPr>
              <a:t> </a:t>
            </a:r>
            <a:r>
              <a:rPr kumimoji="0"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*</a:t>
            </a:r>
            <a:r>
              <a:rPr kumimoji="0" lang="en-US" altLang="zh-CN" sz="2400" b="1">
                <a:sym typeface="Symbol" panose="05050102010706020507" pitchFamily="18" charset="2"/>
              </a:rPr>
              <a:t> </a:t>
            </a:r>
            <a:r>
              <a:rPr kumimoji="0"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id </a:t>
            </a:r>
            <a:r>
              <a:rPr kumimoji="0" lang="en-US" altLang="zh-CN" sz="2400" b="1">
                <a:sym typeface="Symbol" panose="05050102010706020507" pitchFamily="18" charset="2"/>
              </a:rPr>
              <a:t>T’E’  </a:t>
            </a:r>
            <a:r>
              <a:rPr kumimoji="0"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( id )</a:t>
            </a:r>
            <a:r>
              <a:rPr kumimoji="0" lang="en-US" altLang="zh-CN" sz="2400" b="1">
                <a:sym typeface="Symbol" panose="05050102010706020507" pitchFamily="18" charset="2"/>
              </a:rPr>
              <a:t> </a:t>
            </a:r>
            <a:r>
              <a:rPr kumimoji="0"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*</a:t>
            </a:r>
            <a:r>
              <a:rPr kumimoji="0" lang="en-US" altLang="zh-CN" sz="2400" b="1">
                <a:sym typeface="Symbol" panose="05050102010706020507" pitchFamily="18" charset="2"/>
              </a:rPr>
              <a:t> </a:t>
            </a:r>
            <a:r>
              <a:rPr kumimoji="0"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id </a:t>
            </a:r>
            <a:r>
              <a:rPr kumimoji="0" lang="en-US" altLang="zh-CN" sz="2400" b="1">
                <a:sym typeface="Symbol" panose="05050102010706020507" pitchFamily="18" charset="2"/>
              </a:rPr>
              <a:t>E’  </a:t>
            </a:r>
            <a:r>
              <a:rPr kumimoji="0"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( id )</a:t>
            </a:r>
            <a:r>
              <a:rPr kumimoji="0" lang="en-US" altLang="zh-CN" sz="2400" b="1">
                <a:sym typeface="Symbol" panose="05050102010706020507" pitchFamily="18" charset="2"/>
              </a:rPr>
              <a:t> </a:t>
            </a:r>
            <a:r>
              <a:rPr kumimoji="0"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*</a:t>
            </a:r>
            <a:r>
              <a:rPr kumimoji="0" lang="en-US" altLang="zh-CN" sz="2400" b="1">
                <a:sym typeface="Symbol" panose="05050102010706020507" pitchFamily="18" charset="2"/>
              </a:rPr>
              <a:t> </a:t>
            </a:r>
            <a:r>
              <a:rPr kumimoji="0"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id + </a:t>
            </a:r>
            <a:r>
              <a:rPr kumimoji="0" lang="en-US" altLang="zh-CN" sz="2400" b="1">
                <a:sym typeface="Symbol" panose="05050102010706020507" pitchFamily="18" charset="2"/>
              </a:rPr>
              <a:t>TE’  </a:t>
            </a:r>
            <a:endParaRPr kumimoji="0" lang="en-US" altLang="zh-CN" sz="2400" b="1">
              <a:sym typeface="Symbol" panose="05050102010706020507" pitchFamily="18" charset="2"/>
            </a:endParaRPr>
          </a:p>
        </p:txBody>
      </p:sp>
      <p:sp>
        <p:nvSpPr>
          <p:cNvPr id="108552" name="Text Box 8"/>
          <p:cNvSpPr txBox="1">
            <a:spLocks noChangeArrowheads="1"/>
          </p:cNvSpPr>
          <p:nvPr/>
        </p:nvSpPr>
        <p:spPr bwMode="auto">
          <a:xfrm>
            <a:off x="533400" y="5881688"/>
            <a:ext cx="842486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( id )</a:t>
            </a:r>
            <a:r>
              <a:rPr kumimoji="0" lang="en-US" altLang="zh-CN" sz="2400" b="1">
                <a:sym typeface="Symbol" panose="05050102010706020507" pitchFamily="18" charset="2"/>
              </a:rPr>
              <a:t> </a:t>
            </a:r>
            <a:r>
              <a:rPr kumimoji="0"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*</a:t>
            </a:r>
            <a:r>
              <a:rPr kumimoji="0" lang="en-US" altLang="zh-CN" sz="2400" b="1">
                <a:sym typeface="Symbol" panose="05050102010706020507" pitchFamily="18" charset="2"/>
              </a:rPr>
              <a:t> </a:t>
            </a:r>
            <a:r>
              <a:rPr kumimoji="0"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id + </a:t>
            </a:r>
            <a:r>
              <a:rPr kumimoji="0" lang="en-US" altLang="zh-CN" sz="2400" b="1">
                <a:sym typeface="Symbol" panose="05050102010706020507" pitchFamily="18" charset="2"/>
              </a:rPr>
              <a:t>FT’E’  </a:t>
            </a:r>
            <a:r>
              <a:rPr kumimoji="0"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( id )</a:t>
            </a:r>
            <a:r>
              <a:rPr kumimoji="0" lang="en-US" altLang="zh-CN" sz="2400" b="1">
                <a:sym typeface="Symbol" panose="05050102010706020507" pitchFamily="18" charset="2"/>
              </a:rPr>
              <a:t> </a:t>
            </a:r>
            <a:r>
              <a:rPr kumimoji="0"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*</a:t>
            </a:r>
            <a:r>
              <a:rPr kumimoji="0" lang="en-US" altLang="zh-CN" sz="2400" b="1">
                <a:sym typeface="Symbol" panose="05050102010706020507" pitchFamily="18" charset="2"/>
              </a:rPr>
              <a:t> </a:t>
            </a:r>
            <a:r>
              <a:rPr kumimoji="0"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id +id  </a:t>
            </a:r>
            <a:r>
              <a:rPr kumimoji="0" lang="en-US" altLang="zh-CN" sz="2400" b="1">
                <a:sym typeface="Symbol" panose="05050102010706020507" pitchFamily="18" charset="2"/>
              </a:rPr>
              <a:t>T’E’  </a:t>
            </a:r>
            <a:r>
              <a:rPr kumimoji="0"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( id ) * id + id$</a:t>
            </a:r>
            <a:endParaRPr kumimoji="0" lang="en-US" altLang="zh-CN" sz="2400" b="1">
              <a:sym typeface="Symbol" panose="05050102010706020507" pitchFamily="18" charset="2"/>
            </a:endParaRPr>
          </a:p>
        </p:txBody>
      </p:sp>
      <p:sp>
        <p:nvSpPr>
          <p:cNvPr id="108553" name="Text Box 9"/>
          <p:cNvSpPr txBox="1">
            <a:spLocks noChangeArrowheads="1"/>
          </p:cNvSpPr>
          <p:nvPr/>
        </p:nvSpPr>
        <p:spPr bwMode="auto">
          <a:xfrm>
            <a:off x="5824538" y="5805488"/>
            <a:ext cx="72866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b="1"/>
              <a:t>*</a:t>
            </a:r>
            <a:endParaRPr kumimoji="0" lang="en-US" altLang="zh-CN" sz="2400" b="1"/>
          </a:p>
        </p:txBody>
      </p:sp>
      <p:sp>
        <p:nvSpPr>
          <p:cNvPr id="108554" name="Text Box 10"/>
          <p:cNvSpPr txBox="1">
            <a:spLocks noChangeArrowheads="1"/>
          </p:cNvSpPr>
          <p:nvPr/>
        </p:nvSpPr>
        <p:spPr bwMode="auto">
          <a:xfrm>
            <a:off x="533400" y="1919288"/>
            <a:ext cx="5181600" cy="3476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7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b="1">
                <a:solidFill>
                  <a:srgbClr val="FF3300"/>
                </a:solidFill>
              </a:rPr>
              <a:t>What’s First for each non-terminal ?</a:t>
            </a:r>
            <a:endParaRPr kumimoji="0" lang="en-US" altLang="zh-CN" sz="2400" b="1">
              <a:solidFill>
                <a:srgbClr val="FF6699"/>
              </a:solidFill>
            </a:endParaRPr>
          </a:p>
        </p:txBody>
      </p:sp>
      <p:sp>
        <p:nvSpPr>
          <p:cNvPr id="108555" name="Text Box 11"/>
          <p:cNvSpPr txBox="1">
            <a:spLocks noChangeArrowheads="1"/>
          </p:cNvSpPr>
          <p:nvPr/>
        </p:nvSpPr>
        <p:spPr bwMode="auto">
          <a:xfrm>
            <a:off x="4695825" y="6030913"/>
            <a:ext cx="415925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zh-CN" altLang="en-US" sz="2400" b="1" baseline="-25000">
                <a:solidFill>
                  <a:srgbClr val="FF3300"/>
                </a:solidFill>
                <a:sym typeface="Symbol" panose="05050102010706020507" pitchFamily="18" charset="2"/>
              </a:rPr>
              <a:t>＝</a:t>
            </a:r>
            <a:endParaRPr kumimoji="0" lang="zh-CN" altLang="en-US" sz="2400" b="1" baseline="-25000">
              <a:solidFill>
                <a:srgbClr val="FF3300"/>
              </a:solidFill>
            </a:endParaRPr>
          </a:p>
        </p:txBody>
      </p:sp>
      <p:sp>
        <p:nvSpPr>
          <p:cNvPr id="108556" name="Freeform 12"/>
          <p:cNvSpPr/>
          <p:nvPr/>
        </p:nvSpPr>
        <p:spPr bwMode="auto">
          <a:xfrm>
            <a:off x="2271713" y="2828925"/>
            <a:ext cx="1228725" cy="300038"/>
          </a:xfrm>
          <a:custGeom>
            <a:avLst/>
            <a:gdLst>
              <a:gd name="T0" fmla="*/ 0 w 774"/>
              <a:gd name="T1" fmla="*/ 0 h 189"/>
              <a:gd name="T2" fmla="*/ 2147483646 w 774"/>
              <a:gd name="T3" fmla="*/ 2147483646 h 189"/>
              <a:gd name="T4" fmla="*/ 2147483646 w 774"/>
              <a:gd name="T5" fmla="*/ 2147483646 h 189"/>
              <a:gd name="T6" fmla="*/ 2147483646 w 774"/>
              <a:gd name="T7" fmla="*/ 2147483646 h 189"/>
              <a:gd name="T8" fmla="*/ 2147483646 w 774"/>
              <a:gd name="T9" fmla="*/ 2147483646 h 189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774"/>
              <a:gd name="T16" fmla="*/ 0 h 189"/>
              <a:gd name="T17" fmla="*/ 774 w 774"/>
              <a:gd name="T18" fmla="*/ 189 h 189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774" h="189">
                <a:moveTo>
                  <a:pt x="0" y="0"/>
                </a:moveTo>
                <a:cubicBezTo>
                  <a:pt x="26" y="20"/>
                  <a:pt x="85" y="88"/>
                  <a:pt x="157" y="115"/>
                </a:cubicBezTo>
                <a:cubicBezTo>
                  <a:pt x="229" y="142"/>
                  <a:pt x="350" y="153"/>
                  <a:pt x="432" y="162"/>
                </a:cubicBezTo>
                <a:cubicBezTo>
                  <a:pt x="514" y="171"/>
                  <a:pt x="591" y="189"/>
                  <a:pt x="648" y="171"/>
                </a:cubicBezTo>
                <a:cubicBezTo>
                  <a:pt x="705" y="153"/>
                  <a:pt x="748" y="78"/>
                  <a:pt x="774" y="54"/>
                </a:cubicBezTo>
              </a:path>
            </a:pathLst>
          </a:custGeom>
          <a:noFill/>
          <a:ln w="25400" cap="flat" cmpd="sng">
            <a:solidFill>
              <a:srgbClr val="FF0000"/>
            </a:solidFill>
            <a:prstDash val="solid"/>
            <a:round/>
            <a:headEnd type="none" w="sm" len="sm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8557" name="Freeform 14"/>
          <p:cNvSpPr/>
          <p:nvPr/>
        </p:nvSpPr>
        <p:spPr bwMode="auto">
          <a:xfrm>
            <a:off x="2209800" y="6265863"/>
            <a:ext cx="2647950" cy="312737"/>
          </a:xfrm>
          <a:custGeom>
            <a:avLst/>
            <a:gdLst>
              <a:gd name="T0" fmla="*/ 0 w 1668"/>
              <a:gd name="T1" fmla="*/ 0 h 197"/>
              <a:gd name="T2" fmla="*/ 2147483646 w 1668"/>
              <a:gd name="T3" fmla="*/ 2147483646 h 197"/>
              <a:gd name="T4" fmla="*/ 2147483646 w 1668"/>
              <a:gd name="T5" fmla="*/ 2147483646 h 197"/>
              <a:gd name="T6" fmla="*/ 2147483646 w 1668"/>
              <a:gd name="T7" fmla="*/ 2147483646 h 197"/>
              <a:gd name="T8" fmla="*/ 2147483646 w 1668"/>
              <a:gd name="T9" fmla="*/ 2147483646 h 197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668"/>
              <a:gd name="T16" fmla="*/ 0 h 197"/>
              <a:gd name="T17" fmla="*/ 1668 w 1668"/>
              <a:gd name="T18" fmla="*/ 197 h 197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668" h="197">
                <a:moveTo>
                  <a:pt x="0" y="0"/>
                </a:moveTo>
                <a:cubicBezTo>
                  <a:pt x="67" y="57"/>
                  <a:pt x="161" y="113"/>
                  <a:pt x="307" y="144"/>
                </a:cubicBezTo>
                <a:cubicBezTo>
                  <a:pt x="453" y="175"/>
                  <a:pt x="673" y="179"/>
                  <a:pt x="876" y="184"/>
                </a:cubicBezTo>
                <a:cubicBezTo>
                  <a:pt x="1079" y="189"/>
                  <a:pt x="1392" y="197"/>
                  <a:pt x="1524" y="175"/>
                </a:cubicBezTo>
                <a:cubicBezTo>
                  <a:pt x="1656" y="153"/>
                  <a:pt x="1638" y="75"/>
                  <a:pt x="1668" y="49"/>
                </a:cubicBezTo>
              </a:path>
            </a:pathLst>
          </a:custGeom>
          <a:noFill/>
          <a:ln w="25400" cap="flat" cmpd="sng">
            <a:solidFill>
              <a:srgbClr val="FF0000"/>
            </a:solidFill>
            <a:prstDash val="solid"/>
            <a:round/>
            <a:headEnd type="none" w="sm" len="sm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8558" name="Text Box 15"/>
          <p:cNvSpPr txBox="1">
            <a:spLocks noChangeArrowheads="1"/>
          </p:cNvSpPr>
          <p:nvPr/>
        </p:nvSpPr>
        <p:spPr bwMode="auto">
          <a:xfrm>
            <a:off x="3352800" y="2633663"/>
            <a:ext cx="415925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zh-CN" altLang="en-US" sz="2400" b="1" baseline="-25000">
                <a:solidFill>
                  <a:srgbClr val="FF3300"/>
                </a:solidFill>
                <a:sym typeface="Symbol" panose="05050102010706020507" pitchFamily="18" charset="2"/>
              </a:rPr>
              <a:t>＝</a:t>
            </a:r>
            <a:endParaRPr kumimoji="0" lang="zh-CN" altLang="en-US" sz="2400" b="1" baseline="-25000">
              <a:solidFill>
                <a:srgbClr val="FF3300"/>
              </a:solidFill>
            </a:endParaRPr>
          </a:p>
        </p:txBody>
      </p:sp>
      <p:sp>
        <p:nvSpPr>
          <p:cNvPr id="108559" name="Freeform 16"/>
          <p:cNvSpPr/>
          <p:nvPr/>
        </p:nvSpPr>
        <p:spPr bwMode="auto">
          <a:xfrm>
            <a:off x="2895600" y="3657600"/>
            <a:ext cx="2286000" cy="228600"/>
          </a:xfrm>
          <a:custGeom>
            <a:avLst/>
            <a:gdLst>
              <a:gd name="T0" fmla="*/ 0 w 777"/>
              <a:gd name="T1" fmla="*/ 0 h 232"/>
              <a:gd name="T2" fmla="*/ 2147483646 w 777"/>
              <a:gd name="T3" fmla="*/ 2147483646 h 232"/>
              <a:gd name="T4" fmla="*/ 2147483646 w 777"/>
              <a:gd name="T5" fmla="*/ 2147483646 h 232"/>
              <a:gd name="T6" fmla="*/ 2147483646 w 777"/>
              <a:gd name="T7" fmla="*/ 2147483646 h 232"/>
              <a:gd name="T8" fmla="*/ 2147483646 w 777"/>
              <a:gd name="T9" fmla="*/ 2147483646 h 23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777"/>
              <a:gd name="T16" fmla="*/ 0 h 232"/>
              <a:gd name="T17" fmla="*/ 777 w 777"/>
              <a:gd name="T18" fmla="*/ 232 h 232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777" h="232">
                <a:moveTo>
                  <a:pt x="0" y="0"/>
                </a:moveTo>
                <a:cubicBezTo>
                  <a:pt x="26" y="34"/>
                  <a:pt x="76" y="156"/>
                  <a:pt x="157" y="194"/>
                </a:cubicBezTo>
                <a:cubicBezTo>
                  <a:pt x="238" y="232"/>
                  <a:pt x="398" y="230"/>
                  <a:pt x="489" y="229"/>
                </a:cubicBezTo>
                <a:cubicBezTo>
                  <a:pt x="581" y="228"/>
                  <a:pt x="659" y="221"/>
                  <a:pt x="707" y="189"/>
                </a:cubicBezTo>
                <a:cubicBezTo>
                  <a:pt x="755" y="158"/>
                  <a:pt x="762" y="73"/>
                  <a:pt x="777" y="42"/>
                </a:cubicBezTo>
              </a:path>
            </a:pathLst>
          </a:custGeom>
          <a:noFill/>
          <a:ln w="25400" cap="flat" cmpd="sng">
            <a:solidFill>
              <a:srgbClr val="FF0000"/>
            </a:solidFill>
            <a:prstDash val="solid"/>
            <a:round/>
            <a:headEnd type="none" w="sm" len="sm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8560" name="Text Box 17"/>
          <p:cNvSpPr txBox="1">
            <a:spLocks noChangeArrowheads="1"/>
          </p:cNvSpPr>
          <p:nvPr/>
        </p:nvSpPr>
        <p:spPr bwMode="auto">
          <a:xfrm>
            <a:off x="4949031" y="3454400"/>
            <a:ext cx="415925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zh-CN" altLang="en-US" sz="2400" b="1" baseline="-25000" dirty="0">
                <a:solidFill>
                  <a:srgbClr val="FF3300"/>
                </a:solidFill>
                <a:sym typeface="Symbol" panose="05050102010706020507" pitchFamily="18" charset="2"/>
              </a:rPr>
              <a:t>＝</a:t>
            </a:r>
            <a:endParaRPr kumimoji="0" lang="zh-CN" altLang="en-US" sz="2400" b="1" baseline="-25000" dirty="0">
              <a:solidFill>
                <a:srgbClr val="FF3300"/>
              </a:solidFill>
            </a:endParaRPr>
          </a:p>
        </p:txBody>
      </p:sp>
      <p:sp>
        <p:nvSpPr>
          <p:cNvPr id="108561" name="Freeform 18"/>
          <p:cNvSpPr/>
          <p:nvPr/>
        </p:nvSpPr>
        <p:spPr bwMode="auto">
          <a:xfrm>
            <a:off x="1676400" y="4419600"/>
            <a:ext cx="3810000" cy="685800"/>
          </a:xfrm>
          <a:custGeom>
            <a:avLst/>
            <a:gdLst>
              <a:gd name="T0" fmla="*/ 2147483646 w 2400"/>
              <a:gd name="T1" fmla="*/ 0 h 432"/>
              <a:gd name="T2" fmla="*/ 2147483646 w 2400"/>
              <a:gd name="T3" fmla="*/ 2147483646 h 432"/>
              <a:gd name="T4" fmla="*/ 2147483646 w 2400"/>
              <a:gd name="T5" fmla="*/ 2147483646 h 432"/>
              <a:gd name="T6" fmla="*/ 2147483646 w 2400"/>
              <a:gd name="T7" fmla="*/ 2147483646 h 432"/>
              <a:gd name="T8" fmla="*/ 0 w 2400"/>
              <a:gd name="T9" fmla="*/ 2147483646 h 43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400"/>
              <a:gd name="T16" fmla="*/ 0 h 432"/>
              <a:gd name="T17" fmla="*/ 2400 w 2400"/>
              <a:gd name="T18" fmla="*/ 432 h 432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400" h="432">
                <a:moveTo>
                  <a:pt x="2400" y="0"/>
                </a:moveTo>
                <a:cubicBezTo>
                  <a:pt x="2308" y="54"/>
                  <a:pt x="2133" y="283"/>
                  <a:pt x="1847" y="324"/>
                </a:cubicBezTo>
                <a:cubicBezTo>
                  <a:pt x="1561" y="365"/>
                  <a:pt x="955" y="251"/>
                  <a:pt x="681" y="249"/>
                </a:cubicBezTo>
                <a:cubicBezTo>
                  <a:pt x="407" y="247"/>
                  <a:pt x="318" y="281"/>
                  <a:pt x="204" y="312"/>
                </a:cubicBezTo>
                <a:cubicBezTo>
                  <a:pt x="90" y="343"/>
                  <a:pt x="43" y="407"/>
                  <a:pt x="0" y="432"/>
                </a:cubicBezTo>
              </a:path>
            </a:pathLst>
          </a:custGeom>
          <a:noFill/>
          <a:ln w="25400" cap="flat" cmpd="sng">
            <a:solidFill>
              <a:srgbClr val="FF0000"/>
            </a:solidFill>
            <a:prstDash val="solid"/>
            <a:round/>
            <a:headEnd type="none" w="sm" len="sm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8562" name="Text Box 19"/>
          <p:cNvSpPr txBox="1">
            <a:spLocks noChangeArrowheads="1"/>
          </p:cNvSpPr>
          <p:nvPr/>
        </p:nvSpPr>
        <p:spPr bwMode="auto">
          <a:xfrm>
            <a:off x="1447800" y="5191125"/>
            <a:ext cx="415925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zh-CN" altLang="en-US" sz="2400" b="1" baseline="-25000">
                <a:solidFill>
                  <a:srgbClr val="FF3300"/>
                </a:solidFill>
                <a:sym typeface="Symbol" panose="05050102010706020507" pitchFamily="18" charset="2"/>
              </a:rPr>
              <a:t>＝</a:t>
            </a:r>
            <a:endParaRPr kumimoji="0" lang="zh-CN" altLang="en-US" sz="2400" b="1" baseline="-25000">
              <a:solidFill>
                <a:srgbClr val="FF3300"/>
              </a:solidFill>
            </a:endParaRPr>
          </a:p>
        </p:txBody>
      </p:sp>
      <p:sp>
        <p:nvSpPr>
          <p:cNvPr id="108564" name="Freeform 26"/>
          <p:cNvSpPr/>
          <p:nvPr/>
        </p:nvSpPr>
        <p:spPr bwMode="auto">
          <a:xfrm>
            <a:off x="763588" y="2755900"/>
            <a:ext cx="2889250" cy="560388"/>
          </a:xfrm>
          <a:custGeom>
            <a:avLst/>
            <a:gdLst>
              <a:gd name="T0" fmla="*/ 0 w 1820"/>
              <a:gd name="T1" fmla="*/ 0 h 353"/>
              <a:gd name="T2" fmla="*/ 2147483646 w 1820"/>
              <a:gd name="T3" fmla="*/ 2147483646 h 353"/>
              <a:gd name="T4" fmla="*/ 2147483646 w 1820"/>
              <a:gd name="T5" fmla="*/ 2147483646 h 353"/>
              <a:gd name="T6" fmla="*/ 2147483646 w 1820"/>
              <a:gd name="T7" fmla="*/ 2147483646 h 353"/>
              <a:gd name="T8" fmla="*/ 2147483646 w 1820"/>
              <a:gd name="T9" fmla="*/ 2147483646 h 353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820"/>
              <a:gd name="T16" fmla="*/ 0 h 353"/>
              <a:gd name="T17" fmla="*/ 1820 w 1820"/>
              <a:gd name="T18" fmla="*/ 353 h 353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820" h="353">
                <a:moveTo>
                  <a:pt x="0" y="0"/>
                </a:moveTo>
                <a:cubicBezTo>
                  <a:pt x="71" y="94"/>
                  <a:pt x="141" y="183"/>
                  <a:pt x="328" y="239"/>
                </a:cubicBezTo>
                <a:cubicBezTo>
                  <a:pt x="515" y="295"/>
                  <a:pt x="891" y="321"/>
                  <a:pt x="1121" y="334"/>
                </a:cubicBezTo>
                <a:cubicBezTo>
                  <a:pt x="1351" y="347"/>
                  <a:pt x="1592" y="353"/>
                  <a:pt x="1706" y="316"/>
                </a:cubicBezTo>
                <a:cubicBezTo>
                  <a:pt x="1820" y="279"/>
                  <a:pt x="1785" y="152"/>
                  <a:pt x="1805" y="109"/>
                </a:cubicBezTo>
              </a:path>
            </a:pathLst>
          </a:custGeom>
          <a:noFill/>
          <a:ln w="25400" cap="flat" cmpd="sng">
            <a:solidFill>
              <a:srgbClr val="FF0000"/>
            </a:solidFill>
            <a:prstDash val="solid"/>
            <a:round/>
            <a:headEnd type="none" w="sm" len="sm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8565" name="Freeform 28"/>
          <p:cNvSpPr/>
          <p:nvPr/>
        </p:nvSpPr>
        <p:spPr bwMode="auto">
          <a:xfrm>
            <a:off x="1371600" y="2819400"/>
            <a:ext cx="2171700" cy="387350"/>
          </a:xfrm>
          <a:custGeom>
            <a:avLst/>
            <a:gdLst>
              <a:gd name="T0" fmla="*/ 0 w 1368"/>
              <a:gd name="T1" fmla="*/ 0 h 244"/>
              <a:gd name="T2" fmla="*/ 2147483646 w 1368"/>
              <a:gd name="T3" fmla="*/ 2147483646 h 244"/>
              <a:gd name="T4" fmla="*/ 2147483646 w 1368"/>
              <a:gd name="T5" fmla="*/ 2147483646 h 244"/>
              <a:gd name="T6" fmla="*/ 2147483646 w 1368"/>
              <a:gd name="T7" fmla="*/ 2147483646 h 244"/>
              <a:gd name="T8" fmla="*/ 2147483646 w 1368"/>
              <a:gd name="T9" fmla="*/ 2147483646 h 244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368"/>
              <a:gd name="T16" fmla="*/ 0 h 244"/>
              <a:gd name="T17" fmla="*/ 1368 w 1368"/>
              <a:gd name="T18" fmla="*/ 244 h 244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368" h="244">
                <a:moveTo>
                  <a:pt x="0" y="0"/>
                </a:moveTo>
                <a:cubicBezTo>
                  <a:pt x="56" y="69"/>
                  <a:pt x="111" y="138"/>
                  <a:pt x="257" y="175"/>
                </a:cubicBezTo>
                <a:cubicBezTo>
                  <a:pt x="402" y="211"/>
                  <a:pt x="702" y="211"/>
                  <a:pt x="873" y="218"/>
                </a:cubicBezTo>
                <a:cubicBezTo>
                  <a:pt x="1044" y="225"/>
                  <a:pt x="1201" y="244"/>
                  <a:pt x="1283" y="218"/>
                </a:cubicBezTo>
                <a:cubicBezTo>
                  <a:pt x="1365" y="192"/>
                  <a:pt x="1350" y="93"/>
                  <a:pt x="1368" y="60"/>
                </a:cubicBezTo>
              </a:path>
            </a:pathLst>
          </a:custGeom>
          <a:noFill/>
          <a:ln w="25400" cap="flat" cmpd="sng">
            <a:solidFill>
              <a:srgbClr val="FF0000"/>
            </a:solidFill>
            <a:prstDash val="solid"/>
            <a:round/>
            <a:headEnd type="none" w="sm" len="sm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8566" name="Freeform 29"/>
          <p:cNvSpPr/>
          <p:nvPr/>
        </p:nvSpPr>
        <p:spPr bwMode="auto">
          <a:xfrm>
            <a:off x="923925" y="3657600"/>
            <a:ext cx="4319588" cy="471488"/>
          </a:xfrm>
          <a:custGeom>
            <a:avLst/>
            <a:gdLst>
              <a:gd name="T0" fmla="*/ 0 w 2721"/>
              <a:gd name="T1" fmla="*/ 0 h 297"/>
              <a:gd name="T2" fmla="*/ 2147483646 w 2721"/>
              <a:gd name="T3" fmla="*/ 2147483646 h 297"/>
              <a:gd name="T4" fmla="*/ 2147483646 w 2721"/>
              <a:gd name="T5" fmla="*/ 2147483646 h 297"/>
              <a:gd name="T6" fmla="*/ 2147483646 w 2721"/>
              <a:gd name="T7" fmla="*/ 2147483646 h 297"/>
              <a:gd name="T8" fmla="*/ 2147483646 w 2721"/>
              <a:gd name="T9" fmla="*/ 2147483646 h 297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721"/>
              <a:gd name="T16" fmla="*/ 0 h 297"/>
              <a:gd name="T17" fmla="*/ 2721 w 2721"/>
              <a:gd name="T18" fmla="*/ 297 h 297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721" h="297">
                <a:moveTo>
                  <a:pt x="0" y="0"/>
                </a:moveTo>
                <a:cubicBezTo>
                  <a:pt x="108" y="83"/>
                  <a:pt x="215" y="166"/>
                  <a:pt x="497" y="209"/>
                </a:cubicBezTo>
                <a:cubicBezTo>
                  <a:pt x="778" y="253"/>
                  <a:pt x="1358" y="253"/>
                  <a:pt x="1689" y="262"/>
                </a:cubicBezTo>
                <a:cubicBezTo>
                  <a:pt x="2020" y="271"/>
                  <a:pt x="2311" y="297"/>
                  <a:pt x="2483" y="262"/>
                </a:cubicBezTo>
                <a:cubicBezTo>
                  <a:pt x="2655" y="227"/>
                  <a:pt x="2672" y="97"/>
                  <a:pt x="2721" y="54"/>
                </a:cubicBezTo>
              </a:path>
            </a:pathLst>
          </a:custGeom>
          <a:noFill/>
          <a:ln w="25400" cap="flat" cmpd="sng">
            <a:solidFill>
              <a:srgbClr val="FF0000"/>
            </a:solidFill>
            <a:prstDash val="solid"/>
            <a:round/>
            <a:headEnd type="none" w="sm" len="sm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8567" name="Freeform 30"/>
          <p:cNvSpPr/>
          <p:nvPr/>
        </p:nvSpPr>
        <p:spPr bwMode="auto">
          <a:xfrm>
            <a:off x="4876800" y="5400675"/>
            <a:ext cx="1624013" cy="619125"/>
          </a:xfrm>
          <a:custGeom>
            <a:avLst/>
            <a:gdLst>
              <a:gd name="T0" fmla="*/ 2147483646 w 1023"/>
              <a:gd name="T1" fmla="*/ 0 h 390"/>
              <a:gd name="T2" fmla="*/ 2147483646 w 1023"/>
              <a:gd name="T3" fmla="*/ 2147483646 h 390"/>
              <a:gd name="T4" fmla="*/ 2147483646 w 1023"/>
              <a:gd name="T5" fmla="*/ 2147483646 h 390"/>
              <a:gd name="T6" fmla="*/ 2147483646 w 1023"/>
              <a:gd name="T7" fmla="*/ 2147483646 h 390"/>
              <a:gd name="T8" fmla="*/ 0 w 1023"/>
              <a:gd name="T9" fmla="*/ 2147483646 h 39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023"/>
              <a:gd name="T16" fmla="*/ 0 h 390"/>
              <a:gd name="T17" fmla="*/ 1023 w 1023"/>
              <a:gd name="T18" fmla="*/ 390 h 390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023" h="390">
                <a:moveTo>
                  <a:pt x="1023" y="0"/>
                </a:moveTo>
                <a:cubicBezTo>
                  <a:pt x="985" y="42"/>
                  <a:pt x="915" y="206"/>
                  <a:pt x="798" y="252"/>
                </a:cubicBezTo>
                <a:cubicBezTo>
                  <a:pt x="681" y="298"/>
                  <a:pt x="436" y="275"/>
                  <a:pt x="321" y="279"/>
                </a:cubicBezTo>
                <a:cubicBezTo>
                  <a:pt x="206" y="283"/>
                  <a:pt x="158" y="261"/>
                  <a:pt x="105" y="279"/>
                </a:cubicBezTo>
                <a:cubicBezTo>
                  <a:pt x="52" y="297"/>
                  <a:pt x="22" y="367"/>
                  <a:pt x="0" y="390"/>
                </a:cubicBezTo>
              </a:path>
            </a:pathLst>
          </a:custGeom>
          <a:noFill/>
          <a:ln w="25400" cap="flat" cmpd="sng">
            <a:solidFill>
              <a:srgbClr val="FF0000"/>
            </a:solidFill>
            <a:prstDash val="solid"/>
            <a:round/>
            <a:headEnd type="none" w="sm" len="sm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8568" name="Freeform 40"/>
          <p:cNvSpPr/>
          <p:nvPr/>
        </p:nvSpPr>
        <p:spPr bwMode="auto">
          <a:xfrm>
            <a:off x="1981200" y="5334000"/>
            <a:ext cx="2133600" cy="422275"/>
          </a:xfrm>
          <a:custGeom>
            <a:avLst/>
            <a:gdLst>
              <a:gd name="T0" fmla="*/ 0 w 2142"/>
              <a:gd name="T1" fmla="*/ 2147483646 h 218"/>
              <a:gd name="T2" fmla="*/ 2147483646 w 2142"/>
              <a:gd name="T3" fmla="*/ 2147483646 h 218"/>
              <a:gd name="T4" fmla="*/ 2147483646 w 2142"/>
              <a:gd name="T5" fmla="*/ 2147483646 h 218"/>
              <a:gd name="T6" fmla="*/ 2147483646 w 2142"/>
              <a:gd name="T7" fmla="*/ 2147483646 h 218"/>
              <a:gd name="T8" fmla="*/ 2147483646 w 2142"/>
              <a:gd name="T9" fmla="*/ 0 h 218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142"/>
              <a:gd name="T16" fmla="*/ 0 h 218"/>
              <a:gd name="T17" fmla="*/ 2142 w 2142"/>
              <a:gd name="T18" fmla="*/ 218 h 218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142" h="218">
                <a:moveTo>
                  <a:pt x="0" y="12"/>
                </a:moveTo>
                <a:cubicBezTo>
                  <a:pt x="85" y="77"/>
                  <a:pt x="169" y="142"/>
                  <a:pt x="391" y="176"/>
                </a:cubicBezTo>
                <a:cubicBezTo>
                  <a:pt x="613" y="210"/>
                  <a:pt x="1071" y="218"/>
                  <a:pt x="1330" y="217"/>
                </a:cubicBezTo>
                <a:cubicBezTo>
                  <a:pt x="1589" y="216"/>
                  <a:pt x="1809" y="207"/>
                  <a:pt x="1944" y="171"/>
                </a:cubicBezTo>
                <a:cubicBezTo>
                  <a:pt x="2079" y="135"/>
                  <a:pt x="2101" y="36"/>
                  <a:pt x="2142" y="0"/>
                </a:cubicBezTo>
              </a:path>
            </a:pathLst>
          </a:custGeom>
          <a:noFill/>
          <a:ln w="25400" cap="flat" cmpd="sng">
            <a:solidFill>
              <a:srgbClr val="FF0000"/>
            </a:solidFill>
            <a:prstDash val="solid"/>
            <a:round/>
            <a:headEnd type="none" w="sm" len="sm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8569" name="Freeform 42"/>
          <p:cNvSpPr/>
          <p:nvPr/>
        </p:nvSpPr>
        <p:spPr bwMode="auto">
          <a:xfrm>
            <a:off x="3733800" y="2819400"/>
            <a:ext cx="1447800" cy="609600"/>
          </a:xfrm>
          <a:custGeom>
            <a:avLst/>
            <a:gdLst>
              <a:gd name="T0" fmla="*/ 0 w 672"/>
              <a:gd name="T1" fmla="*/ 0 h 336"/>
              <a:gd name="T2" fmla="*/ 2147483646 w 672"/>
              <a:gd name="T3" fmla="*/ 2147483646 h 336"/>
              <a:gd name="T4" fmla="*/ 2147483646 w 672"/>
              <a:gd name="T5" fmla="*/ 2147483646 h 336"/>
              <a:gd name="T6" fmla="*/ 2147483646 w 672"/>
              <a:gd name="T7" fmla="*/ 2147483646 h 336"/>
              <a:gd name="T8" fmla="*/ 0 60000 65536"/>
              <a:gd name="T9" fmla="*/ 0 60000 65536"/>
              <a:gd name="T10" fmla="*/ 0 60000 65536"/>
              <a:gd name="T11" fmla="*/ 0 60000 65536"/>
              <a:gd name="T12" fmla="*/ 0 w 672"/>
              <a:gd name="T13" fmla="*/ 0 h 336"/>
              <a:gd name="T14" fmla="*/ 672 w 672"/>
              <a:gd name="T15" fmla="*/ 336 h 3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672" h="336">
                <a:moveTo>
                  <a:pt x="0" y="0"/>
                </a:moveTo>
                <a:cubicBezTo>
                  <a:pt x="24" y="60"/>
                  <a:pt x="48" y="120"/>
                  <a:pt x="144" y="144"/>
                </a:cubicBezTo>
                <a:cubicBezTo>
                  <a:pt x="240" y="168"/>
                  <a:pt x="488" y="112"/>
                  <a:pt x="576" y="144"/>
                </a:cubicBezTo>
                <a:cubicBezTo>
                  <a:pt x="664" y="176"/>
                  <a:pt x="668" y="256"/>
                  <a:pt x="672" y="336"/>
                </a:cubicBezTo>
              </a:path>
            </a:pathLst>
          </a:custGeom>
          <a:noFill/>
          <a:ln w="25400" cap="flat" cmpd="sng">
            <a:solidFill>
              <a:srgbClr val="FF0000"/>
            </a:solidFill>
            <a:prstDash val="solid"/>
            <a:round/>
            <a:headEnd type="none" w="sm" len="sm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8570" name="Freeform 43"/>
          <p:cNvSpPr/>
          <p:nvPr/>
        </p:nvSpPr>
        <p:spPr bwMode="auto">
          <a:xfrm>
            <a:off x="4271963" y="5429250"/>
            <a:ext cx="1971675" cy="247650"/>
          </a:xfrm>
          <a:custGeom>
            <a:avLst/>
            <a:gdLst>
              <a:gd name="T0" fmla="*/ 0 w 1242"/>
              <a:gd name="T1" fmla="*/ 0 h 156"/>
              <a:gd name="T2" fmla="*/ 2147483646 w 1242"/>
              <a:gd name="T3" fmla="*/ 2147483646 h 156"/>
              <a:gd name="T4" fmla="*/ 2147483646 w 1242"/>
              <a:gd name="T5" fmla="*/ 2147483646 h 156"/>
              <a:gd name="T6" fmla="*/ 2147483646 w 1242"/>
              <a:gd name="T7" fmla="*/ 2147483646 h 156"/>
              <a:gd name="T8" fmla="*/ 2147483646 w 1242"/>
              <a:gd name="T9" fmla="*/ 2147483646 h 15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242"/>
              <a:gd name="T16" fmla="*/ 0 h 156"/>
              <a:gd name="T17" fmla="*/ 1242 w 1242"/>
              <a:gd name="T18" fmla="*/ 156 h 15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242" h="156">
                <a:moveTo>
                  <a:pt x="0" y="0"/>
                </a:moveTo>
                <a:cubicBezTo>
                  <a:pt x="42" y="22"/>
                  <a:pt x="123" y="102"/>
                  <a:pt x="252" y="126"/>
                </a:cubicBezTo>
                <a:cubicBezTo>
                  <a:pt x="381" y="150"/>
                  <a:pt x="627" y="142"/>
                  <a:pt x="774" y="144"/>
                </a:cubicBezTo>
                <a:cubicBezTo>
                  <a:pt x="921" y="146"/>
                  <a:pt x="1056" y="156"/>
                  <a:pt x="1134" y="135"/>
                </a:cubicBezTo>
                <a:cubicBezTo>
                  <a:pt x="1212" y="114"/>
                  <a:pt x="1219" y="43"/>
                  <a:pt x="1242" y="18"/>
                </a:cubicBezTo>
              </a:path>
            </a:pathLst>
          </a:custGeom>
          <a:noFill/>
          <a:ln w="25400" cap="flat" cmpd="sng">
            <a:solidFill>
              <a:srgbClr val="FF0000"/>
            </a:solidFill>
            <a:prstDash val="solid"/>
            <a:round/>
            <a:headEnd type="none" w="sm" len="sm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8571" name="Freeform 44"/>
          <p:cNvSpPr/>
          <p:nvPr/>
        </p:nvSpPr>
        <p:spPr bwMode="auto">
          <a:xfrm>
            <a:off x="5562600" y="6248400"/>
            <a:ext cx="2438400" cy="374650"/>
          </a:xfrm>
          <a:custGeom>
            <a:avLst/>
            <a:gdLst>
              <a:gd name="T0" fmla="*/ 0 w 2142"/>
              <a:gd name="T1" fmla="*/ 2147483646 h 218"/>
              <a:gd name="T2" fmla="*/ 2147483646 w 2142"/>
              <a:gd name="T3" fmla="*/ 2147483646 h 218"/>
              <a:gd name="T4" fmla="*/ 2147483646 w 2142"/>
              <a:gd name="T5" fmla="*/ 2147483646 h 218"/>
              <a:gd name="T6" fmla="*/ 2147483646 w 2142"/>
              <a:gd name="T7" fmla="*/ 2147483646 h 218"/>
              <a:gd name="T8" fmla="*/ 2147483646 w 2142"/>
              <a:gd name="T9" fmla="*/ 0 h 218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142"/>
              <a:gd name="T16" fmla="*/ 0 h 218"/>
              <a:gd name="T17" fmla="*/ 2142 w 2142"/>
              <a:gd name="T18" fmla="*/ 218 h 218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142" h="218">
                <a:moveTo>
                  <a:pt x="0" y="12"/>
                </a:moveTo>
                <a:cubicBezTo>
                  <a:pt x="85" y="77"/>
                  <a:pt x="169" y="142"/>
                  <a:pt x="391" y="176"/>
                </a:cubicBezTo>
                <a:cubicBezTo>
                  <a:pt x="613" y="210"/>
                  <a:pt x="1071" y="218"/>
                  <a:pt x="1330" y="217"/>
                </a:cubicBezTo>
                <a:cubicBezTo>
                  <a:pt x="1589" y="216"/>
                  <a:pt x="1809" y="207"/>
                  <a:pt x="1944" y="171"/>
                </a:cubicBezTo>
                <a:cubicBezTo>
                  <a:pt x="2079" y="135"/>
                  <a:pt x="2101" y="36"/>
                  <a:pt x="2142" y="0"/>
                </a:cubicBezTo>
              </a:path>
            </a:pathLst>
          </a:custGeom>
          <a:noFill/>
          <a:ln w="25400" cap="flat" cmpd="sng">
            <a:solidFill>
              <a:srgbClr val="FF0000"/>
            </a:solidFill>
            <a:prstDash val="solid"/>
            <a:round/>
            <a:headEnd type="none" w="sm" len="sm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8572" name="Text Box 45"/>
          <p:cNvSpPr txBox="1">
            <a:spLocks noChangeArrowheads="1"/>
          </p:cNvSpPr>
          <p:nvPr/>
        </p:nvSpPr>
        <p:spPr bwMode="auto">
          <a:xfrm>
            <a:off x="6400800" y="6276975"/>
            <a:ext cx="1295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b="1">
                <a:solidFill>
                  <a:srgbClr val="FF3300"/>
                </a:solidFill>
              </a:rPr>
              <a:t>E’ </a:t>
            </a:r>
            <a:r>
              <a:rPr kumimoji="0" lang="en-US" altLang="zh-CN" sz="2000" b="1">
                <a:solidFill>
                  <a:srgbClr val="FF3300"/>
                </a:solidFill>
                <a:sym typeface="Symbol" panose="05050102010706020507" pitchFamily="18" charset="2"/>
              </a:rPr>
              <a:t> </a:t>
            </a:r>
            <a:r>
              <a:rPr kumimoji="0" lang="en-US" altLang="zh-CN" sz="2000" b="1">
                <a:solidFill>
                  <a:srgbClr val="FF3300"/>
                </a:solidFill>
                <a:latin typeface="Symbol" panose="05050102010706020507" pitchFamily="18" charset="2"/>
                <a:sym typeface="Symbol" panose="05050102010706020507" pitchFamily="18" charset="2"/>
              </a:rPr>
              <a:t>e</a:t>
            </a:r>
            <a:endParaRPr kumimoji="0" lang="en-US" altLang="zh-CN" sz="2000" b="1">
              <a:solidFill>
                <a:srgbClr val="FF3300"/>
              </a:solidFill>
              <a:latin typeface="Symbol" panose="05050102010706020507" pitchFamily="18" charset="2"/>
              <a:sym typeface="Symbol" panose="05050102010706020507" pitchFamily="18" charset="2"/>
            </a:endParaRPr>
          </a:p>
        </p:txBody>
      </p:sp>
      <p:sp>
        <p:nvSpPr>
          <p:cNvPr id="108573" name="Text Box 46"/>
          <p:cNvSpPr txBox="1">
            <a:spLocks noChangeArrowheads="1"/>
          </p:cNvSpPr>
          <p:nvPr/>
        </p:nvSpPr>
        <p:spPr bwMode="auto">
          <a:xfrm>
            <a:off x="2667000" y="5410200"/>
            <a:ext cx="1295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b="1">
                <a:solidFill>
                  <a:srgbClr val="FF3300"/>
                </a:solidFill>
              </a:rPr>
              <a:t>T’ </a:t>
            </a:r>
            <a:r>
              <a:rPr kumimoji="0" lang="en-US" altLang="zh-CN" sz="2000" b="1">
                <a:solidFill>
                  <a:srgbClr val="FF3300"/>
                </a:solidFill>
                <a:sym typeface="Symbol" panose="05050102010706020507" pitchFamily="18" charset="2"/>
              </a:rPr>
              <a:t> </a:t>
            </a:r>
            <a:r>
              <a:rPr kumimoji="0" lang="en-US" altLang="zh-CN" sz="2000" b="1">
                <a:solidFill>
                  <a:srgbClr val="FF3300"/>
                </a:solidFill>
                <a:latin typeface="Symbol" panose="05050102010706020507" pitchFamily="18" charset="2"/>
                <a:sym typeface="Symbol" panose="05050102010706020507" pitchFamily="18" charset="2"/>
              </a:rPr>
              <a:t>e</a:t>
            </a:r>
            <a:endParaRPr kumimoji="0" lang="en-US" altLang="zh-CN" sz="2000" b="1">
              <a:solidFill>
                <a:srgbClr val="FF3300"/>
              </a:solidFill>
              <a:latin typeface="Symbol" panose="05050102010706020507" pitchFamily="18" charset="2"/>
              <a:sym typeface="Symbol" panose="05050102010706020507" pitchFamily="18" charset="2"/>
            </a:endParaRPr>
          </a:p>
        </p:txBody>
      </p:sp>
      <p:sp>
        <p:nvSpPr>
          <p:cNvPr id="108574" name="Text Box 47"/>
          <p:cNvSpPr txBox="1">
            <a:spLocks noChangeArrowheads="1"/>
          </p:cNvSpPr>
          <p:nvPr/>
        </p:nvSpPr>
        <p:spPr bwMode="auto">
          <a:xfrm>
            <a:off x="6046788" y="5181600"/>
            <a:ext cx="415925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zh-CN" altLang="en-US" sz="2400" b="1" baseline="-25000">
                <a:solidFill>
                  <a:srgbClr val="FF3300"/>
                </a:solidFill>
                <a:sym typeface="Symbol" panose="05050102010706020507" pitchFamily="18" charset="2"/>
              </a:rPr>
              <a:t>＝</a:t>
            </a:r>
            <a:endParaRPr kumimoji="0" lang="zh-CN" altLang="en-US" sz="2400" b="1" baseline="-25000">
              <a:solidFill>
                <a:srgbClr val="FF3300"/>
              </a:solidFill>
            </a:endParaRPr>
          </a:p>
        </p:txBody>
      </p:sp>
      <p:sp>
        <p:nvSpPr>
          <p:cNvPr id="108575" name="Text Box 48"/>
          <p:cNvSpPr txBox="1">
            <a:spLocks noChangeArrowheads="1"/>
          </p:cNvSpPr>
          <p:nvPr/>
        </p:nvSpPr>
        <p:spPr bwMode="auto">
          <a:xfrm>
            <a:off x="5070475" y="4114800"/>
            <a:ext cx="415925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zh-CN" altLang="en-US" sz="2400" b="1" baseline="-25000">
                <a:solidFill>
                  <a:srgbClr val="FF3300"/>
                </a:solidFill>
                <a:sym typeface="Symbol" panose="05050102010706020507" pitchFamily="18" charset="2"/>
              </a:rPr>
              <a:t>＝</a:t>
            </a:r>
            <a:endParaRPr kumimoji="0" lang="zh-CN" altLang="en-US" sz="2400" b="1" baseline="-25000">
              <a:solidFill>
                <a:srgbClr val="FF3300"/>
              </a:solidFill>
            </a:endParaRPr>
          </a:p>
        </p:txBody>
      </p:sp>
      <p:sp>
        <p:nvSpPr>
          <p:cNvPr id="108576" name="Freeform 49"/>
          <p:cNvSpPr/>
          <p:nvPr/>
        </p:nvSpPr>
        <p:spPr bwMode="auto">
          <a:xfrm>
            <a:off x="3505200" y="4397375"/>
            <a:ext cx="1724025" cy="250825"/>
          </a:xfrm>
          <a:custGeom>
            <a:avLst/>
            <a:gdLst>
              <a:gd name="T0" fmla="*/ 0 w 2142"/>
              <a:gd name="T1" fmla="*/ 2147483646 h 218"/>
              <a:gd name="T2" fmla="*/ 2147483646 w 2142"/>
              <a:gd name="T3" fmla="*/ 2147483646 h 218"/>
              <a:gd name="T4" fmla="*/ 2147483646 w 2142"/>
              <a:gd name="T5" fmla="*/ 2147483646 h 218"/>
              <a:gd name="T6" fmla="*/ 2147483646 w 2142"/>
              <a:gd name="T7" fmla="*/ 2147483646 h 218"/>
              <a:gd name="T8" fmla="*/ 2147483646 w 2142"/>
              <a:gd name="T9" fmla="*/ 0 h 218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142"/>
              <a:gd name="T16" fmla="*/ 0 h 218"/>
              <a:gd name="T17" fmla="*/ 2142 w 2142"/>
              <a:gd name="T18" fmla="*/ 218 h 218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142" h="218">
                <a:moveTo>
                  <a:pt x="0" y="12"/>
                </a:moveTo>
                <a:cubicBezTo>
                  <a:pt x="85" y="77"/>
                  <a:pt x="169" y="142"/>
                  <a:pt x="391" y="176"/>
                </a:cubicBezTo>
                <a:cubicBezTo>
                  <a:pt x="613" y="210"/>
                  <a:pt x="1071" y="218"/>
                  <a:pt x="1330" y="217"/>
                </a:cubicBezTo>
                <a:cubicBezTo>
                  <a:pt x="1589" y="216"/>
                  <a:pt x="1809" y="207"/>
                  <a:pt x="1944" y="171"/>
                </a:cubicBezTo>
                <a:cubicBezTo>
                  <a:pt x="2079" y="135"/>
                  <a:pt x="2101" y="36"/>
                  <a:pt x="2142" y="0"/>
                </a:cubicBezTo>
              </a:path>
            </a:pathLst>
          </a:custGeom>
          <a:noFill/>
          <a:ln w="25400" cap="flat" cmpd="sng">
            <a:solidFill>
              <a:srgbClr val="FF0000"/>
            </a:solidFill>
            <a:prstDash val="solid"/>
            <a:round/>
            <a:headEnd type="none" w="sm" len="sm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FOLLOW</a:t>
            </a:r>
            <a:r>
              <a:rPr lang="zh-CN" altLang="en-US"/>
              <a:t>与预测分析</a:t>
            </a:r>
            <a:endParaRPr lang="zh-CN" altLang="en-US"/>
          </a:p>
        </p:txBody>
      </p:sp>
      <p:sp>
        <p:nvSpPr>
          <p:cNvPr id="109571" name="Text Box 3"/>
          <p:cNvSpPr txBox="1">
            <a:spLocks noChangeArrowheads="1"/>
          </p:cNvSpPr>
          <p:nvPr/>
        </p:nvSpPr>
        <p:spPr bwMode="auto">
          <a:xfrm>
            <a:off x="457200" y="1538288"/>
            <a:ext cx="5867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b="1"/>
              <a:t>Consider the following derivation:</a:t>
            </a:r>
            <a:endParaRPr kumimoji="0" lang="en-US" altLang="zh-CN" sz="2400" b="1"/>
          </a:p>
        </p:txBody>
      </p:sp>
      <p:sp>
        <p:nvSpPr>
          <p:cNvPr id="109572" name="Text Box 4"/>
          <p:cNvSpPr txBox="1">
            <a:spLocks noChangeArrowheads="1"/>
          </p:cNvSpPr>
          <p:nvPr/>
        </p:nvSpPr>
        <p:spPr bwMode="auto">
          <a:xfrm>
            <a:off x="533400" y="2452688"/>
            <a:ext cx="72802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b="1"/>
              <a:t>E </a:t>
            </a:r>
            <a:r>
              <a:rPr kumimoji="0" lang="en-US" altLang="zh-CN" sz="2400" b="1">
                <a:sym typeface="Symbol" panose="05050102010706020507" pitchFamily="18" charset="2"/>
              </a:rPr>
              <a:t> TE’  FT’E’  </a:t>
            </a:r>
            <a:r>
              <a:rPr kumimoji="0"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( </a:t>
            </a:r>
            <a:r>
              <a:rPr kumimoji="0" lang="en-US" altLang="zh-CN" sz="2400" b="1">
                <a:sym typeface="Symbol" panose="05050102010706020507" pitchFamily="18" charset="2"/>
              </a:rPr>
              <a:t>E</a:t>
            </a:r>
            <a:r>
              <a:rPr kumimoji="0"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 ) </a:t>
            </a:r>
            <a:r>
              <a:rPr kumimoji="0" lang="en-US" altLang="zh-CN" sz="2400" b="1">
                <a:sym typeface="Symbol" panose="05050102010706020507" pitchFamily="18" charset="2"/>
              </a:rPr>
              <a:t>T’E’  </a:t>
            </a:r>
            <a:endParaRPr kumimoji="0" lang="en-US" altLang="zh-CN" sz="2400" b="1">
              <a:sym typeface="Symbol" panose="05050102010706020507" pitchFamily="18" charset="2"/>
            </a:endParaRPr>
          </a:p>
        </p:txBody>
      </p:sp>
      <p:sp>
        <p:nvSpPr>
          <p:cNvPr id="109573" name="Text Box 5"/>
          <p:cNvSpPr txBox="1">
            <a:spLocks noChangeArrowheads="1"/>
          </p:cNvSpPr>
          <p:nvPr/>
        </p:nvSpPr>
        <p:spPr bwMode="auto">
          <a:xfrm>
            <a:off x="533400" y="2971800"/>
            <a:ext cx="7696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b="1">
                <a:solidFill>
                  <a:schemeClr val="accent2"/>
                </a:solidFill>
              </a:rPr>
              <a:t>(</a:t>
            </a:r>
            <a:r>
              <a:rPr kumimoji="0" lang="en-US" altLang="zh-CN" sz="2400" b="1"/>
              <a:t> TE’ </a:t>
            </a:r>
            <a:r>
              <a:rPr kumimoji="0" lang="en-US" altLang="zh-CN" sz="2400" b="1">
                <a:solidFill>
                  <a:schemeClr val="accent2"/>
                </a:solidFill>
              </a:rPr>
              <a:t>)</a:t>
            </a:r>
            <a:r>
              <a:rPr kumimoji="0" lang="en-US" altLang="zh-CN" sz="2400" b="1"/>
              <a:t> T’E’ </a:t>
            </a:r>
            <a:r>
              <a:rPr kumimoji="0" lang="en-US" altLang="zh-CN" sz="2400" b="1">
                <a:sym typeface="Symbol" panose="05050102010706020507" pitchFamily="18" charset="2"/>
              </a:rPr>
              <a:t> </a:t>
            </a:r>
            <a:r>
              <a:rPr kumimoji="0"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( </a:t>
            </a:r>
            <a:r>
              <a:rPr kumimoji="0" lang="en-US" altLang="zh-CN" sz="2400" b="1">
                <a:sym typeface="Symbol" panose="05050102010706020507" pitchFamily="18" charset="2"/>
              </a:rPr>
              <a:t>FT’E’</a:t>
            </a:r>
            <a:r>
              <a:rPr kumimoji="0"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 ) </a:t>
            </a:r>
            <a:r>
              <a:rPr kumimoji="0" lang="en-US" altLang="zh-CN" sz="2400" b="1">
                <a:sym typeface="Symbol" panose="05050102010706020507" pitchFamily="18" charset="2"/>
              </a:rPr>
              <a:t>T’E’  </a:t>
            </a:r>
            <a:r>
              <a:rPr kumimoji="0"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( id</a:t>
            </a:r>
            <a:r>
              <a:rPr kumimoji="0" lang="en-US" altLang="zh-CN" sz="2400" b="1">
                <a:sym typeface="Symbol" panose="05050102010706020507" pitchFamily="18" charset="2"/>
              </a:rPr>
              <a:t> T’E’ </a:t>
            </a:r>
            <a:r>
              <a:rPr kumimoji="0"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)</a:t>
            </a:r>
            <a:r>
              <a:rPr kumimoji="0" lang="en-US" altLang="zh-CN" sz="2400" b="1">
                <a:sym typeface="Symbol" panose="05050102010706020507" pitchFamily="18" charset="2"/>
              </a:rPr>
              <a:t> T’E’  </a:t>
            </a:r>
            <a:endParaRPr kumimoji="0" lang="en-US" altLang="zh-CN" sz="2400" b="1">
              <a:sym typeface="Symbol" panose="05050102010706020507" pitchFamily="18" charset="2"/>
            </a:endParaRPr>
          </a:p>
        </p:txBody>
      </p:sp>
      <p:sp>
        <p:nvSpPr>
          <p:cNvPr id="109574" name="Text Box 6"/>
          <p:cNvSpPr txBox="1">
            <a:spLocks noChangeArrowheads="1"/>
          </p:cNvSpPr>
          <p:nvPr/>
        </p:nvSpPr>
        <p:spPr bwMode="auto">
          <a:xfrm>
            <a:off x="533400" y="3581400"/>
            <a:ext cx="72802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( id</a:t>
            </a:r>
            <a:r>
              <a:rPr kumimoji="0" lang="en-US" altLang="zh-CN" sz="2400" b="1">
                <a:sym typeface="Symbol" panose="05050102010706020507" pitchFamily="18" charset="2"/>
              </a:rPr>
              <a:t> E’ </a:t>
            </a:r>
            <a:r>
              <a:rPr kumimoji="0"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)</a:t>
            </a:r>
            <a:r>
              <a:rPr kumimoji="0" lang="en-US" altLang="zh-CN" sz="2400" b="1">
                <a:sym typeface="Symbol" panose="05050102010706020507" pitchFamily="18" charset="2"/>
              </a:rPr>
              <a:t> T’E’  </a:t>
            </a:r>
            <a:r>
              <a:rPr kumimoji="0"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( id )</a:t>
            </a:r>
            <a:r>
              <a:rPr kumimoji="0" lang="en-US" altLang="zh-CN" sz="2400" b="1">
                <a:sym typeface="Symbol" panose="05050102010706020507" pitchFamily="18" charset="2"/>
              </a:rPr>
              <a:t> T’E’  </a:t>
            </a:r>
            <a:r>
              <a:rPr kumimoji="0"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( id )</a:t>
            </a:r>
            <a:r>
              <a:rPr kumimoji="0" lang="en-US" altLang="zh-CN" sz="2400" b="1">
                <a:sym typeface="Symbol" panose="05050102010706020507" pitchFamily="18" charset="2"/>
              </a:rPr>
              <a:t> </a:t>
            </a:r>
            <a:r>
              <a:rPr kumimoji="0"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*</a:t>
            </a:r>
            <a:r>
              <a:rPr kumimoji="0" lang="en-US" altLang="zh-CN" sz="2400" b="1">
                <a:sym typeface="Symbol" panose="05050102010706020507" pitchFamily="18" charset="2"/>
              </a:rPr>
              <a:t> FT’E’  </a:t>
            </a:r>
            <a:endParaRPr kumimoji="0" lang="en-US" altLang="zh-CN" sz="2400" b="1">
              <a:sym typeface="Symbol" panose="05050102010706020507" pitchFamily="18" charset="2"/>
            </a:endParaRPr>
          </a:p>
        </p:txBody>
      </p:sp>
      <p:sp>
        <p:nvSpPr>
          <p:cNvPr id="109575" name="Text Box 7"/>
          <p:cNvSpPr txBox="1">
            <a:spLocks noChangeArrowheads="1"/>
          </p:cNvSpPr>
          <p:nvPr/>
        </p:nvSpPr>
        <p:spPr bwMode="auto">
          <a:xfrm>
            <a:off x="457200" y="4267200"/>
            <a:ext cx="738346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b="1">
                <a:sym typeface="Symbol" panose="05050102010706020507" pitchFamily="18" charset="2"/>
              </a:rPr>
              <a:t> </a:t>
            </a:r>
            <a:r>
              <a:rPr kumimoji="0"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( id )</a:t>
            </a:r>
            <a:r>
              <a:rPr kumimoji="0" lang="en-US" altLang="zh-CN" sz="2400" b="1">
                <a:sym typeface="Symbol" panose="05050102010706020507" pitchFamily="18" charset="2"/>
              </a:rPr>
              <a:t> </a:t>
            </a:r>
            <a:r>
              <a:rPr kumimoji="0"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*</a:t>
            </a:r>
            <a:r>
              <a:rPr kumimoji="0" lang="en-US" altLang="zh-CN" sz="2400" b="1">
                <a:sym typeface="Symbol" panose="05050102010706020507" pitchFamily="18" charset="2"/>
              </a:rPr>
              <a:t> </a:t>
            </a:r>
            <a:r>
              <a:rPr kumimoji="0"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id </a:t>
            </a:r>
            <a:r>
              <a:rPr kumimoji="0" lang="en-US" altLang="zh-CN" sz="2400" b="1">
                <a:sym typeface="Symbol" panose="05050102010706020507" pitchFamily="18" charset="2"/>
              </a:rPr>
              <a:t>T’E’  </a:t>
            </a:r>
            <a:r>
              <a:rPr kumimoji="0"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( id )</a:t>
            </a:r>
            <a:r>
              <a:rPr kumimoji="0" lang="en-US" altLang="zh-CN" sz="2400" b="1">
                <a:sym typeface="Symbol" panose="05050102010706020507" pitchFamily="18" charset="2"/>
              </a:rPr>
              <a:t> </a:t>
            </a:r>
            <a:r>
              <a:rPr kumimoji="0"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*</a:t>
            </a:r>
            <a:r>
              <a:rPr kumimoji="0" lang="en-US" altLang="zh-CN" sz="2400" b="1">
                <a:sym typeface="Symbol" panose="05050102010706020507" pitchFamily="18" charset="2"/>
              </a:rPr>
              <a:t> </a:t>
            </a:r>
            <a:r>
              <a:rPr kumimoji="0"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id </a:t>
            </a:r>
            <a:r>
              <a:rPr kumimoji="0" lang="en-US" altLang="zh-CN" sz="2400" b="1">
                <a:sym typeface="Symbol" panose="05050102010706020507" pitchFamily="18" charset="2"/>
              </a:rPr>
              <a:t>E’  </a:t>
            </a:r>
            <a:r>
              <a:rPr kumimoji="0"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( id )</a:t>
            </a:r>
            <a:r>
              <a:rPr kumimoji="0" lang="en-US" altLang="zh-CN" sz="2400" b="1">
                <a:sym typeface="Symbol" panose="05050102010706020507" pitchFamily="18" charset="2"/>
              </a:rPr>
              <a:t> </a:t>
            </a:r>
            <a:r>
              <a:rPr kumimoji="0"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*</a:t>
            </a:r>
            <a:r>
              <a:rPr kumimoji="0" lang="en-US" altLang="zh-CN" sz="2400" b="1">
                <a:sym typeface="Symbol" panose="05050102010706020507" pitchFamily="18" charset="2"/>
              </a:rPr>
              <a:t> </a:t>
            </a:r>
            <a:r>
              <a:rPr kumimoji="0"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id + </a:t>
            </a:r>
            <a:r>
              <a:rPr kumimoji="0" lang="en-US" altLang="zh-CN" sz="2400" b="1">
                <a:sym typeface="Symbol" panose="05050102010706020507" pitchFamily="18" charset="2"/>
              </a:rPr>
              <a:t>TE’  </a:t>
            </a:r>
            <a:endParaRPr kumimoji="0" lang="en-US" altLang="zh-CN" sz="2400" b="1">
              <a:sym typeface="Symbol" panose="05050102010706020507" pitchFamily="18" charset="2"/>
            </a:endParaRPr>
          </a:p>
        </p:txBody>
      </p:sp>
      <p:sp>
        <p:nvSpPr>
          <p:cNvPr id="109576" name="Text Box 8"/>
          <p:cNvSpPr txBox="1">
            <a:spLocks noChangeArrowheads="1"/>
          </p:cNvSpPr>
          <p:nvPr/>
        </p:nvSpPr>
        <p:spPr bwMode="auto">
          <a:xfrm>
            <a:off x="533400" y="4953000"/>
            <a:ext cx="842486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( id )</a:t>
            </a:r>
            <a:r>
              <a:rPr kumimoji="0" lang="en-US" altLang="zh-CN" sz="2400" b="1">
                <a:sym typeface="Symbol" panose="05050102010706020507" pitchFamily="18" charset="2"/>
              </a:rPr>
              <a:t> </a:t>
            </a:r>
            <a:r>
              <a:rPr kumimoji="0"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*</a:t>
            </a:r>
            <a:r>
              <a:rPr kumimoji="0" lang="en-US" altLang="zh-CN" sz="2400" b="1">
                <a:sym typeface="Symbol" panose="05050102010706020507" pitchFamily="18" charset="2"/>
              </a:rPr>
              <a:t> </a:t>
            </a:r>
            <a:r>
              <a:rPr kumimoji="0"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id + </a:t>
            </a:r>
            <a:r>
              <a:rPr kumimoji="0" lang="en-US" altLang="zh-CN" sz="2400" b="1">
                <a:sym typeface="Symbol" panose="05050102010706020507" pitchFamily="18" charset="2"/>
              </a:rPr>
              <a:t>FT’E’  </a:t>
            </a:r>
            <a:r>
              <a:rPr kumimoji="0"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( id )</a:t>
            </a:r>
            <a:r>
              <a:rPr kumimoji="0" lang="en-US" altLang="zh-CN" sz="2400" b="1">
                <a:sym typeface="Symbol" panose="05050102010706020507" pitchFamily="18" charset="2"/>
              </a:rPr>
              <a:t> </a:t>
            </a:r>
            <a:r>
              <a:rPr kumimoji="0"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*</a:t>
            </a:r>
            <a:r>
              <a:rPr kumimoji="0" lang="en-US" altLang="zh-CN" sz="2400" b="1">
                <a:sym typeface="Symbol" panose="05050102010706020507" pitchFamily="18" charset="2"/>
              </a:rPr>
              <a:t> </a:t>
            </a:r>
            <a:r>
              <a:rPr kumimoji="0"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id +id  </a:t>
            </a:r>
            <a:r>
              <a:rPr kumimoji="0" lang="en-US" altLang="zh-CN" sz="2400" b="1">
                <a:sym typeface="Symbol" panose="05050102010706020507" pitchFamily="18" charset="2"/>
              </a:rPr>
              <a:t>T’E’  </a:t>
            </a:r>
            <a:r>
              <a:rPr kumimoji="0"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( id ) * id + id$</a:t>
            </a:r>
            <a:endParaRPr kumimoji="0" lang="en-US" altLang="zh-CN" sz="2400" b="1">
              <a:sym typeface="Symbol" panose="05050102010706020507" pitchFamily="18" charset="2"/>
            </a:endParaRPr>
          </a:p>
        </p:txBody>
      </p:sp>
      <p:sp>
        <p:nvSpPr>
          <p:cNvPr id="109577" name="Text Box 9"/>
          <p:cNvSpPr txBox="1">
            <a:spLocks noChangeArrowheads="1"/>
          </p:cNvSpPr>
          <p:nvPr/>
        </p:nvSpPr>
        <p:spPr bwMode="auto">
          <a:xfrm>
            <a:off x="5824538" y="4876800"/>
            <a:ext cx="72866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b="1"/>
              <a:t>*</a:t>
            </a:r>
            <a:endParaRPr kumimoji="0" lang="en-US" altLang="zh-CN" sz="2400" b="1"/>
          </a:p>
        </p:txBody>
      </p:sp>
      <p:sp>
        <p:nvSpPr>
          <p:cNvPr id="109578" name="Text Box 10"/>
          <p:cNvSpPr txBox="1">
            <a:spLocks noChangeArrowheads="1"/>
          </p:cNvSpPr>
          <p:nvPr/>
        </p:nvSpPr>
        <p:spPr bwMode="auto">
          <a:xfrm>
            <a:off x="533400" y="1919288"/>
            <a:ext cx="5181600" cy="3476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7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b="1">
                <a:solidFill>
                  <a:srgbClr val="FF00FF"/>
                </a:solidFill>
              </a:rPr>
              <a:t>What’s Follow for each non-terminal ?</a:t>
            </a:r>
            <a:endParaRPr kumimoji="0" lang="en-US" altLang="zh-CN" sz="2400" b="1">
              <a:solidFill>
                <a:srgbClr val="FF00FF"/>
              </a:solidFill>
            </a:endParaRPr>
          </a:p>
        </p:txBody>
      </p:sp>
      <p:sp>
        <p:nvSpPr>
          <p:cNvPr id="109580" name="Text Box 32"/>
          <p:cNvSpPr txBox="1">
            <a:spLocks noChangeArrowheads="1"/>
          </p:cNvSpPr>
          <p:nvPr/>
        </p:nvSpPr>
        <p:spPr bwMode="auto">
          <a:xfrm>
            <a:off x="5791200" y="1538288"/>
            <a:ext cx="2971800" cy="482600"/>
          </a:xfrm>
          <a:prstGeom prst="rect">
            <a:avLst/>
          </a:prstGeom>
          <a:noFill/>
          <a:ln w="25400">
            <a:solidFill>
              <a:srgbClr val="FF00FF"/>
            </a:solidFill>
            <a:miter lim="800000"/>
            <a:head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b="1">
                <a:solidFill>
                  <a:srgbClr val="FF00FF"/>
                </a:solidFill>
              </a:rPr>
              <a:t>Follow(</a:t>
            </a:r>
            <a:r>
              <a:rPr kumimoji="0" lang="en-US" altLang="zh-CN" sz="2400" b="1"/>
              <a:t>E</a:t>
            </a:r>
            <a:r>
              <a:rPr kumimoji="0" lang="en-US" altLang="zh-CN" sz="2400" b="1">
                <a:solidFill>
                  <a:srgbClr val="FF00FF"/>
                </a:solidFill>
              </a:rPr>
              <a:t>) = { </a:t>
            </a:r>
            <a:r>
              <a:rPr kumimoji="0" lang="en-US" altLang="zh-CN" sz="2400" b="1">
                <a:solidFill>
                  <a:schemeClr val="accent2"/>
                </a:solidFill>
              </a:rPr>
              <a:t>) , $ </a:t>
            </a:r>
            <a:r>
              <a:rPr kumimoji="0" lang="en-US" altLang="zh-CN" sz="2400" b="1">
                <a:solidFill>
                  <a:srgbClr val="FF00FF"/>
                </a:solidFill>
              </a:rPr>
              <a:t>}</a:t>
            </a:r>
            <a:endParaRPr kumimoji="0" lang="en-US" altLang="zh-CN" sz="2400" b="1">
              <a:solidFill>
                <a:srgbClr val="FF00FF"/>
              </a:solidFill>
            </a:endParaRPr>
          </a:p>
        </p:txBody>
      </p:sp>
      <p:sp>
        <p:nvSpPr>
          <p:cNvPr id="109581" name="Freeform 33"/>
          <p:cNvSpPr/>
          <p:nvPr/>
        </p:nvSpPr>
        <p:spPr bwMode="auto">
          <a:xfrm>
            <a:off x="3733800" y="2438400"/>
            <a:ext cx="200025" cy="74613"/>
          </a:xfrm>
          <a:custGeom>
            <a:avLst/>
            <a:gdLst>
              <a:gd name="T0" fmla="*/ 0 w 96"/>
              <a:gd name="T1" fmla="*/ 2147483646 h 48"/>
              <a:gd name="T2" fmla="*/ 2147483646 w 96"/>
              <a:gd name="T3" fmla="*/ 0 h 48"/>
              <a:gd name="T4" fmla="*/ 2147483646 w 96"/>
              <a:gd name="T5" fmla="*/ 2147483646 h 48"/>
              <a:gd name="T6" fmla="*/ 0 60000 65536"/>
              <a:gd name="T7" fmla="*/ 0 60000 65536"/>
              <a:gd name="T8" fmla="*/ 0 60000 65536"/>
              <a:gd name="T9" fmla="*/ 0 w 96"/>
              <a:gd name="T10" fmla="*/ 0 h 48"/>
              <a:gd name="T11" fmla="*/ 96 w 96"/>
              <a:gd name="T12" fmla="*/ 48 h 48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96" h="48">
                <a:moveTo>
                  <a:pt x="0" y="48"/>
                </a:moveTo>
                <a:cubicBezTo>
                  <a:pt x="16" y="24"/>
                  <a:pt x="32" y="0"/>
                  <a:pt x="48" y="0"/>
                </a:cubicBezTo>
                <a:cubicBezTo>
                  <a:pt x="64" y="0"/>
                  <a:pt x="80" y="24"/>
                  <a:pt x="96" y="48"/>
                </a:cubicBezTo>
              </a:path>
            </a:pathLst>
          </a:custGeom>
          <a:noFill/>
          <a:ln w="25400" cap="flat" cmpd="sng">
            <a:solidFill>
              <a:srgbClr val="FF00FF"/>
            </a:solidFill>
            <a:prstDash val="solid"/>
            <a:round/>
            <a:headEnd type="none" w="sm" len="sm"/>
            <a:tailEnd type="arrow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9582" name="Freeform 34"/>
          <p:cNvSpPr/>
          <p:nvPr/>
        </p:nvSpPr>
        <p:spPr bwMode="auto">
          <a:xfrm>
            <a:off x="222250" y="2819400"/>
            <a:ext cx="7823200" cy="2819400"/>
          </a:xfrm>
          <a:custGeom>
            <a:avLst/>
            <a:gdLst>
              <a:gd name="T0" fmla="*/ 2147483646 w 4928"/>
              <a:gd name="T1" fmla="*/ 0 h 2336"/>
              <a:gd name="T2" fmla="*/ 2147483646 w 4928"/>
              <a:gd name="T3" fmla="*/ 2147483646 h 2336"/>
              <a:gd name="T4" fmla="*/ 2147483646 w 4928"/>
              <a:gd name="T5" fmla="*/ 2147483646 h 2336"/>
              <a:gd name="T6" fmla="*/ 2147483646 w 4928"/>
              <a:gd name="T7" fmla="*/ 2147483646 h 2336"/>
              <a:gd name="T8" fmla="*/ 2147483646 w 4928"/>
              <a:gd name="T9" fmla="*/ 2147483646 h 2336"/>
              <a:gd name="T10" fmla="*/ 2147483646 w 4928"/>
              <a:gd name="T11" fmla="*/ 2147483646 h 2336"/>
              <a:gd name="T12" fmla="*/ 2147483646 w 4928"/>
              <a:gd name="T13" fmla="*/ 2147483646 h 2336"/>
              <a:gd name="T14" fmla="*/ 2147483646 w 4928"/>
              <a:gd name="T15" fmla="*/ 2147483646 h 23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w 4928"/>
              <a:gd name="T25" fmla="*/ 0 h 2336"/>
              <a:gd name="T26" fmla="*/ 4928 w 4928"/>
              <a:gd name="T27" fmla="*/ 2336 h 2336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T24" t="T25" r="T26" b="T27"/>
            <a:pathLst>
              <a:path w="4928" h="2336">
                <a:moveTo>
                  <a:pt x="347" y="0"/>
                </a:moveTo>
                <a:cubicBezTo>
                  <a:pt x="240" y="82"/>
                  <a:pt x="133" y="163"/>
                  <a:pt x="90" y="267"/>
                </a:cubicBezTo>
                <a:cubicBezTo>
                  <a:pt x="47" y="371"/>
                  <a:pt x="91" y="338"/>
                  <a:pt x="90" y="624"/>
                </a:cubicBezTo>
                <a:cubicBezTo>
                  <a:pt x="89" y="910"/>
                  <a:pt x="0" y="1710"/>
                  <a:pt x="85" y="1986"/>
                </a:cubicBezTo>
                <a:cubicBezTo>
                  <a:pt x="170" y="2262"/>
                  <a:pt x="73" y="2230"/>
                  <a:pt x="598" y="2283"/>
                </a:cubicBezTo>
                <a:cubicBezTo>
                  <a:pt x="1123" y="2336"/>
                  <a:pt x="2560" y="2300"/>
                  <a:pt x="3235" y="2301"/>
                </a:cubicBezTo>
                <a:cubicBezTo>
                  <a:pt x="3910" y="2302"/>
                  <a:pt x="4368" y="2316"/>
                  <a:pt x="4648" y="2292"/>
                </a:cubicBezTo>
                <a:cubicBezTo>
                  <a:pt x="4928" y="2268"/>
                  <a:pt x="4862" y="2185"/>
                  <a:pt x="4918" y="2157"/>
                </a:cubicBezTo>
              </a:path>
            </a:pathLst>
          </a:custGeom>
          <a:noFill/>
          <a:ln w="25400" cap="flat" cmpd="sng">
            <a:solidFill>
              <a:srgbClr val="FF00FF"/>
            </a:solidFill>
            <a:prstDash val="solid"/>
            <a:round/>
            <a:headEnd type="none" w="sm" len="sm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5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FOLLOW</a:t>
            </a:r>
            <a:r>
              <a:rPr lang="zh-CN" altLang="en-US"/>
              <a:t>与预测分析</a:t>
            </a:r>
            <a:endParaRPr lang="zh-CN" altLang="en-US"/>
          </a:p>
        </p:txBody>
      </p:sp>
      <p:sp>
        <p:nvSpPr>
          <p:cNvPr id="110595" name="Text Box 3"/>
          <p:cNvSpPr txBox="1">
            <a:spLocks noChangeArrowheads="1"/>
          </p:cNvSpPr>
          <p:nvPr/>
        </p:nvSpPr>
        <p:spPr bwMode="auto">
          <a:xfrm>
            <a:off x="457200" y="1538288"/>
            <a:ext cx="5867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b="1"/>
              <a:t>Consider the following derivation:</a:t>
            </a:r>
            <a:endParaRPr kumimoji="0" lang="en-US" altLang="zh-CN" sz="2400" b="1"/>
          </a:p>
        </p:txBody>
      </p:sp>
      <p:sp>
        <p:nvSpPr>
          <p:cNvPr id="110596" name="Text Box 4"/>
          <p:cNvSpPr txBox="1">
            <a:spLocks noChangeArrowheads="1"/>
          </p:cNvSpPr>
          <p:nvPr/>
        </p:nvSpPr>
        <p:spPr bwMode="auto">
          <a:xfrm>
            <a:off x="533400" y="2452688"/>
            <a:ext cx="72802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b="1"/>
              <a:t>E </a:t>
            </a:r>
            <a:r>
              <a:rPr kumimoji="0" lang="en-US" altLang="zh-CN" sz="2400" b="1">
                <a:sym typeface="Symbol" panose="05050102010706020507" pitchFamily="18" charset="2"/>
              </a:rPr>
              <a:t> TE’  FT’E’  </a:t>
            </a:r>
            <a:r>
              <a:rPr kumimoji="0"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( </a:t>
            </a:r>
            <a:r>
              <a:rPr kumimoji="0" lang="en-US" altLang="zh-CN" sz="2400" b="1">
                <a:sym typeface="Symbol" panose="05050102010706020507" pitchFamily="18" charset="2"/>
              </a:rPr>
              <a:t>E</a:t>
            </a:r>
            <a:r>
              <a:rPr kumimoji="0"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 ) </a:t>
            </a:r>
            <a:r>
              <a:rPr kumimoji="0" lang="en-US" altLang="zh-CN" sz="2400" b="1">
                <a:sym typeface="Symbol" panose="05050102010706020507" pitchFamily="18" charset="2"/>
              </a:rPr>
              <a:t>T’E’  </a:t>
            </a:r>
            <a:endParaRPr kumimoji="0" lang="en-US" altLang="zh-CN" sz="2400" b="1">
              <a:sym typeface="Symbol" panose="05050102010706020507" pitchFamily="18" charset="2"/>
            </a:endParaRPr>
          </a:p>
        </p:txBody>
      </p:sp>
      <p:sp>
        <p:nvSpPr>
          <p:cNvPr id="110597" name="Text Box 5"/>
          <p:cNvSpPr txBox="1">
            <a:spLocks noChangeArrowheads="1"/>
          </p:cNvSpPr>
          <p:nvPr/>
        </p:nvSpPr>
        <p:spPr bwMode="auto">
          <a:xfrm>
            <a:off x="533400" y="2986088"/>
            <a:ext cx="7696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b="1">
                <a:solidFill>
                  <a:schemeClr val="accent2"/>
                </a:solidFill>
              </a:rPr>
              <a:t>(</a:t>
            </a:r>
            <a:r>
              <a:rPr kumimoji="0" lang="en-US" altLang="zh-CN" sz="2400" b="1"/>
              <a:t> TE’ </a:t>
            </a:r>
            <a:r>
              <a:rPr kumimoji="0" lang="en-US" altLang="zh-CN" sz="2400" b="1">
                <a:solidFill>
                  <a:schemeClr val="accent2"/>
                </a:solidFill>
              </a:rPr>
              <a:t>)</a:t>
            </a:r>
            <a:r>
              <a:rPr kumimoji="0" lang="en-US" altLang="zh-CN" sz="2400" b="1"/>
              <a:t> T’E’ </a:t>
            </a:r>
            <a:r>
              <a:rPr kumimoji="0" lang="en-US" altLang="zh-CN" sz="2400" b="1">
                <a:sym typeface="Symbol" panose="05050102010706020507" pitchFamily="18" charset="2"/>
              </a:rPr>
              <a:t> </a:t>
            </a:r>
            <a:r>
              <a:rPr kumimoji="0"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( </a:t>
            </a:r>
            <a:r>
              <a:rPr kumimoji="0" lang="en-US" altLang="zh-CN" sz="2400" b="1">
                <a:sym typeface="Symbol" panose="05050102010706020507" pitchFamily="18" charset="2"/>
              </a:rPr>
              <a:t>FT’E’</a:t>
            </a:r>
            <a:r>
              <a:rPr kumimoji="0"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 ) </a:t>
            </a:r>
            <a:r>
              <a:rPr kumimoji="0" lang="en-US" altLang="zh-CN" sz="2400" b="1">
                <a:sym typeface="Symbol" panose="05050102010706020507" pitchFamily="18" charset="2"/>
              </a:rPr>
              <a:t>T’E’  </a:t>
            </a:r>
            <a:r>
              <a:rPr kumimoji="0"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( id</a:t>
            </a:r>
            <a:r>
              <a:rPr kumimoji="0" lang="en-US" altLang="zh-CN" sz="2400" b="1">
                <a:sym typeface="Symbol" panose="05050102010706020507" pitchFamily="18" charset="2"/>
              </a:rPr>
              <a:t> T’E’ </a:t>
            </a:r>
            <a:r>
              <a:rPr kumimoji="0"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)</a:t>
            </a:r>
            <a:r>
              <a:rPr kumimoji="0" lang="en-US" altLang="zh-CN" sz="2400" b="1">
                <a:sym typeface="Symbol" panose="05050102010706020507" pitchFamily="18" charset="2"/>
              </a:rPr>
              <a:t> T’E’  </a:t>
            </a:r>
            <a:endParaRPr kumimoji="0" lang="en-US" altLang="zh-CN" sz="2400" b="1">
              <a:sym typeface="Symbol" panose="05050102010706020507" pitchFamily="18" charset="2"/>
            </a:endParaRPr>
          </a:p>
        </p:txBody>
      </p:sp>
      <p:sp>
        <p:nvSpPr>
          <p:cNvPr id="110598" name="Text Box 6"/>
          <p:cNvSpPr txBox="1">
            <a:spLocks noChangeArrowheads="1"/>
          </p:cNvSpPr>
          <p:nvPr/>
        </p:nvSpPr>
        <p:spPr bwMode="auto">
          <a:xfrm>
            <a:off x="533400" y="3581400"/>
            <a:ext cx="72802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( id</a:t>
            </a:r>
            <a:r>
              <a:rPr kumimoji="0" lang="en-US" altLang="zh-CN" sz="2400" b="1">
                <a:sym typeface="Symbol" panose="05050102010706020507" pitchFamily="18" charset="2"/>
              </a:rPr>
              <a:t> E’ </a:t>
            </a:r>
            <a:r>
              <a:rPr kumimoji="0"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)</a:t>
            </a:r>
            <a:r>
              <a:rPr kumimoji="0" lang="en-US" altLang="zh-CN" sz="2400" b="1">
                <a:sym typeface="Symbol" panose="05050102010706020507" pitchFamily="18" charset="2"/>
              </a:rPr>
              <a:t> T’E’  </a:t>
            </a:r>
            <a:r>
              <a:rPr kumimoji="0"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( id )</a:t>
            </a:r>
            <a:r>
              <a:rPr kumimoji="0" lang="en-US" altLang="zh-CN" sz="2400" b="1">
                <a:sym typeface="Symbol" panose="05050102010706020507" pitchFamily="18" charset="2"/>
              </a:rPr>
              <a:t> T’E’  </a:t>
            </a:r>
            <a:r>
              <a:rPr kumimoji="0"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( id )</a:t>
            </a:r>
            <a:r>
              <a:rPr kumimoji="0" lang="en-US" altLang="zh-CN" sz="2400" b="1">
                <a:sym typeface="Symbol" panose="05050102010706020507" pitchFamily="18" charset="2"/>
              </a:rPr>
              <a:t> </a:t>
            </a:r>
            <a:r>
              <a:rPr kumimoji="0"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*</a:t>
            </a:r>
            <a:r>
              <a:rPr kumimoji="0" lang="en-US" altLang="zh-CN" sz="2400" b="1">
                <a:sym typeface="Symbol" panose="05050102010706020507" pitchFamily="18" charset="2"/>
              </a:rPr>
              <a:t> FT’E’  </a:t>
            </a:r>
            <a:endParaRPr kumimoji="0" lang="en-US" altLang="zh-CN" sz="2400" b="1">
              <a:sym typeface="Symbol" panose="05050102010706020507" pitchFamily="18" charset="2"/>
            </a:endParaRPr>
          </a:p>
        </p:txBody>
      </p:sp>
      <p:sp>
        <p:nvSpPr>
          <p:cNvPr id="110599" name="Text Box 7"/>
          <p:cNvSpPr txBox="1">
            <a:spLocks noChangeArrowheads="1"/>
          </p:cNvSpPr>
          <p:nvPr/>
        </p:nvSpPr>
        <p:spPr bwMode="auto">
          <a:xfrm>
            <a:off x="457200" y="4191000"/>
            <a:ext cx="738346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b="1">
                <a:sym typeface="Symbol" panose="05050102010706020507" pitchFamily="18" charset="2"/>
              </a:rPr>
              <a:t> </a:t>
            </a:r>
            <a:r>
              <a:rPr kumimoji="0"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( id )</a:t>
            </a:r>
            <a:r>
              <a:rPr kumimoji="0" lang="en-US" altLang="zh-CN" sz="2400" b="1">
                <a:sym typeface="Symbol" panose="05050102010706020507" pitchFamily="18" charset="2"/>
              </a:rPr>
              <a:t> </a:t>
            </a:r>
            <a:r>
              <a:rPr kumimoji="0"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*</a:t>
            </a:r>
            <a:r>
              <a:rPr kumimoji="0" lang="en-US" altLang="zh-CN" sz="2400" b="1">
                <a:sym typeface="Symbol" panose="05050102010706020507" pitchFamily="18" charset="2"/>
              </a:rPr>
              <a:t> </a:t>
            </a:r>
            <a:r>
              <a:rPr kumimoji="0"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id </a:t>
            </a:r>
            <a:r>
              <a:rPr kumimoji="0" lang="en-US" altLang="zh-CN" sz="2400" b="1">
                <a:sym typeface="Symbol" panose="05050102010706020507" pitchFamily="18" charset="2"/>
              </a:rPr>
              <a:t>T’E’  </a:t>
            </a:r>
            <a:r>
              <a:rPr kumimoji="0"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( id )</a:t>
            </a:r>
            <a:r>
              <a:rPr kumimoji="0" lang="en-US" altLang="zh-CN" sz="2400" b="1">
                <a:sym typeface="Symbol" panose="05050102010706020507" pitchFamily="18" charset="2"/>
              </a:rPr>
              <a:t> </a:t>
            </a:r>
            <a:r>
              <a:rPr kumimoji="0"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*</a:t>
            </a:r>
            <a:r>
              <a:rPr kumimoji="0" lang="en-US" altLang="zh-CN" sz="2400" b="1">
                <a:sym typeface="Symbol" panose="05050102010706020507" pitchFamily="18" charset="2"/>
              </a:rPr>
              <a:t> </a:t>
            </a:r>
            <a:r>
              <a:rPr kumimoji="0"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id </a:t>
            </a:r>
            <a:r>
              <a:rPr kumimoji="0" lang="en-US" altLang="zh-CN" sz="2400" b="1">
                <a:sym typeface="Symbol" panose="05050102010706020507" pitchFamily="18" charset="2"/>
              </a:rPr>
              <a:t>E’  </a:t>
            </a:r>
            <a:r>
              <a:rPr kumimoji="0"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( id )</a:t>
            </a:r>
            <a:r>
              <a:rPr kumimoji="0" lang="en-US" altLang="zh-CN" sz="2400" b="1">
                <a:sym typeface="Symbol" panose="05050102010706020507" pitchFamily="18" charset="2"/>
              </a:rPr>
              <a:t> </a:t>
            </a:r>
            <a:r>
              <a:rPr kumimoji="0"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*</a:t>
            </a:r>
            <a:r>
              <a:rPr kumimoji="0" lang="en-US" altLang="zh-CN" sz="2400" b="1">
                <a:sym typeface="Symbol" panose="05050102010706020507" pitchFamily="18" charset="2"/>
              </a:rPr>
              <a:t> </a:t>
            </a:r>
            <a:r>
              <a:rPr kumimoji="0"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id + </a:t>
            </a:r>
            <a:r>
              <a:rPr kumimoji="0" lang="en-US" altLang="zh-CN" sz="2400" b="1">
                <a:sym typeface="Symbol" panose="05050102010706020507" pitchFamily="18" charset="2"/>
              </a:rPr>
              <a:t>TE’  </a:t>
            </a:r>
            <a:endParaRPr kumimoji="0" lang="en-US" altLang="zh-CN" sz="2400" b="1">
              <a:sym typeface="Symbol" panose="05050102010706020507" pitchFamily="18" charset="2"/>
            </a:endParaRPr>
          </a:p>
        </p:txBody>
      </p:sp>
      <p:sp>
        <p:nvSpPr>
          <p:cNvPr id="110600" name="Text Box 8"/>
          <p:cNvSpPr txBox="1">
            <a:spLocks noChangeArrowheads="1"/>
          </p:cNvSpPr>
          <p:nvPr/>
        </p:nvSpPr>
        <p:spPr bwMode="auto">
          <a:xfrm>
            <a:off x="533400" y="4876800"/>
            <a:ext cx="842486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( id )</a:t>
            </a:r>
            <a:r>
              <a:rPr kumimoji="0" lang="en-US" altLang="zh-CN" sz="2400" b="1">
                <a:sym typeface="Symbol" panose="05050102010706020507" pitchFamily="18" charset="2"/>
              </a:rPr>
              <a:t> </a:t>
            </a:r>
            <a:r>
              <a:rPr kumimoji="0"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*</a:t>
            </a:r>
            <a:r>
              <a:rPr kumimoji="0" lang="en-US" altLang="zh-CN" sz="2400" b="1">
                <a:sym typeface="Symbol" panose="05050102010706020507" pitchFamily="18" charset="2"/>
              </a:rPr>
              <a:t> </a:t>
            </a:r>
            <a:r>
              <a:rPr kumimoji="0"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id + </a:t>
            </a:r>
            <a:r>
              <a:rPr kumimoji="0" lang="en-US" altLang="zh-CN" sz="2400" b="1">
                <a:sym typeface="Symbol" panose="05050102010706020507" pitchFamily="18" charset="2"/>
              </a:rPr>
              <a:t>FT’E’  </a:t>
            </a:r>
            <a:r>
              <a:rPr kumimoji="0"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( id )</a:t>
            </a:r>
            <a:r>
              <a:rPr kumimoji="0" lang="en-US" altLang="zh-CN" sz="2400" b="1">
                <a:sym typeface="Symbol" panose="05050102010706020507" pitchFamily="18" charset="2"/>
              </a:rPr>
              <a:t> </a:t>
            </a:r>
            <a:r>
              <a:rPr kumimoji="0"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*</a:t>
            </a:r>
            <a:r>
              <a:rPr kumimoji="0" lang="en-US" altLang="zh-CN" sz="2400" b="1">
                <a:sym typeface="Symbol" panose="05050102010706020507" pitchFamily="18" charset="2"/>
              </a:rPr>
              <a:t> </a:t>
            </a:r>
            <a:r>
              <a:rPr kumimoji="0"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id +id  </a:t>
            </a:r>
            <a:r>
              <a:rPr kumimoji="0" lang="en-US" altLang="zh-CN" sz="2400" b="1">
                <a:sym typeface="Symbol" panose="05050102010706020507" pitchFamily="18" charset="2"/>
              </a:rPr>
              <a:t>T’E’  </a:t>
            </a:r>
            <a:r>
              <a:rPr kumimoji="0"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( id ) * id + id$</a:t>
            </a:r>
            <a:endParaRPr kumimoji="0" lang="en-US" altLang="zh-CN" sz="2400" b="1">
              <a:sym typeface="Symbol" panose="05050102010706020507" pitchFamily="18" charset="2"/>
            </a:endParaRPr>
          </a:p>
        </p:txBody>
      </p:sp>
      <p:sp>
        <p:nvSpPr>
          <p:cNvPr id="110601" name="Text Box 9"/>
          <p:cNvSpPr txBox="1">
            <a:spLocks noChangeArrowheads="1"/>
          </p:cNvSpPr>
          <p:nvPr/>
        </p:nvSpPr>
        <p:spPr bwMode="auto">
          <a:xfrm>
            <a:off x="5824538" y="4800600"/>
            <a:ext cx="72866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b="1"/>
              <a:t>*</a:t>
            </a:r>
            <a:endParaRPr kumimoji="0" lang="en-US" altLang="zh-CN" sz="2400" b="1"/>
          </a:p>
        </p:txBody>
      </p:sp>
      <p:sp>
        <p:nvSpPr>
          <p:cNvPr id="110602" name="Text Box 10"/>
          <p:cNvSpPr txBox="1">
            <a:spLocks noChangeArrowheads="1"/>
          </p:cNvSpPr>
          <p:nvPr/>
        </p:nvSpPr>
        <p:spPr bwMode="auto">
          <a:xfrm>
            <a:off x="533400" y="1919288"/>
            <a:ext cx="5181600" cy="3476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7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b="1">
                <a:solidFill>
                  <a:srgbClr val="FF00FF"/>
                </a:solidFill>
              </a:rPr>
              <a:t>What’s Follow for each non-terminal ?</a:t>
            </a:r>
            <a:endParaRPr kumimoji="0" lang="en-US" altLang="zh-CN" sz="2400" b="1">
              <a:solidFill>
                <a:srgbClr val="FF00FF"/>
              </a:solidFill>
            </a:endParaRPr>
          </a:p>
        </p:txBody>
      </p:sp>
      <p:sp>
        <p:nvSpPr>
          <p:cNvPr id="110604" name="Text Box 12"/>
          <p:cNvSpPr txBox="1">
            <a:spLocks noChangeArrowheads="1"/>
          </p:cNvSpPr>
          <p:nvPr/>
        </p:nvSpPr>
        <p:spPr bwMode="auto">
          <a:xfrm>
            <a:off x="5791200" y="1538288"/>
            <a:ext cx="3200400" cy="482600"/>
          </a:xfrm>
          <a:prstGeom prst="rect">
            <a:avLst/>
          </a:prstGeom>
          <a:noFill/>
          <a:ln w="25400">
            <a:solidFill>
              <a:srgbClr val="FF00FF"/>
            </a:solidFill>
            <a:miter lim="800000"/>
            <a:head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b="1">
                <a:solidFill>
                  <a:srgbClr val="FF00FF"/>
                </a:solidFill>
              </a:rPr>
              <a:t>Follow(</a:t>
            </a:r>
            <a:r>
              <a:rPr kumimoji="0" lang="en-US" altLang="zh-CN" sz="2400" b="1"/>
              <a:t>T</a:t>
            </a:r>
            <a:r>
              <a:rPr kumimoji="0" lang="en-US" altLang="zh-CN" sz="2400" b="1">
                <a:solidFill>
                  <a:srgbClr val="FF00FF"/>
                </a:solidFill>
              </a:rPr>
              <a:t>) = {</a:t>
            </a:r>
            <a:r>
              <a:rPr kumimoji="0" lang="en-US" altLang="zh-CN" sz="2400" b="1">
                <a:solidFill>
                  <a:srgbClr val="FF3300"/>
                </a:solidFill>
              </a:rPr>
              <a:t> </a:t>
            </a:r>
            <a:r>
              <a:rPr kumimoji="0" lang="en-US" altLang="zh-CN" sz="2400" b="1">
                <a:solidFill>
                  <a:schemeClr val="accent2"/>
                </a:solidFill>
              </a:rPr>
              <a:t>+ , ) , $</a:t>
            </a:r>
            <a:r>
              <a:rPr kumimoji="0" lang="en-US" altLang="zh-CN" sz="2400" b="1">
                <a:solidFill>
                  <a:srgbClr val="FF3300"/>
                </a:solidFill>
              </a:rPr>
              <a:t> </a:t>
            </a:r>
            <a:r>
              <a:rPr kumimoji="0" lang="en-US" altLang="zh-CN" sz="2400" b="1">
                <a:solidFill>
                  <a:srgbClr val="FF00FF"/>
                </a:solidFill>
              </a:rPr>
              <a:t>}</a:t>
            </a:r>
            <a:endParaRPr kumimoji="0" lang="en-US" altLang="zh-CN" sz="2400" b="1">
              <a:solidFill>
                <a:srgbClr val="FF00FF"/>
              </a:solidFill>
            </a:endParaRPr>
          </a:p>
        </p:txBody>
      </p:sp>
      <p:sp>
        <p:nvSpPr>
          <p:cNvPr id="110605" name="Freeform 14"/>
          <p:cNvSpPr/>
          <p:nvPr/>
        </p:nvSpPr>
        <p:spPr bwMode="auto">
          <a:xfrm>
            <a:off x="219075" y="2282825"/>
            <a:ext cx="7826375" cy="3279775"/>
          </a:xfrm>
          <a:custGeom>
            <a:avLst/>
            <a:gdLst>
              <a:gd name="T0" fmla="*/ 2147483646 w 4930"/>
              <a:gd name="T1" fmla="*/ 2147483646 h 2674"/>
              <a:gd name="T2" fmla="*/ 2147483646 w 4930"/>
              <a:gd name="T3" fmla="*/ 2147483646 h 2674"/>
              <a:gd name="T4" fmla="*/ 2147483646 w 4930"/>
              <a:gd name="T5" fmla="*/ 2147483646 h 2674"/>
              <a:gd name="T6" fmla="*/ 2147483646 w 4930"/>
              <a:gd name="T7" fmla="*/ 2147483646 h 2674"/>
              <a:gd name="T8" fmla="*/ 2147483646 w 4930"/>
              <a:gd name="T9" fmla="*/ 2147483646 h 2674"/>
              <a:gd name="T10" fmla="*/ 2147483646 w 4930"/>
              <a:gd name="T11" fmla="*/ 2147483646 h 2674"/>
              <a:gd name="T12" fmla="*/ 2147483646 w 4930"/>
              <a:gd name="T13" fmla="*/ 2147483646 h 2674"/>
              <a:gd name="T14" fmla="*/ 2147483646 w 4930"/>
              <a:gd name="T15" fmla="*/ 2147483646 h 2674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w 4930"/>
              <a:gd name="T25" fmla="*/ 0 h 2674"/>
              <a:gd name="T26" fmla="*/ 4930 w 4930"/>
              <a:gd name="T27" fmla="*/ 2674 h 2674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T24" t="T25" r="T26" b="T27"/>
            <a:pathLst>
              <a:path w="4930" h="2674">
                <a:moveTo>
                  <a:pt x="735" y="146"/>
                </a:moveTo>
                <a:cubicBezTo>
                  <a:pt x="684" y="130"/>
                  <a:pt x="538" y="10"/>
                  <a:pt x="429" y="47"/>
                </a:cubicBezTo>
                <a:cubicBezTo>
                  <a:pt x="320" y="84"/>
                  <a:pt x="135" y="0"/>
                  <a:pt x="78" y="371"/>
                </a:cubicBezTo>
                <a:cubicBezTo>
                  <a:pt x="21" y="742"/>
                  <a:pt x="0" y="1900"/>
                  <a:pt x="87" y="2274"/>
                </a:cubicBezTo>
                <a:cubicBezTo>
                  <a:pt x="174" y="2648"/>
                  <a:pt x="75" y="2553"/>
                  <a:pt x="600" y="2613"/>
                </a:cubicBezTo>
                <a:cubicBezTo>
                  <a:pt x="1125" y="2674"/>
                  <a:pt x="2562" y="2633"/>
                  <a:pt x="3237" y="2634"/>
                </a:cubicBezTo>
                <a:cubicBezTo>
                  <a:pt x="3912" y="2635"/>
                  <a:pt x="4370" y="2651"/>
                  <a:pt x="4650" y="2624"/>
                </a:cubicBezTo>
                <a:cubicBezTo>
                  <a:pt x="4930" y="2596"/>
                  <a:pt x="4864" y="2501"/>
                  <a:pt x="4920" y="2469"/>
                </a:cubicBezTo>
              </a:path>
            </a:pathLst>
          </a:custGeom>
          <a:noFill/>
          <a:ln w="25400" cap="flat" cmpd="sng">
            <a:solidFill>
              <a:srgbClr val="FF00FF"/>
            </a:solidFill>
            <a:prstDash val="solid"/>
            <a:round/>
            <a:headEnd type="none" w="sm" len="sm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0606" name="Freeform 15"/>
          <p:cNvSpPr/>
          <p:nvPr/>
        </p:nvSpPr>
        <p:spPr bwMode="auto">
          <a:xfrm>
            <a:off x="457200" y="2971800"/>
            <a:ext cx="2828925" cy="685800"/>
          </a:xfrm>
          <a:custGeom>
            <a:avLst/>
            <a:gdLst>
              <a:gd name="T0" fmla="*/ 2147483646 w 1782"/>
              <a:gd name="T1" fmla="*/ 2147483646 h 555"/>
              <a:gd name="T2" fmla="*/ 2147483646 w 1782"/>
              <a:gd name="T3" fmla="*/ 2147483646 h 555"/>
              <a:gd name="T4" fmla="*/ 2147483646 w 1782"/>
              <a:gd name="T5" fmla="*/ 2147483646 h 555"/>
              <a:gd name="T6" fmla="*/ 2147483646 w 1782"/>
              <a:gd name="T7" fmla="*/ 2147483646 h 555"/>
              <a:gd name="T8" fmla="*/ 2147483646 w 1782"/>
              <a:gd name="T9" fmla="*/ 2147483646 h 555"/>
              <a:gd name="T10" fmla="*/ 2147483646 w 1782"/>
              <a:gd name="T11" fmla="*/ 2147483646 h 555"/>
              <a:gd name="T12" fmla="*/ 2147483646 w 1782"/>
              <a:gd name="T13" fmla="*/ 2147483646 h 555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1782"/>
              <a:gd name="T22" fmla="*/ 0 h 555"/>
              <a:gd name="T23" fmla="*/ 1782 w 1782"/>
              <a:gd name="T24" fmla="*/ 555 h 555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1782" h="555">
                <a:moveTo>
                  <a:pt x="339" y="72"/>
                </a:moveTo>
                <a:cubicBezTo>
                  <a:pt x="270" y="36"/>
                  <a:pt x="201" y="0"/>
                  <a:pt x="148" y="24"/>
                </a:cubicBezTo>
                <a:cubicBezTo>
                  <a:pt x="95" y="48"/>
                  <a:pt x="32" y="144"/>
                  <a:pt x="21" y="216"/>
                </a:cubicBezTo>
                <a:cubicBezTo>
                  <a:pt x="11" y="288"/>
                  <a:pt x="0" y="408"/>
                  <a:pt x="85" y="456"/>
                </a:cubicBezTo>
                <a:cubicBezTo>
                  <a:pt x="170" y="504"/>
                  <a:pt x="285" y="506"/>
                  <a:pt x="530" y="504"/>
                </a:cubicBezTo>
                <a:cubicBezTo>
                  <a:pt x="775" y="502"/>
                  <a:pt x="1348" y="439"/>
                  <a:pt x="1557" y="447"/>
                </a:cubicBezTo>
                <a:cubicBezTo>
                  <a:pt x="1766" y="455"/>
                  <a:pt x="1735" y="533"/>
                  <a:pt x="1782" y="555"/>
                </a:cubicBezTo>
              </a:path>
            </a:pathLst>
          </a:custGeom>
          <a:noFill/>
          <a:ln w="25400" cap="flat" cmpd="sng">
            <a:solidFill>
              <a:srgbClr val="FF00FF"/>
            </a:solidFill>
            <a:prstDash val="solid"/>
            <a:round/>
            <a:headEnd type="none" w="sm" len="sm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FOLLOW</a:t>
            </a:r>
            <a:r>
              <a:rPr lang="zh-CN" altLang="en-US"/>
              <a:t>与预测分析</a:t>
            </a:r>
            <a:endParaRPr lang="zh-CN" altLang="en-US"/>
          </a:p>
        </p:txBody>
      </p:sp>
      <p:sp>
        <p:nvSpPr>
          <p:cNvPr id="111619" name="Text Box 3"/>
          <p:cNvSpPr txBox="1">
            <a:spLocks noChangeArrowheads="1"/>
          </p:cNvSpPr>
          <p:nvPr/>
        </p:nvSpPr>
        <p:spPr bwMode="auto">
          <a:xfrm>
            <a:off x="457200" y="1538288"/>
            <a:ext cx="5867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b="1"/>
              <a:t>Consider the following derivation:</a:t>
            </a:r>
            <a:endParaRPr kumimoji="0" lang="en-US" altLang="zh-CN" sz="2400" b="1"/>
          </a:p>
        </p:txBody>
      </p:sp>
      <p:sp>
        <p:nvSpPr>
          <p:cNvPr id="111620" name="Text Box 4"/>
          <p:cNvSpPr txBox="1">
            <a:spLocks noChangeArrowheads="1"/>
          </p:cNvSpPr>
          <p:nvPr/>
        </p:nvSpPr>
        <p:spPr bwMode="auto">
          <a:xfrm>
            <a:off x="533400" y="2452688"/>
            <a:ext cx="72802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b="1"/>
              <a:t>E </a:t>
            </a:r>
            <a:r>
              <a:rPr kumimoji="0" lang="en-US" altLang="zh-CN" sz="2400" b="1">
                <a:sym typeface="Symbol" panose="05050102010706020507" pitchFamily="18" charset="2"/>
              </a:rPr>
              <a:t> TE’  FT’E’  </a:t>
            </a:r>
            <a:r>
              <a:rPr kumimoji="0"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( </a:t>
            </a:r>
            <a:r>
              <a:rPr kumimoji="0" lang="en-US" altLang="zh-CN" sz="2400" b="1">
                <a:sym typeface="Symbol" panose="05050102010706020507" pitchFamily="18" charset="2"/>
              </a:rPr>
              <a:t>E</a:t>
            </a:r>
            <a:r>
              <a:rPr kumimoji="0"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 ) </a:t>
            </a:r>
            <a:r>
              <a:rPr kumimoji="0" lang="en-US" altLang="zh-CN" sz="2400" b="1">
                <a:sym typeface="Symbol" panose="05050102010706020507" pitchFamily="18" charset="2"/>
              </a:rPr>
              <a:t>T’E’  </a:t>
            </a:r>
            <a:endParaRPr kumimoji="0" lang="en-US" altLang="zh-CN" sz="2400" b="1">
              <a:sym typeface="Symbol" panose="05050102010706020507" pitchFamily="18" charset="2"/>
            </a:endParaRPr>
          </a:p>
        </p:txBody>
      </p:sp>
      <p:sp>
        <p:nvSpPr>
          <p:cNvPr id="111621" name="Text Box 5"/>
          <p:cNvSpPr txBox="1">
            <a:spLocks noChangeArrowheads="1"/>
          </p:cNvSpPr>
          <p:nvPr/>
        </p:nvSpPr>
        <p:spPr bwMode="auto">
          <a:xfrm>
            <a:off x="533400" y="2971800"/>
            <a:ext cx="7696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b="1">
                <a:solidFill>
                  <a:schemeClr val="accent2"/>
                </a:solidFill>
              </a:rPr>
              <a:t>(</a:t>
            </a:r>
            <a:r>
              <a:rPr kumimoji="0" lang="en-US" altLang="zh-CN" sz="2400" b="1"/>
              <a:t> TE’ </a:t>
            </a:r>
            <a:r>
              <a:rPr kumimoji="0" lang="en-US" altLang="zh-CN" sz="2400" b="1">
                <a:solidFill>
                  <a:schemeClr val="accent2"/>
                </a:solidFill>
              </a:rPr>
              <a:t>)</a:t>
            </a:r>
            <a:r>
              <a:rPr kumimoji="0" lang="en-US" altLang="zh-CN" sz="2400" b="1"/>
              <a:t> T’E’ </a:t>
            </a:r>
            <a:r>
              <a:rPr kumimoji="0" lang="en-US" altLang="zh-CN" sz="2400" b="1">
                <a:sym typeface="Symbol" panose="05050102010706020507" pitchFamily="18" charset="2"/>
              </a:rPr>
              <a:t> </a:t>
            </a:r>
            <a:r>
              <a:rPr kumimoji="0"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( </a:t>
            </a:r>
            <a:r>
              <a:rPr kumimoji="0" lang="en-US" altLang="zh-CN" sz="2400" b="1">
                <a:sym typeface="Symbol" panose="05050102010706020507" pitchFamily="18" charset="2"/>
              </a:rPr>
              <a:t>FT’E’</a:t>
            </a:r>
            <a:r>
              <a:rPr kumimoji="0"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 ) </a:t>
            </a:r>
            <a:r>
              <a:rPr kumimoji="0" lang="en-US" altLang="zh-CN" sz="2400" b="1">
                <a:sym typeface="Symbol" panose="05050102010706020507" pitchFamily="18" charset="2"/>
              </a:rPr>
              <a:t>T’E’  </a:t>
            </a:r>
            <a:r>
              <a:rPr kumimoji="0"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( id</a:t>
            </a:r>
            <a:r>
              <a:rPr kumimoji="0" lang="en-US" altLang="zh-CN" sz="2400" b="1">
                <a:sym typeface="Symbol" panose="05050102010706020507" pitchFamily="18" charset="2"/>
              </a:rPr>
              <a:t> T’E’ </a:t>
            </a:r>
            <a:r>
              <a:rPr kumimoji="0"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)</a:t>
            </a:r>
            <a:r>
              <a:rPr kumimoji="0" lang="en-US" altLang="zh-CN" sz="2400" b="1">
                <a:sym typeface="Symbol" panose="05050102010706020507" pitchFamily="18" charset="2"/>
              </a:rPr>
              <a:t> T’E’  </a:t>
            </a:r>
            <a:endParaRPr kumimoji="0" lang="en-US" altLang="zh-CN" sz="2400" b="1">
              <a:sym typeface="Symbol" panose="05050102010706020507" pitchFamily="18" charset="2"/>
            </a:endParaRPr>
          </a:p>
        </p:txBody>
      </p:sp>
      <p:sp>
        <p:nvSpPr>
          <p:cNvPr id="111622" name="Text Box 6"/>
          <p:cNvSpPr txBox="1">
            <a:spLocks noChangeArrowheads="1"/>
          </p:cNvSpPr>
          <p:nvPr/>
        </p:nvSpPr>
        <p:spPr bwMode="auto">
          <a:xfrm>
            <a:off x="533400" y="3581400"/>
            <a:ext cx="72802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( id</a:t>
            </a:r>
            <a:r>
              <a:rPr kumimoji="0" lang="en-US" altLang="zh-CN" sz="2400" b="1">
                <a:sym typeface="Symbol" panose="05050102010706020507" pitchFamily="18" charset="2"/>
              </a:rPr>
              <a:t> E’ </a:t>
            </a:r>
            <a:r>
              <a:rPr kumimoji="0"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)</a:t>
            </a:r>
            <a:r>
              <a:rPr kumimoji="0" lang="en-US" altLang="zh-CN" sz="2400" b="1">
                <a:sym typeface="Symbol" panose="05050102010706020507" pitchFamily="18" charset="2"/>
              </a:rPr>
              <a:t> T’E’  </a:t>
            </a:r>
            <a:r>
              <a:rPr kumimoji="0"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( id )</a:t>
            </a:r>
            <a:r>
              <a:rPr kumimoji="0" lang="en-US" altLang="zh-CN" sz="2400" b="1">
                <a:sym typeface="Symbol" panose="05050102010706020507" pitchFamily="18" charset="2"/>
              </a:rPr>
              <a:t> T’E’  </a:t>
            </a:r>
            <a:r>
              <a:rPr kumimoji="0"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( id )</a:t>
            </a:r>
            <a:r>
              <a:rPr kumimoji="0" lang="en-US" altLang="zh-CN" sz="2400" b="1">
                <a:sym typeface="Symbol" panose="05050102010706020507" pitchFamily="18" charset="2"/>
              </a:rPr>
              <a:t> </a:t>
            </a:r>
            <a:r>
              <a:rPr kumimoji="0"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*</a:t>
            </a:r>
            <a:r>
              <a:rPr kumimoji="0" lang="en-US" altLang="zh-CN" sz="2400" b="1">
                <a:sym typeface="Symbol" panose="05050102010706020507" pitchFamily="18" charset="2"/>
              </a:rPr>
              <a:t> FT’E’  </a:t>
            </a:r>
            <a:endParaRPr kumimoji="0" lang="en-US" altLang="zh-CN" sz="2400" b="1">
              <a:sym typeface="Symbol" panose="05050102010706020507" pitchFamily="18" charset="2"/>
            </a:endParaRPr>
          </a:p>
        </p:txBody>
      </p:sp>
      <p:sp>
        <p:nvSpPr>
          <p:cNvPr id="111623" name="Text Box 7"/>
          <p:cNvSpPr txBox="1">
            <a:spLocks noChangeArrowheads="1"/>
          </p:cNvSpPr>
          <p:nvPr/>
        </p:nvSpPr>
        <p:spPr bwMode="auto">
          <a:xfrm>
            <a:off x="457200" y="4191000"/>
            <a:ext cx="738346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b="1">
                <a:sym typeface="Symbol" panose="05050102010706020507" pitchFamily="18" charset="2"/>
              </a:rPr>
              <a:t> </a:t>
            </a:r>
            <a:r>
              <a:rPr kumimoji="0"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( id )</a:t>
            </a:r>
            <a:r>
              <a:rPr kumimoji="0" lang="en-US" altLang="zh-CN" sz="2400" b="1">
                <a:sym typeface="Symbol" panose="05050102010706020507" pitchFamily="18" charset="2"/>
              </a:rPr>
              <a:t> </a:t>
            </a:r>
            <a:r>
              <a:rPr kumimoji="0"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*</a:t>
            </a:r>
            <a:r>
              <a:rPr kumimoji="0" lang="en-US" altLang="zh-CN" sz="2400" b="1">
                <a:sym typeface="Symbol" panose="05050102010706020507" pitchFamily="18" charset="2"/>
              </a:rPr>
              <a:t> </a:t>
            </a:r>
            <a:r>
              <a:rPr kumimoji="0"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id </a:t>
            </a:r>
            <a:r>
              <a:rPr kumimoji="0" lang="en-US" altLang="zh-CN" sz="2400" b="1">
                <a:sym typeface="Symbol" panose="05050102010706020507" pitchFamily="18" charset="2"/>
              </a:rPr>
              <a:t>T’E’  </a:t>
            </a:r>
            <a:r>
              <a:rPr kumimoji="0"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( id )</a:t>
            </a:r>
            <a:r>
              <a:rPr kumimoji="0" lang="en-US" altLang="zh-CN" sz="2400" b="1">
                <a:sym typeface="Symbol" panose="05050102010706020507" pitchFamily="18" charset="2"/>
              </a:rPr>
              <a:t> </a:t>
            </a:r>
            <a:r>
              <a:rPr kumimoji="0"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*</a:t>
            </a:r>
            <a:r>
              <a:rPr kumimoji="0" lang="en-US" altLang="zh-CN" sz="2400" b="1">
                <a:sym typeface="Symbol" panose="05050102010706020507" pitchFamily="18" charset="2"/>
              </a:rPr>
              <a:t> </a:t>
            </a:r>
            <a:r>
              <a:rPr kumimoji="0"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id </a:t>
            </a:r>
            <a:r>
              <a:rPr kumimoji="0" lang="en-US" altLang="zh-CN" sz="2400" b="1">
                <a:sym typeface="Symbol" panose="05050102010706020507" pitchFamily="18" charset="2"/>
              </a:rPr>
              <a:t>E’  </a:t>
            </a:r>
            <a:r>
              <a:rPr kumimoji="0"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( id )</a:t>
            </a:r>
            <a:r>
              <a:rPr kumimoji="0" lang="en-US" altLang="zh-CN" sz="2400" b="1">
                <a:sym typeface="Symbol" panose="05050102010706020507" pitchFamily="18" charset="2"/>
              </a:rPr>
              <a:t> </a:t>
            </a:r>
            <a:r>
              <a:rPr kumimoji="0"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*</a:t>
            </a:r>
            <a:r>
              <a:rPr kumimoji="0" lang="en-US" altLang="zh-CN" sz="2400" b="1">
                <a:sym typeface="Symbol" panose="05050102010706020507" pitchFamily="18" charset="2"/>
              </a:rPr>
              <a:t> </a:t>
            </a:r>
            <a:r>
              <a:rPr kumimoji="0"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id + </a:t>
            </a:r>
            <a:r>
              <a:rPr kumimoji="0" lang="en-US" altLang="zh-CN" sz="2400" b="1">
                <a:sym typeface="Symbol" panose="05050102010706020507" pitchFamily="18" charset="2"/>
              </a:rPr>
              <a:t>TE’  </a:t>
            </a:r>
            <a:endParaRPr kumimoji="0" lang="en-US" altLang="zh-CN" sz="2400" b="1">
              <a:sym typeface="Symbol" panose="05050102010706020507" pitchFamily="18" charset="2"/>
            </a:endParaRPr>
          </a:p>
        </p:txBody>
      </p:sp>
      <p:sp>
        <p:nvSpPr>
          <p:cNvPr id="111624" name="Text Box 8"/>
          <p:cNvSpPr txBox="1">
            <a:spLocks noChangeArrowheads="1"/>
          </p:cNvSpPr>
          <p:nvPr/>
        </p:nvSpPr>
        <p:spPr bwMode="auto">
          <a:xfrm>
            <a:off x="533400" y="4800600"/>
            <a:ext cx="842486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( id )</a:t>
            </a:r>
            <a:r>
              <a:rPr kumimoji="0" lang="en-US" altLang="zh-CN" sz="2400" b="1">
                <a:sym typeface="Symbol" panose="05050102010706020507" pitchFamily="18" charset="2"/>
              </a:rPr>
              <a:t> </a:t>
            </a:r>
            <a:r>
              <a:rPr kumimoji="0"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*</a:t>
            </a:r>
            <a:r>
              <a:rPr kumimoji="0" lang="en-US" altLang="zh-CN" sz="2400" b="1">
                <a:sym typeface="Symbol" panose="05050102010706020507" pitchFamily="18" charset="2"/>
              </a:rPr>
              <a:t> </a:t>
            </a:r>
            <a:r>
              <a:rPr kumimoji="0"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id + </a:t>
            </a:r>
            <a:r>
              <a:rPr kumimoji="0" lang="en-US" altLang="zh-CN" sz="2400" b="1">
                <a:sym typeface="Symbol" panose="05050102010706020507" pitchFamily="18" charset="2"/>
              </a:rPr>
              <a:t>FT’E’  </a:t>
            </a:r>
            <a:r>
              <a:rPr kumimoji="0"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( id )</a:t>
            </a:r>
            <a:r>
              <a:rPr kumimoji="0" lang="en-US" altLang="zh-CN" sz="2400" b="1">
                <a:sym typeface="Symbol" panose="05050102010706020507" pitchFamily="18" charset="2"/>
              </a:rPr>
              <a:t> </a:t>
            </a:r>
            <a:r>
              <a:rPr kumimoji="0"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*</a:t>
            </a:r>
            <a:r>
              <a:rPr kumimoji="0" lang="en-US" altLang="zh-CN" sz="2400" b="1">
                <a:sym typeface="Symbol" panose="05050102010706020507" pitchFamily="18" charset="2"/>
              </a:rPr>
              <a:t> </a:t>
            </a:r>
            <a:r>
              <a:rPr kumimoji="0"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id +id  </a:t>
            </a:r>
            <a:r>
              <a:rPr kumimoji="0" lang="en-US" altLang="zh-CN" sz="2400" b="1">
                <a:sym typeface="Symbol" panose="05050102010706020507" pitchFamily="18" charset="2"/>
              </a:rPr>
              <a:t>T’E’  </a:t>
            </a:r>
            <a:r>
              <a:rPr kumimoji="0"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( id ) * id + id$</a:t>
            </a:r>
            <a:endParaRPr kumimoji="0" lang="en-US" altLang="zh-CN" sz="2400" b="1">
              <a:sym typeface="Symbol" panose="05050102010706020507" pitchFamily="18" charset="2"/>
            </a:endParaRPr>
          </a:p>
        </p:txBody>
      </p:sp>
      <p:sp>
        <p:nvSpPr>
          <p:cNvPr id="111625" name="Text Box 9"/>
          <p:cNvSpPr txBox="1">
            <a:spLocks noChangeArrowheads="1"/>
          </p:cNvSpPr>
          <p:nvPr/>
        </p:nvSpPr>
        <p:spPr bwMode="auto">
          <a:xfrm>
            <a:off x="5824538" y="4724400"/>
            <a:ext cx="72866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b="1"/>
              <a:t>*</a:t>
            </a:r>
            <a:endParaRPr kumimoji="0" lang="en-US" altLang="zh-CN" sz="2400" b="1"/>
          </a:p>
        </p:txBody>
      </p:sp>
      <p:sp>
        <p:nvSpPr>
          <p:cNvPr id="111626" name="Text Box 10"/>
          <p:cNvSpPr txBox="1">
            <a:spLocks noChangeArrowheads="1"/>
          </p:cNvSpPr>
          <p:nvPr/>
        </p:nvSpPr>
        <p:spPr bwMode="auto">
          <a:xfrm>
            <a:off x="533400" y="1919288"/>
            <a:ext cx="5181600" cy="3476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7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b="1">
                <a:solidFill>
                  <a:srgbClr val="FF00FF"/>
                </a:solidFill>
              </a:rPr>
              <a:t>What’s Follow for each non-terminal ?</a:t>
            </a:r>
            <a:endParaRPr kumimoji="0" lang="en-US" altLang="zh-CN" sz="2400" b="1">
              <a:solidFill>
                <a:srgbClr val="FF00FF"/>
              </a:solidFill>
            </a:endParaRPr>
          </a:p>
        </p:txBody>
      </p:sp>
      <p:sp>
        <p:nvSpPr>
          <p:cNvPr id="111628" name="Text Box 12"/>
          <p:cNvSpPr txBox="1">
            <a:spLocks noChangeArrowheads="1"/>
          </p:cNvSpPr>
          <p:nvPr/>
        </p:nvSpPr>
        <p:spPr bwMode="auto">
          <a:xfrm>
            <a:off x="5791200" y="1538288"/>
            <a:ext cx="3352800" cy="482600"/>
          </a:xfrm>
          <a:prstGeom prst="rect">
            <a:avLst/>
          </a:prstGeom>
          <a:noFill/>
          <a:ln w="25400">
            <a:solidFill>
              <a:srgbClr val="FF00FF"/>
            </a:solidFill>
            <a:miter lim="800000"/>
            <a:head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b="1">
                <a:solidFill>
                  <a:srgbClr val="FF00FF"/>
                </a:solidFill>
              </a:rPr>
              <a:t>Follow(</a:t>
            </a:r>
            <a:r>
              <a:rPr kumimoji="0" lang="en-US" altLang="zh-CN" sz="2400" b="1"/>
              <a:t>F</a:t>
            </a:r>
            <a:r>
              <a:rPr kumimoji="0" lang="en-US" altLang="zh-CN" sz="2400" b="1">
                <a:solidFill>
                  <a:srgbClr val="FF00FF"/>
                </a:solidFill>
              </a:rPr>
              <a:t>) = {</a:t>
            </a:r>
            <a:r>
              <a:rPr kumimoji="0" lang="en-US" altLang="zh-CN" sz="2400" b="1">
                <a:solidFill>
                  <a:srgbClr val="FF3300"/>
                </a:solidFill>
              </a:rPr>
              <a:t> </a:t>
            </a:r>
            <a:r>
              <a:rPr kumimoji="0" lang="en-US" altLang="zh-CN" sz="2400" b="1">
                <a:solidFill>
                  <a:schemeClr val="accent2"/>
                </a:solidFill>
              </a:rPr>
              <a:t>* , + , $, )</a:t>
            </a:r>
            <a:r>
              <a:rPr kumimoji="0" lang="en-US" altLang="zh-CN" sz="2400" b="1">
                <a:solidFill>
                  <a:srgbClr val="FF3300"/>
                </a:solidFill>
              </a:rPr>
              <a:t> </a:t>
            </a:r>
            <a:r>
              <a:rPr kumimoji="0" lang="en-US" altLang="zh-CN" sz="2400" b="1">
                <a:solidFill>
                  <a:srgbClr val="FF00FF"/>
                </a:solidFill>
              </a:rPr>
              <a:t>}</a:t>
            </a:r>
            <a:endParaRPr kumimoji="0" lang="en-US" altLang="zh-CN" sz="2400" b="1">
              <a:solidFill>
                <a:srgbClr val="FF00FF"/>
              </a:solidFill>
            </a:endParaRPr>
          </a:p>
        </p:txBody>
      </p:sp>
      <p:sp>
        <p:nvSpPr>
          <p:cNvPr id="111629" name="Freeform 15"/>
          <p:cNvSpPr/>
          <p:nvPr/>
        </p:nvSpPr>
        <p:spPr bwMode="auto">
          <a:xfrm>
            <a:off x="2895600" y="3338513"/>
            <a:ext cx="390525" cy="319087"/>
          </a:xfrm>
          <a:custGeom>
            <a:avLst/>
            <a:gdLst>
              <a:gd name="T0" fmla="*/ 0 w 246"/>
              <a:gd name="T1" fmla="*/ 0 h 333"/>
              <a:gd name="T2" fmla="*/ 2147483646 w 246"/>
              <a:gd name="T3" fmla="*/ 2147483646 h 333"/>
              <a:gd name="T4" fmla="*/ 2147483646 w 246"/>
              <a:gd name="T5" fmla="*/ 2147483646 h 333"/>
              <a:gd name="T6" fmla="*/ 2147483646 w 246"/>
              <a:gd name="T7" fmla="*/ 2147483646 h 333"/>
              <a:gd name="T8" fmla="*/ 0 60000 65536"/>
              <a:gd name="T9" fmla="*/ 0 60000 65536"/>
              <a:gd name="T10" fmla="*/ 0 60000 65536"/>
              <a:gd name="T11" fmla="*/ 0 60000 65536"/>
              <a:gd name="T12" fmla="*/ 0 w 246"/>
              <a:gd name="T13" fmla="*/ 0 h 333"/>
              <a:gd name="T14" fmla="*/ 246 w 246"/>
              <a:gd name="T15" fmla="*/ 333 h 333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46" h="333">
                <a:moveTo>
                  <a:pt x="0" y="0"/>
                </a:moveTo>
                <a:cubicBezTo>
                  <a:pt x="11" y="21"/>
                  <a:pt x="32" y="93"/>
                  <a:pt x="66" y="126"/>
                </a:cubicBezTo>
                <a:cubicBezTo>
                  <a:pt x="100" y="159"/>
                  <a:pt x="171" y="164"/>
                  <a:pt x="201" y="198"/>
                </a:cubicBezTo>
                <a:cubicBezTo>
                  <a:pt x="231" y="232"/>
                  <a:pt x="237" y="305"/>
                  <a:pt x="246" y="333"/>
                </a:cubicBezTo>
              </a:path>
            </a:pathLst>
          </a:custGeom>
          <a:noFill/>
          <a:ln w="25400" cap="flat" cmpd="sng">
            <a:solidFill>
              <a:srgbClr val="FF00FF"/>
            </a:solidFill>
            <a:prstDash val="solid"/>
            <a:round/>
            <a:headEnd type="none" w="sm" len="sm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1630" name="Freeform 16"/>
          <p:cNvSpPr/>
          <p:nvPr/>
        </p:nvSpPr>
        <p:spPr bwMode="auto">
          <a:xfrm>
            <a:off x="5486400" y="3948113"/>
            <a:ext cx="762000" cy="395287"/>
          </a:xfrm>
          <a:custGeom>
            <a:avLst/>
            <a:gdLst>
              <a:gd name="T0" fmla="*/ 0 w 246"/>
              <a:gd name="T1" fmla="*/ 0 h 333"/>
              <a:gd name="T2" fmla="*/ 2147483646 w 246"/>
              <a:gd name="T3" fmla="*/ 2147483646 h 333"/>
              <a:gd name="T4" fmla="*/ 2147483646 w 246"/>
              <a:gd name="T5" fmla="*/ 2147483646 h 333"/>
              <a:gd name="T6" fmla="*/ 2147483646 w 246"/>
              <a:gd name="T7" fmla="*/ 2147483646 h 333"/>
              <a:gd name="T8" fmla="*/ 0 60000 65536"/>
              <a:gd name="T9" fmla="*/ 0 60000 65536"/>
              <a:gd name="T10" fmla="*/ 0 60000 65536"/>
              <a:gd name="T11" fmla="*/ 0 60000 65536"/>
              <a:gd name="T12" fmla="*/ 0 w 246"/>
              <a:gd name="T13" fmla="*/ 0 h 333"/>
              <a:gd name="T14" fmla="*/ 246 w 246"/>
              <a:gd name="T15" fmla="*/ 333 h 333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46" h="333">
                <a:moveTo>
                  <a:pt x="0" y="0"/>
                </a:moveTo>
                <a:cubicBezTo>
                  <a:pt x="11" y="21"/>
                  <a:pt x="32" y="93"/>
                  <a:pt x="66" y="126"/>
                </a:cubicBezTo>
                <a:cubicBezTo>
                  <a:pt x="100" y="159"/>
                  <a:pt x="171" y="164"/>
                  <a:pt x="201" y="198"/>
                </a:cubicBezTo>
                <a:cubicBezTo>
                  <a:pt x="231" y="232"/>
                  <a:pt x="237" y="305"/>
                  <a:pt x="246" y="333"/>
                </a:cubicBezTo>
              </a:path>
            </a:pathLst>
          </a:custGeom>
          <a:noFill/>
          <a:ln w="25400" cap="flat" cmpd="sng">
            <a:solidFill>
              <a:srgbClr val="FF00FF"/>
            </a:solidFill>
            <a:prstDash val="solid"/>
            <a:round/>
            <a:headEnd type="none" w="sm" len="sm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1631" name="Freeform 17"/>
          <p:cNvSpPr/>
          <p:nvPr/>
        </p:nvSpPr>
        <p:spPr bwMode="auto">
          <a:xfrm>
            <a:off x="2209800" y="5167313"/>
            <a:ext cx="5819775" cy="395287"/>
          </a:xfrm>
          <a:custGeom>
            <a:avLst/>
            <a:gdLst>
              <a:gd name="T0" fmla="*/ 0 w 3666"/>
              <a:gd name="T1" fmla="*/ 0 h 249"/>
              <a:gd name="T2" fmla="*/ 2147483646 w 3666"/>
              <a:gd name="T3" fmla="*/ 2147483646 h 249"/>
              <a:gd name="T4" fmla="*/ 2147483646 w 3666"/>
              <a:gd name="T5" fmla="*/ 2147483646 h 249"/>
              <a:gd name="T6" fmla="*/ 2147483646 w 3666"/>
              <a:gd name="T7" fmla="*/ 2147483646 h 249"/>
              <a:gd name="T8" fmla="*/ 2147483646 w 3666"/>
              <a:gd name="T9" fmla="*/ 2147483646 h 249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3666"/>
              <a:gd name="T16" fmla="*/ 0 h 249"/>
              <a:gd name="T17" fmla="*/ 3666 w 3666"/>
              <a:gd name="T18" fmla="*/ 249 h 249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3666" h="249">
                <a:moveTo>
                  <a:pt x="0" y="0"/>
                </a:moveTo>
                <a:cubicBezTo>
                  <a:pt x="147" y="69"/>
                  <a:pt x="352" y="138"/>
                  <a:pt x="671" y="175"/>
                </a:cubicBezTo>
                <a:cubicBezTo>
                  <a:pt x="991" y="213"/>
                  <a:pt x="1472" y="218"/>
                  <a:pt x="1916" y="224"/>
                </a:cubicBezTo>
                <a:cubicBezTo>
                  <a:pt x="2360" y="230"/>
                  <a:pt x="3041" y="249"/>
                  <a:pt x="3333" y="213"/>
                </a:cubicBezTo>
                <a:cubicBezTo>
                  <a:pt x="3625" y="177"/>
                  <a:pt x="3597" y="49"/>
                  <a:pt x="3666" y="6"/>
                </a:cubicBezTo>
              </a:path>
            </a:pathLst>
          </a:custGeom>
          <a:noFill/>
          <a:ln w="25400" cap="flat" cmpd="sng">
            <a:solidFill>
              <a:srgbClr val="FF00FF"/>
            </a:solidFill>
            <a:prstDash val="solid"/>
            <a:round/>
            <a:headEnd type="none" w="sm" len="sm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FOLLOW</a:t>
            </a:r>
            <a:r>
              <a:rPr lang="zh-CN" altLang="en-US"/>
              <a:t>与预测分析</a:t>
            </a:r>
            <a:endParaRPr lang="zh-CN" altLang="en-US"/>
          </a:p>
        </p:txBody>
      </p:sp>
      <p:sp>
        <p:nvSpPr>
          <p:cNvPr id="112643" name="Text Box 3"/>
          <p:cNvSpPr txBox="1">
            <a:spLocks noChangeArrowheads="1"/>
          </p:cNvSpPr>
          <p:nvPr/>
        </p:nvSpPr>
        <p:spPr bwMode="auto">
          <a:xfrm>
            <a:off x="457200" y="1538288"/>
            <a:ext cx="5867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b="1"/>
              <a:t>Consider the following derivation:</a:t>
            </a:r>
            <a:endParaRPr kumimoji="0" lang="en-US" altLang="zh-CN" sz="2400" b="1"/>
          </a:p>
        </p:txBody>
      </p:sp>
      <p:sp>
        <p:nvSpPr>
          <p:cNvPr id="112644" name="Text Box 10"/>
          <p:cNvSpPr txBox="1">
            <a:spLocks noChangeArrowheads="1"/>
          </p:cNvSpPr>
          <p:nvPr/>
        </p:nvSpPr>
        <p:spPr bwMode="auto">
          <a:xfrm>
            <a:off x="533400" y="1919288"/>
            <a:ext cx="5181600" cy="3476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7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b="1">
                <a:solidFill>
                  <a:srgbClr val="FF00FF"/>
                </a:solidFill>
              </a:rPr>
              <a:t>What’s Follow for each non-terminal ?</a:t>
            </a:r>
            <a:endParaRPr kumimoji="0" lang="en-US" altLang="zh-CN" sz="2400" b="1">
              <a:solidFill>
                <a:srgbClr val="FF00FF"/>
              </a:solidFill>
            </a:endParaRPr>
          </a:p>
        </p:txBody>
      </p:sp>
      <p:sp>
        <p:nvSpPr>
          <p:cNvPr id="112645" name="Text Box 12"/>
          <p:cNvSpPr txBox="1">
            <a:spLocks noChangeArrowheads="1"/>
          </p:cNvSpPr>
          <p:nvPr/>
        </p:nvSpPr>
        <p:spPr bwMode="auto">
          <a:xfrm>
            <a:off x="5791200" y="1538288"/>
            <a:ext cx="3352800" cy="847725"/>
          </a:xfrm>
          <a:prstGeom prst="rect">
            <a:avLst/>
          </a:prstGeom>
          <a:noFill/>
          <a:ln w="25400">
            <a:solidFill>
              <a:srgbClr val="FF00FF"/>
            </a:solidFill>
            <a:miter lim="800000"/>
            <a:head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b="1">
                <a:solidFill>
                  <a:srgbClr val="FF00FF"/>
                </a:solidFill>
              </a:rPr>
              <a:t>Follow(</a:t>
            </a:r>
            <a:r>
              <a:rPr kumimoji="0" lang="en-US" altLang="zh-CN" sz="2400" b="1"/>
              <a:t>T’</a:t>
            </a:r>
            <a:r>
              <a:rPr kumimoji="0" lang="en-US" altLang="zh-CN" sz="2400" b="1">
                <a:solidFill>
                  <a:srgbClr val="FF00FF"/>
                </a:solidFill>
              </a:rPr>
              <a:t>) = {</a:t>
            </a:r>
            <a:r>
              <a:rPr kumimoji="0" lang="en-US" altLang="zh-CN" sz="2400" b="1">
                <a:solidFill>
                  <a:srgbClr val="FF3300"/>
                </a:solidFill>
              </a:rPr>
              <a:t> </a:t>
            </a:r>
            <a:r>
              <a:rPr kumimoji="0" lang="en-US" altLang="zh-CN" sz="2400" b="1">
                <a:solidFill>
                  <a:schemeClr val="accent2"/>
                </a:solidFill>
              </a:rPr>
              <a:t>+ , $, )</a:t>
            </a:r>
            <a:r>
              <a:rPr kumimoji="0" lang="en-US" altLang="zh-CN" sz="2400" b="1">
                <a:solidFill>
                  <a:srgbClr val="FF3300"/>
                </a:solidFill>
              </a:rPr>
              <a:t> </a:t>
            </a:r>
            <a:r>
              <a:rPr kumimoji="0" lang="en-US" altLang="zh-CN" sz="2400" b="1">
                <a:solidFill>
                  <a:srgbClr val="FF00FF"/>
                </a:solidFill>
              </a:rPr>
              <a:t>}</a:t>
            </a:r>
            <a:br>
              <a:rPr kumimoji="0" lang="en-US" altLang="zh-CN" sz="2400" b="1">
                <a:solidFill>
                  <a:srgbClr val="FF00FF"/>
                </a:solidFill>
              </a:rPr>
            </a:br>
            <a:r>
              <a:rPr kumimoji="0" lang="en-US" altLang="zh-CN" sz="2400" b="1">
                <a:solidFill>
                  <a:srgbClr val="FF00FF"/>
                </a:solidFill>
              </a:rPr>
              <a:t>Follow(</a:t>
            </a:r>
            <a:r>
              <a:rPr kumimoji="0" lang="en-US" altLang="zh-CN" sz="2400" b="1"/>
              <a:t>E’</a:t>
            </a:r>
            <a:r>
              <a:rPr kumimoji="0" lang="en-US" altLang="zh-CN" sz="2400" b="1">
                <a:solidFill>
                  <a:srgbClr val="FF00FF"/>
                </a:solidFill>
              </a:rPr>
              <a:t>) = {</a:t>
            </a:r>
            <a:r>
              <a:rPr kumimoji="0" lang="en-US" altLang="zh-CN" sz="2400" b="1">
                <a:solidFill>
                  <a:srgbClr val="FF3300"/>
                </a:solidFill>
              </a:rPr>
              <a:t> </a:t>
            </a:r>
            <a:r>
              <a:rPr kumimoji="0" lang="en-US" altLang="zh-CN" sz="2400" b="1">
                <a:solidFill>
                  <a:schemeClr val="accent2"/>
                </a:solidFill>
              </a:rPr>
              <a:t>$, )</a:t>
            </a:r>
            <a:r>
              <a:rPr kumimoji="0" lang="en-US" altLang="zh-CN" sz="2400" b="1">
                <a:solidFill>
                  <a:srgbClr val="FF3300"/>
                </a:solidFill>
              </a:rPr>
              <a:t> </a:t>
            </a:r>
            <a:r>
              <a:rPr kumimoji="0" lang="en-US" altLang="zh-CN" sz="2400" b="1">
                <a:solidFill>
                  <a:srgbClr val="FF00FF"/>
                </a:solidFill>
              </a:rPr>
              <a:t>}</a:t>
            </a:r>
            <a:endParaRPr kumimoji="0" lang="en-US" altLang="zh-CN" sz="2400" b="1">
              <a:solidFill>
                <a:srgbClr val="FF00FF"/>
              </a:solidFill>
            </a:endParaRPr>
          </a:p>
        </p:txBody>
      </p:sp>
      <p:sp>
        <p:nvSpPr>
          <p:cNvPr id="112646" name="Text Box 16"/>
          <p:cNvSpPr txBox="1">
            <a:spLocks noChangeArrowheads="1"/>
          </p:cNvSpPr>
          <p:nvPr/>
        </p:nvSpPr>
        <p:spPr bwMode="auto">
          <a:xfrm>
            <a:off x="533400" y="2133600"/>
            <a:ext cx="72802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b="1"/>
              <a:t>E </a:t>
            </a:r>
            <a:r>
              <a:rPr kumimoji="0" lang="en-US" altLang="zh-CN" sz="2400" b="1">
                <a:sym typeface="Symbol" panose="05050102010706020507" pitchFamily="18" charset="2"/>
              </a:rPr>
              <a:t> TE’  FT’E’  </a:t>
            </a:r>
            <a:r>
              <a:rPr kumimoji="0"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( </a:t>
            </a:r>
            <a:r>
              <a:rPr kumimoji="0" lang="en-US" altLang="zh-CN" sz="2400" b="1">
                <a:sym typeface="Symbol" panose="05050102010706020507" pitchFamily="18" charset="2"/>
              </a:rPr>
              <a:t>E</a:t>
            </a:r>
            <a:r>
              <a:rPr kumimoji="0"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 ) </a:t>
            </a:r>
            <a:r>
              <a:rPr kumimoji="0" lang="en-US" altLang="zh-CN" sz="2400" b="1">
                <a:sym typeface="Symbol" panose="05050102010706020507" pitchFamily="18" charset="2"/>
              </a:rPr>
              <a:t>T’E’  </a:t>
            </a:r>
            <a:endParaRPr kumimoji="0" lang="en-US" altLang="zh-CN" sz="2400" b="1">
              <a:sym typeface="Symbol" panose="05050102010706020507" pitchFamily="18" charset="2"/>
            </a:endParaRPr>
          </a:p>
        </p:txBody>
      </p:sp>
      <p:sp>
        <p:nvSpPr>
          <p:cNvPr id="112647" name="Text Box 17"/>
          <p:cNvSpPr txBox="1">
            <a:spLocks noChangeArrowheads="1"/>
          </p:cNvSpPr>
          <p:nvPr/>
        </p:nvSpPr>
        <p:spPr bwMode="auto">
          <a:xfrm>
            <a:off x="533400" y="2466975"/>
            <a:ext cx="7696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b="1">
                <a:solidFill>
                  <a:schemeClr val="accent2"/>
                </a:solidFill>
              </a:rPr>
              <a:t>(</a:t>
            </a:r>
            <a:r>
              <a:rPr kumimoji="0" lang="en-US" altLang="zh-CN" sz="2400" b="1"/>
              <a:t> TE’ </a:t>
            </a:r>
            <a:r>
              <a:rPr kumimoji="0" lang="en-US" altLang="zh-CN" sz="2400" b="1">
                <a:solidFill>
                  <a:schemeClr val="accent2"/>
                </a:solidFill>
              </a:rPr>
              <a:t>)</a:t>
            </a:r>
            <a:r>
              <a:rPr kumimoji="0" lang="en-US" altLang="zh-CN" sz="2400" b="1"/>
              <a:t> T’E’ </a:t>
            </a:r>
            <a:r>
              <a:rPr kumimoji="0" lang="en-US" altLang="zh-CN" sz="2400" b="1">
                <a:sym typeface="Symbol" panose="05050102010706020507" pitchFamily="18" charset="2"/>
              </a:rPr>
              <a:t> </a:t>
            </a:r>
            <a:r>
              <a:rPr kumimoji="0"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( </a:t>
            </a:r>
            <a:r>
              <a:rPr kumimoji="0" lang="en-US" altLang="zh-CN" sz="2400" b="1">
                <a:sym typeface="Symbol" panose="05050102010706020507" pitchFamily="18" charset="2"/>
              </a:rPr>
              <a:t>FT’E’</a:t>
            </a:r>
            <a:r>
              <a:rPr kumimoji="0"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 ) </a:t>
            </a:r>
            <a:r>
              <a:rPr kumimoji="0" lang="en-US" altLang="zh-CN" sz="2400" b="1">
                <a:sym typeface="Symbol" panose="05050102010706020507" pitchFamily="18" charset="2"/>
              </a:rPr>
              <a:t>T’E’  </a:t>
            </a:r>
            <a:r>
              <a:rPr kumimoji="0"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( id</a:t>
            </a:r>
            <a:r>
              <a:rPr kumimoji="0" lang="en-US" altLang="zh-CN" sz="2400" b="1">
                <a:sym typeface="Symbol" panose="05050102010706020507" pitchFamily="18" charset="2"/>
              </a:rPr>
              <a:t> T’E’ </a:t>
            </a:r>
            <a:r>
              <a:rPr kumimoji="0"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)</a:t>
            </a:r>
            <a:r>
              <a:rPr kumimoji="0" lang="en-US" altLang="zh-CN" sz="2400" b="1">
                <a:sym typeface="Symbol" panose="05050102010706020507" pitchFamily="18" charset="2"/>
              </a:rPr>
              <a:t> T’E’  </a:t>
            </a:r>
            <a:endParaRPr kumimoji="0" lang="en-US" altLang="zh-CN" sz="2400" b="1">
              <a:sym typeface="Symbol" panose="05050102010706020507" pitchFamily="18" charset="2"/>
            </a:endParaRPr>
          </a:p>
        </p:txBody>
      </p:sp>
      <p:sp>
        <p:nvSpPr>
          <p:cNvPr id="112648" name="Text Box 18"/>
          <p:cNvSpPr txBox="1">
            <a:spLocks noChangeArrowheads="1"/>
          </p:cNvSpPr>
          <p:nvPr/>
        </p:nvSpPr>
        <p:spPr bwMode="auto">
          <a:xfrm>
            <a:off x="533400" y="3228975"/>
            <a:ext cx="72802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( id</a:t>
            </a:r>
            <a:r>
              <a:rPr kumimoji="0" lang="en-US" altLang="zh-CN" sz="2400" b="1">
                <a:sym typeface="Symbol" panose="05050102010706020507" pitchFamily="18" charset="2"/>
              </a:rPr>
              <a:t> E’ </a:t>
            </a:r>
            <a:r>
              <a:rPr kumimoji="0"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)</a:t>
            </a:r>
            <a:r>
              <a:rPr kumimoji="0" lang="en-US" altLang="zh-CN" sz="2400" b="1">
                <a:sym typeface="Symbol" panose="05050102010706020507" pitchFamily="18" charset="2"/>
              </a:rPr>
              <a:t> T’E’  </a:t>
            </a:r>
            <a:r>
              <a:rPr kumimoji="0"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( id )</a:t>
            </a:r>
            <a:r>
              <a:rPr kumimoji="0" lang="en-US" altLang="zh-CN" sz="2400" b="1">
                <a:sym typeface="Symbol" panose="05050102010706020507" pitchFamily="18" charset="2"/>
              </a:rPr>
              <a:t> T’E’  </a:t>
            </a:r>
            <a:r>
              <a:rPr kumimoji="0"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( id )</a:t>
            </a:r>
            <a:r>
              <a:rPr kumimoji="0" lang="en-US" altLang="zh-CN" sz="2400" b="1">
                <a:sym typeface="Symbol" panose="05050102010706020507" pitchFamily="18" charset="2"/>
              </a:rPr>
              <a:t> </a:t>
            </a:r>
            <a:r>
              <a:rPr kumimoji="0"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*</a:t>
            </a:r>
            <a:r>
              <a:rPr kumimoji="0" lang="en-US" altLang="zh-CN" sz="2400" b="1">
                <a:sym typeface="Symbol" panose="05050102010706020507" pitchFamily="18" charset="2"/>
              </a:rPr>
              <a:t> FT’E’  </a:t>
            </a:r>
            <a:endParaRPr kumimoji="0" lang="en-US" altLang="zh-CN" sz="2400" b="1">
              <a:sym typeface="Symbol" panose="05050102010706020507" pitchFamily="18" charset="2"/>
            </a:endParaRPr>
          </a:p>
        </p:txBody>
      </p:sp>
      <p:sp>
        <p:nvSpPr>
          <p:cNvPr id="112649" name="Text Box 19"/>
          <p:cNvSpPr txBox="1">
            <a:spLocks noChangeArrowheads="1"/>
          </p:cNvSpPr>
          <p:nvPr/>
        </p:nvSpPr>
        <p:spPr bwMode="auto">
          <a:xfrm>
            <a:off x="457200" y="3810000"/>
            <a:ext cx="738346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b="1">
                <a:sym typeface="Symbol" panose="05050102010706020507" pitchFamily="18" charset="2"/>
              </a:rPr>
              <a:t> </a:t>
            </a:r>
            <a:r>
              <a:rPr kumimoji="0"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( id )</a:t>
            </a:r>
            <a:r>
              <a:rPr kumimoji="0" lang="en-US" altLang="zh-CN" sz="2400" b="1">
                <a:sym typeface="Symbol" panose="05050102010706020507" pitchFamily="18" charset="2"/>
              </a:rPr>
              <a:t> </a:t>
            </a:r>
            <a:r>
              <a:rPr kumimoji="0"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*</a:t>
            </a:r>
            <a:r>
              <a:rPr kumimoji="0" lang="en-US" altLang="zh-CN" sz="2400" b="1">
                <a:sym typeface="Symbol" panose="05050102010706020507" pitchFamily="18" charset="2"/>
              </a:rPr>
              <a:t> </a:t>
            </a:r>
            <a:r>
              <a:rPr kumimoji="0"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id </a:t>
            </a:r>
            <a:r>
              <a:rPr kumimoji="0" lang="en-US" altLang="zh-CN" sz="2400" b="1">
                <a:sym typeface="Symbol" panose="05050102010706020507" pitchFamily="18" charset="2"/>
              </a:rPr>
              <a:t>T’E’  </a:t>
            </a:r>
            <a:r>
              <a:rPr kumimoji="0"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( id )</a:t>
            </a:r>
            <a:r>
              <a:rPr kumimoji="0" lang="en-US" altLang="zh-CN" sz="2400" b="1">
                <a:sym typeface="Symbol" panose="05050102010706020507" pitchFamily="18" charset="2"/>
              </a:rPr>
              <a:t> </a:t>
            </a:r>
            <a:r>
              <a:rPr kumimoji="0"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*</a:t>
            </a:r>
            <a:r>
              <a:rPr kumimoji="0" lang="en-US" altLang="zh-CN" sz="2400" b="1">
                <a:sym typeface="Symbol" panose="05050102010706020507" pitchFamily="18" charset="2"/>
              </a:rPr>
              <a:t> </a:t>
            </a:r>
            <a:r>
              <a:rPr kumimoji="0"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id </a:t>
            </a:r>
            <a:r>
              <a:rPr kumimoji="0" lang="en-US" altLang="zh-CN" sz="2400" b="1">
                <a:sym typeface="Symbol" panose="05050102010706020507" pitchFamily="18" charset="2"/>
              </a:rPr>
              <a:t>E’  </a:t>
            </a:r>
            <a:r>
              <a:rPr kumimoji="0"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( id )</a:t>
            </a:r>
            <a:r>
              <a:rPr kumimoji="0" lang="en-US" altLang="zh-CN" sz="2400" b="1">
                <a:sym typeface="Symbol" panose="05050102010706020507" pitchFamily="18" charset="2"/>
              </a:rPr>
              <a:t> </a:t>
            </a:r>
            <a:r>
              <a:rPr kumimoji="0"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*</a:t>
            </a:r>
            <a:r>
              <a:rPr kumimoji="0" lang="en-US" altLang="zh-CN" sz="2400" b="1">
                <a:sym typeface="Symbol" panose="05050102010706020507" pitchFamily="18" charset="2"/>
              </a:rPr>
              <a:t> </a:t>
            </a:r>
            <a:r>
              <a:rPr kumimoji="0"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id + </a:t>
            </a:r>
            <a:r>
              <a:rPr kumimoji="0" lang="en-US" altLang="zh-CN" sz="2400" b="1">
                <a:sym typeface="Symbol" panose="05050102010706020507" pitchFamily="18" charset="2"/>
              </a:rPr>
              <a:t>TE’  </a:t>
            </a:r>
            <a:endParaRPr kumimoji="0" lang="en-US" altLang="zh-CN" sz="2400" b="1">
              <a:sym typeface="Symbol" panose="05050102010706020507" pitchFamily="18" charset="2"/>
            </a:endParaRPr>
          </a:p>
        </p:txBody>
      </p:sp>
      <p:sp>
        <p:nvSpPr>
          <p:cNvPr id="112650" name="Text Box 20"/>
          <p:cNvSpPr txBox="1">
            <a:spLocks noChangeArrowheads="1"/>
          </p:cNvSpPr>
          <p:nvPr/>
        </p:nvSpPr>
        <p:spPr bwMode="auto">
          <a:xfrm>
            <a:off x="533400" y="4648200"/>
            <a:ext cx="842486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( id )</a:t>
            </a:r>
            <a:r>
              <a:rPr kumimoji="0" lang="en-US" altLang="zh-CN" sz="2400" b="1">
                <a:sym typeface="Symbol" panose="05050102010706020507" pitchFamily="18" charset="2"/>
              </a:rPr>
              <a:t> </a:t>
            </a:r>
            <a:r>
              <a:rPr kumimoji="0"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*</a:t>
            </a:r>
            <a:r>
              <a:rPr kumimoji="0" lang="en-US" altLang="zh-CN" sz="2400" b="1">
                <a:sym typeface="Symbol" panose="05050102010706020507" pitchFamily="18" charset="2"/>
              </a:rPr>
              <a:t> </a:t>
            </a:r>
            <a:r>
              <a:rPr kumimoji="0"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id + </a:t>
            </a:r>
            <a:r>
              <a:rPr kumimoji="0" lang="en-US" altLang="zh-CN" sz="2400" b="1">
                <a:sym typeface="Symbol" panose="05050102010706020507" pitchFamily="18" charset="2"/>
              </a:rPr>
              <a:t>FT’E’  </a:t>
            </a:r>
            <a:r>
              <a:rPr kumimoji="0"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( id )</a:t>
            </a:r>
            <a:r>
              <a:rPr kumimoji="0" lang="en-US" altLang="zh-CN" sz="2400" b="1">
                <a:sym typeface="Symbol" panose="05050102010706020507" pitchFamily="18" charset="2"/>
              </a:rPr>
              <a:t> </a:t>
            </a:r>
            <a:r>
              <a:rPr kumimoji="0"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*</a:t>
            </a:r>
            <a:r>
              <a:rPr kumimoji="0" lang="en-US" altLang="zh-CN" sz="2400" b="1">
                <a:sym typeface="Symbol" panose="05050102010706020507" pitchFamily="18" charset="2"/>
              </a:rPr>
              <a:t> </a:t>
            </a:r>
            <a:r>
              <a:rPr kumimoji="0"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id +id  </a:t>
            </a:r>
            <a:r>
              <a:rPr kumimoji="0" lang="en-US" altLang="zh-CN" sz="2400" b="1">
                <a:sym typeface="Symbol" panose="05050102010706020507" pitchFamily="18" charset="2"/>
              </a:rPr>
              <a:t>T’E’  </a:t>
            </a:r>
            <a:r>
              <a:rPr kumimoji="0"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( id ) * id + id$</a:t>
            </a:r>
            <a:endParaRPr kumimoji="0" lang="en-US" altLang="zh-CN" sz="2400" b="1">
              <a:sym typeface="Symbol" panose="05050102010706020507" pitchFamily="18" charset="2"/>
            </a:endParaRPr>
          </a:p>
        </p:txBody>
      </p:sp>
      <p:sp>
        <p:nvSpPr>
          <p:cNvPr id="112651" name="Text Box 21"/>
          <p:cNvSpPr txBox="1">
            <a:spLocks noChangeArrowheads="1"/>
          </p:cNvSpPr>
          <p:nvPr/>
        </p:nvSpPr>
        <p:spPr bwMode="auto">
          <a:xfrm>
            <a:off x="5824538" y="4572000"/>
            <a:ext cx="72866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b="1"/>
              <a:t>*</a:t>
            </a:r>
            <a:endParaRPr kumimoji="0" lang="en-US" altLang="zh-CN" sz="2400" b="1"/>
          </a:p>
        </p:txBody>
      </p:sp>
      <p:sp>
        <p:nvSpPr>
          <p:cNvPr id="112652" name="Freeform 32"/>
          <p:cNvSpPr/>
          <p:nvPr/>
        </p:nvSpPr>
        <p:spPr bwMode="auto">
          <a:xfrm>
            <a:off x="1981200" y="4100513"/>
            <a:ext cx="2133600" cy="422275"/>
          </a:xfrm>
          <a:custGeom>
            <a:avLst/>
            <a:gdLst>
              <a:gd name="T0" fmla="*/ 0 w 2142"/>
              <a:gd name="T1" fmla="*/ 2147483646 h 218"/>
              <a:gd name="T2" fmla="*/ 2147483646 w 2142"/>
              <a:gd name="T3" fmla="*/ 2147483646 h 218"/>
              <a:gd name="T4" fmla="*/ 2147483646 w 2142"/>
              <a:gd name="T5" fmla="*/ 2147483646 h 218"/>
              <a:gd name="T6" fmla="*/ 2147483646 w 2142"/>
              <a:gd name="T7" fmla="*/ 2147483646 h 218"/>
              <a:gd name="T8" fmla="*/ 2147483646 w 2142"/>
              <a:gd name="T9" fmla="*/ 0 h 218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142"/>
              <a:gd name="T16" fmla="*/ 0 h 218"/>
              <a:gd name="T17" fmla="*/ 2142 w 2142"/>
              <a:gd name="T18" fmla="*/ 218 h 218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142" h="218">
                <a:moveTo>
                  <a:pt x="0" y="12"/>
                </a:moveTo>
                <a:cubicBezTo>
                  <a:pt x="85" y="77"/>
                  <a:pt x="169" y="142"/>
                  <a:pt x="391" y="176"/>
                </a:cubicBezTo>
                <a:cubicBezTo>
                  <a:pt x="613" y="210"/>
                  <a:pt x="1071" y="218"/>
                  <a:pt x="1330" y="217"/>
                </a:cubicBezTo>
                <a:cubicBezTo>
                  <a:pt x="1589" y="216"/>
                  <a:pt x="1809" y="207"/>
                  <a:pt x="1944" y="171"/>
                </a:cubicBezTo>
                <a:cubicBezTo>
                  <a:pt x="2079" y="135"/>
                  <a:pt x="2101" y="36"/>
                  <a:pt x="2142" y="0"/>
                </a:cubicBezTo>
              </a:path>
            </a:pathLst>
          </a:custGeom>
          <a:noFill/>
          <a:ln w="25400" cap="flat" cmpd="sng">
            <a:solidFill>
              <a:srgbClr val="FF0000"/>
            </a:solidFill>
            <a:prstDash val="solid"/>
            <a:round/>
            <a:headEnd type="none" w="sm" len="sm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2653" name="Freeform 35"/>
          <p:cNvSpPr/>
          <p:nvPr/>
        </p:nvSpPr>
        <p:spPr bwMode="auto">
          <a:xfrm>
            <a:off x="5562600" y="5014913"/>
            <a:ext cx="2438400" cy="273050"/>
          </a:xfrm>
          <a:custGeom>
            <a:avLst/>
            <a:gdLst>
              <a:gd name="T0" fmla="*/ 0 w 2142"/>
              <a:gd name="T1" fmla="*/ 2147483646 h 218"/>
              <a:gd name="T2" fmla="*/ 2147483646 w 2142"/>
              <a:gd name="T3" fmla="*/ 2147483646 h 218"/>
              <a:gd name="T4" fmla="*/ 2147483646 w 2142"/>
              <a:gd name="T5" fmla="*/ 2147483646 h 218"/>
              <a:gd name="T6" fmla="*/ 2147483646 w 2142"/>
              <a:gd name="T7" fmla="*/ 2147483646 h 218"/>
              <a:gd name="T8" fmla="*/ 2147483646 w 2142"/>
              <a:gd name="T9" fmla="*/ 0 h 218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142"/>
              <a:gd name="T16" fmla="*/ 0 h 218"/>
              <a:gd name="T17" fmla="*/ 2142 w 2142"/>
              <a:gd name="T18" fmla="*/ 218 h 218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142" h="218">
                <a:moveTo>
                  <a:pt x="0" y="12"/>
                </a:moveTo>
                <a:cubicBezTo>
                  <a:pt x="85" y="77"/>
                  <a:pt x="169" y="142"/>
                  <a:pt x="391" y="176"/>
                </a:cubicBezTo>
                <a:cubicBezTo>
                  <a:pt x="613" y="210"/>
                  <a:pt x="1071" y="218"/>
                  <a:pt x="1330" y="217"/>
                </a:cubicBezTo>
                <a:cubicBezTo>
                  <a:pt x="1589" y="216"/>
                  <a:pt x="1809" y="207"/>
                  <a:pt x="1944" y="171"/>
                </a:cubicBezTo>
                <a:cubicBezTo>
                  <a:pt x="2079" y="135"/>
                  <a:pt x="2101" y="36"/>
                  <a:pt x="2142" y="0"/>
                </a:cubicBezTo>
              </a:path>
            </a:pathLst>
          </a:custGeom>
          <a:noFill/>
          <a:ln w="25400" cap="flat" cmpd="sng">
            <a:solidFill>
              <a:srgbClr val="FF0000"/>
            </a:solidFill>
            <a:prstDash val="solid"/>
            <a:round/>
            <a:headEnd type="none" w="sm" len="sm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2654" name="Text Box 36"/>
          <p:cNvSpPr txBox="1">
            <a:spLocks noChangeArrowheads="1"/>
          </p:cNvSpPr>
          <p:nvPr/>
        </p:nvSpPr>
        <p:spPr bwMode="auto">
          <a:xfrm>
            <a:off x="6400800" y="4967288"/>
            <a:ext cx="1295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b="1">
                <a:solidFill>
                  <a:srgbClr val="FF3300"/>
                </a:solidFill>
              </a:rPr>
              <a:t>E’ </a:t>
            </a:r>
            <a:r>
              <a:rPr kumimoji="0" lang="en-US" altLang="zh-CN" sz="2000" b="1">
                <a:solidFill>
                  <a:srgbClr val="FF3300"/>
                </a:solidFill>
                <a:sym typeface="Symbol" panose="05050102010706020507" pitchFamily="18" charset="2"/>
              </a:rPr>
              <a:t> </a:t>
            </a:r>
            <a:r>
              <a:rPr kumimoji="0" lang="en-US" altLang="zh-CN" sz="2000" b="1">
                <a:solidFill>
                  <a:srgbClr val="FF3300"/>
                </a:solidFill>
                <a:latin typeface="Symbol" panose="05050102010706020507" pitchFamily="18" charset="2"/>
                <a:sym typeface="Symbol" panose="05050102010706020507" pitchFamily="18" charset="2"/>
              </a:rPr>
              <a:t>e</a:t>
            </a:r>
            <a:endParaRPr kumimoji="0" lang="en-US" altLang="zh-CN" sz="2000" b="1">
              <a:solidFill>
                <a:srgbClr val="FF3300"/>
              </a:solidFill>
              <a:latin typeface="Symbol" panose="05050102010706020507" pitchFamily="18" charset="2"/>
              <a:sym typeface="Symbol" panose="05050102010706020507" pitchFamily="18" charset="2"/>
            </a:endParaRPr>
          </a:p>
        </p:txBody>
      </p:sp>
      <p:sp>
        <p:nvSpPr>
          <p:cNvPr id="112655" name="Text Box 37"/>
          <p:cNvSpPr txBox="1">
            <a:spLocks noChangeArrowheads="1"/>
          </p:cNvSpPr>
          <p:nvPr/>
        </p:nvSpPr>
        <p:spPr bwMode="auto">
          <a:xfrm>
            <a:off x="2667000" y="4176713"/>
            <a:ext cx="1295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b="1">
                <a:solidFill>
                  <a:srgbClr val="FF3300"/>
                </a:solidFill>
              </a:rPr>
              <a:t>T’ </a:t>
            </a:r>
            <a:r>
              <a:rPr kumimoji="0" lang="en-US" altLang="zh-CN" sz="2000" b="1">
                <a:solidFill>
                  <a:srgbClr val="FF3300"/>
                </a:solidFill>
                <a:sym typeface="Symbol" panose="05050102010706020507" pitchFamily="18" charset="2"/>
              </a:rPr>
              <a:t> </a:t>
            </a:r>
            <a:r>
              <a:rPr kumimoji="0" lang="en-US" altLang="zh-CN" sz="2000" b="1">
                <a:solidFill>
                  <a:srgbClr val="FF3300"/>
                </a:solidFill>
                <a:latin typeface="Symbol" panose="05050102010706020507" pitchFamily="18" charset="2"/>
                <a:sym typeface="Symbol" panose="05050102010706020507" pitchFamily="18" charset="2"/>
              </a:rPr>
              <a:t>e</a:t>
            </a:r>
            <a:endParaRPr kumimoji="0" lang="en-US" altLang="zh-CN" sz="2000" b="1">
              <a:solidFill>
                <a:srgbClr val="FF3300"/>
              </a:solidFill>
              <a:latin typeface="Symbol" panose="05050102010706020507" pitchFamily="18" charset="2"/>
              <a:sym typeface="Symbol" panose="05050102010706020507" pitchFamily="18" charset="2"/>
            </a:endParaRPr>
          </a:p>
        </p:txBody>
      </p:sp>
      <p:sp>
        <p:nvSpPr>
          <p:cNvPr id="112656" name="Freeform 43"/>
          <p:cNvSpPr/>
          <p:nvPr/>
        </p:nvSpPr>
        <p:spPr bwMode="auto">
          <a:xfrm>
            <a:off x="3289300" y="2805113"/>
            <a:ext cx="2225675" cy="530225"/>
          </a:xfrm>
          <a:custGeom>
            <a:avLst/>
            <a:gdLst>
              <a:gd name="T0" fmla="*/ 2147483646 w 1402"/>
              <a:gd name="T1" fmla="*/ 0 h 334"/>
              <a:gd name="T2" fmla="*/ 2147483646 w 1402"/>
              <a:gd name="T3" fmla="*/ 2147483646 h 334"/>
              <a:gd name="T4" fmla="*/ 2147483646 w 1402"/>
              <a:gd name="T5" fmla="*/ 2147483646 h 334"/>
              <a:gd name="T6" fmla="*/ 0 w 1402"/>
              <a:gd name="T7" fmla="*/ 2147483646 h 334"/>
              <a:gd name="T8" fmla="*/ 0 60000 65536"/>
              <a:gd name="T9" fmla="*/ 0 60000 65536"/>
              <a:gd name="T10" fmla="*/ 0 60000 65536"/>
              <a:gd name="T11" fmla="*/ 0 60000 65536"/>
              <a:gd name="T12" fmla="*/ 0 w 1402"/>
              <a:gd name="T13" fmla="*/ 0 h 334"/>
              <a:gd name="T14" fmla="*/ 1402 w 1402"/>
              <a:gd name="T15" fmla="*/ 334 h 334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1402" h="334">
                <a:moveTo>
                  <a:pt x="1402" y="0"/>
                </a:moveTo>
                <a:cubicBezTo>
                  <a:pt x="1360" y="26"/>
                  <a:pt x="1331" y="144"/>
                  <a:pt x="1150" y="180"/>
                </a:cubicBezTo>
                <a:cubicBezTo>
                  <a:pt x="969" y="216"/>
                  <a:pt x="505" y="191"/>
                  <a:pt x="313" y="217"/>
                </a:cubicBezTo>
                <a:cubicBezTo>
                  <a:pt x="121" y="243"/>
                  <a:pt x="65" y="310"/>
                  <a:pt x="0" y="334"/>
                </a:cubicBezTo>
              </a:path>
            </a:pathLst>
          </a:custGeom>
          <a:noFill/>
          <a:ln w="25400" cap="flat" cmpd="sng">
            <a:solidFill>
              <a:srgbClr val="FF00FF"/>
            </a:solidFill>
            <a:prstDash val="solid"/>
            <a:round/>
            <a:headEnd type="none" w="sm" len="sm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2657" name="Freeform 46"/>
          <p:cNvSpPr/>
          <p:nvPr/>
        </p:nvSpPr>
        <p:spPr bwMode="auto">
          <a:xfrm>
            <a:off x="1219200" y="3563938"/>
            <a:ext cx="342900" cy="342900"/>
          </a:xfrm>
          <a:custGeom>
            <a:avLst/>
            <a:gdLst>
              <a:gd name="T0" fmla="*/ 0 w 216"/>
              <a:gd name="T1" fmla="*/ 0 h 216"/>
              <a:gd name="T2" fmla="*/ 2147483646 w 216"/>
              <a:gd name="T3" fmla="*/ 2147483646 h 216"/>
              <a:gd name="T4" fmla="*/ 2147483646 w 216"/>
              <a:gd name="T5" fmla="*/ 2147483646 h 216"/>
              <a:gd name="T6" fmla="*/ 2147483646 w 216"/>
              <a:gd name="T7" fmla="*/ 0 h 216"/>
              <a:gd name="T8" fmla="*/ 0 60000 65536"/>
              <a:gd name="T9" fmla="*/ 0 60000 65536"/>
              <a:gd name="T10" fmla="*/ 0 60000 65536"/>
              <a:gd name="T11" fmla="*/ 0 60000 65536"/>
              <a:gd name="T12" fmla="*/ 0 w 216"/>
              <a:gd name="T13" fmla="*/ 0 h 216"/>
              <a:gd name="T14" fmla="*/ 216 w 216"/>
              <a:gd name="T15" fmla="*/ 216 h 21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" h="216">
                <a:moveTo>
                  <a:pt x="0" y="0"/>
                </a:moveTo>
                <a:cubicBezTo>
                  <a:pt x="8" y="84"/>
                  <a:pt x="16" y="168"/>
                  <a:pt x="48" y="192"/>
                </a:cubicBezTo>
                <a:cubicBezTo>
                  <a:pt x="80" y="216"/>
                  <a:pt x="168" y="176"/>
                  <a:pt x="192" y="144"/>
                </a:cubicBezTo>
                <a:cubicBezTo>
                  <a:pt x="216" y="112"/>
                  <a:pt x="204" y="56"/>
                  <a:pt x="192" y="0"/>
                </a:cubicBezTo>
              </a:path>
            </a:pathLst>
          </a:custGeom>
          <a:noFill/>
          <a:ln w="25400" cap="flat" cmpd="sng">
            <a:solidFill>
              <a:srgbClr val="FF00FF"/>
            </a:solidFill>
            <a:prstDash val="solid"/>
            <a:round/>
            <a:headEnd type="none" w="sm" len="sm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2658" name="Freeform 47"/>
          <p:cNvSpPr/>
          <p:nvPr/>
        </p:nvSpPr>
        <p:spPr bwMode="auto">
          <a:xfrm>
            <a:off x="5257800" y="4525963"/>
            <a:ext cx="2819400" cy="254000"/>
          </a:xfrm>
          <a:custGeom>
            <a:avLst/>
            <a:gdLst>
              <a:gd name="T0" fmla="*/ 2147483646 w 1336"/>
              <a:gd name="T1" fmla="*/ 2147483646 h 112"/>
              <a:gd name="T2" fmla="*/ 2147483646 w 1336"/>
              <a:gd name="T3" fmla="*/ 2147483646 h 112"/>
              <a:gd name="T4" fmla="*/ 2147483646 w 1336"/>
              <a:gd name="T5" fmla="*/ 2147483646 h 112"/>
              <a:gd name="T6" fmla="*/ 2147483646 w 1336"/>
              <a:gd name="T7" fmla="*/ 2147483646 h 112"/>
              <a:gd name="T8" fmla="*/ 2147483646 w 1336"/>
              <a:gd name="T9" fmla="*/ 2147483646 h 11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336"/>
              <a:gd name="T16" fmla="*/ 0 h 112"/>
              <a:gd name="T17" fmla="*/ 1336 w 1336"/>
              <a:gd name="T18" fmla="*/ 112 h 112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336" h="112">
                <a:moveTo>
                  <a:pt x="40" y="112"/>
                </a:moveTo>
                <a:cubicBezTo>
                  <a:pt x="20" y="72"/>
                  <a:pt x="0" y="32"/>
                  <a:pt x="136" y="16"/>
                </a:cubicBezTo>
                <a:cubicBezTo>
                  <a:pt x="272" y="0"/>
                  <a:pt x="680" y="16"/>
                  <a:pt x="856" y="16"/>
                </a:cubicBezTo>
                <a:cubicBezTo>
                  <a:pt x="1032" y="16"/>
                  <a:pt x="1112" y="0"/>
                  <a:pt x="1192" y="16"/>
                </a:cubicBezTo>
                <a:cubicBezTo>
                  <a:pt x="1272" y="32"/>
                  <a:pt x="1304" y="72"/>
                  <a:pt x="1336" y="112"/>
                </a:cubicBezTo>
              </a:path>
            </a:pathLst>
          </a:custGeom>
          <a:noFill/>
          <a:ln w="25400" cap="flat" cmpd="sng">
            <a:solidFill>
              <a:srgbClr val="FF00FF"/>
            </a:solidFill>
            <a:prstDash val="solid"/>
            <a:round/>
            <a:headEnd type="none" w="sm" len="sm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FOLLOW</a:t>
            </a:r>
            <a:r>
              <a:rPr lang="zh-CN" altLang="en-US"/>
              <a:t>与预测分析</a:t>
            </a:r>
            <a:endParaRPr lang="zh-CN" altLang="en-US"/>
          </a:p>
        </p:txBody>
      </p:sp>
      <p:sp>
        <p:nvSpPr>
          <p:cNvPr id="113667" name="Text Box 16"/>
          <p:cNvSpPr txBox="1">
            <a:spLocks noChangeArrowheads="1"/>
          </p:cNvSpPr>
          <p:nvPr/>
        </p:nvSpPr>
        <p:spPr bwMode="auto">
          <a:xfrm>
            <a:off x="457200" y="1371600"/>
            <a:ext cx="5867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b="1"/>
              <a:t>Consider the following derivation:</a:t>
            </a:r>
            <a:endParaRPr kumimoji="0" lang="en-US" altLang="zh-CN" sz="2400" b="1"/>
          </a:p>
        </p:txBody>
      </p:sp>
      <p:sp>
        <p:nvSpPr>
          <p:cNvPr id="113668" name="Text Box 22"/>
          <p:cNvSpPr txBox="1">
            <a:spLocks noChangeArrowheads="1"/>
          </p:cNvSpPr>
          <p:nvPr/>
        </p:nvSpPr>
        <p:spPr bwMode="auto">
          <a:xfrm>
            <a:off x="533400" y="1752600"/>
            <a:ext cx="5181600" cy="603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7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b="1">
                <a:solidFill>
                  <a:srgbClr val="FF3300"/>
                </a:solidFill>
              </a:rPr>
              <a:t>What’s First for each non-terminal ?</a:t>
            </a:r>
            <a:br>
              <a:rPr kumimoji="0" lang="en-US" altLang="zh-CN" sz="2400" b="1">
                <a:solidFill>
                  <a:srgbClr val="FF3300"/>
                </a:solidFill>
              </a:rPr>
            </a:br>
            <a:r>
              <a:rPr kumimoji="0" lang="en-US" altLang="zh-CN" sz="2400" b="1">
                <a:solidFill>
                  <a:srgbClr val="FF00FF"/>
                </a:solidFill>
              </a:rPr>
              <a:t>What’s Follow for each non-terminal ?</a:t>
            </a:r>
            <a:endParaRPr kumimoji="0" lang="en-US" altLang="zh-CN" sz="2400" b="1">
              <a:solidFill>
                <a:srgbClr val="FF00FF"/>
              </a:solidFill>
            </a:endParaRPr>
          </a:p>
        </p:txBody>
      </p:sp>
      <p:sp>
        <p:nvSpPr>
          <p:cNvPr id="113669" name="Text Box 44"/>
          <p:cNvSpPr txBox="1">
            <a:spLocks noChangeArrowheads="1"/>
          </p:cNvSpPr>
          <p:nvPr/>
        </p:nvSpPr>
        <p:spPr bwMode="auto">
          <a:xfrm>
            <a:off x="533400" y="2636838"/>
            <a:ext cx="72802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b="1"/>
              <a:t>E </a:t>
            </a:r>
            <a:r>
              <a:rPr kumimoji="0" lang="en-US" altLang="zh-CN" sz="2400" b="1">
                <a:sym typeface="Symbol" panose="05050102010706020507" pitchFamily="18" charset="2"/>
              </a:rPr>
              <a:t> TE’  FT’E’  </a:t>
            </a:r>
            <a:r>
              <a:rPr kumimoji="0"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( </a:t>
            </a:r>
            <a:r>
              <a:rPr kumimoji="0" lang="en-US" altLang="zh-CN" sz="2400" b="1">
                <a:sym typeface="Symbol" panose="05050102010706020507" pitchFamily="18" charset="2"/>
              </a:rPr>
              <a:t>E</a:t>
            </a:r>
            <a:r>
              <a:rPr kumimoji="0"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 ) </a:t>
            </a:r>
            <a:r>
              <a:rPr kumimoji="0" lang="en-US" altLang="zh-CN" sz="2400" b="1">
                <a:sym typeface="Symbol" panose="05050102010706020507" pitchFamily="18" charset="2"/>
              </a:rPr>
              <a:t>T’E’  </a:t>
            </a:r>
            <a:endParaRPr kumimoji="0" lang="en-US" altLang="zh-CN" sz="2400" b="1">
              <a:sym typeface="Symbol" panose="05050102010706020507" pitchFamily="18" charset="2"/>
            </a:endParaRPr>
          </a:p>
        </p:txBody>
      </p:sp>
      <p:sp>
        <p:nvSpPr>
          <p:cNvPr id="113670" name="Text Box 45"/>
          <p:cNvSpPr txBox="1">
            <a:spLocks noChangeArrowheads="1"/>
          </p:cNvSpPr>
          <p:nvPr/>
        </p:nvSpPr>
        <p:spPr bwMode="auto">
          <a:xfrm>
            <a:off x="533400" y="3475038"/>
            <a:ext cx="7696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b="1">
                <a:solidFill>
                  <a:schemeClr val="accent2"/>
                </a:solidFill>
              </a:rPr>
              <a:t>(</a:t>
            </a:r>
            <a:r>
              <a:rPr kumimoji="0" lang="en-US" altLang="zh-CN" sz="2400" b="1"/>
              <a:t> TE’ </a:t>
            </a:r>
            <a:r>
              <a:rPr kumimoji="0" lang="en-US" altLang="zh-CN" sz="2400" b="1">
                <a:solidFill>
                  <a:schemeClr val="accent2"/>
                </a:solidFill>
              </a:rPr>
              <a:t>)</a:t>
            </a:r>
            <a:r>
              <a:rPr kumimoji="0" lang="en-US" altLang="zh-CN" sz="2400" b="1"/>
              <a:t> T’E’ </a:t>
            </a:r>
            <a:r>
              <a:rPr kumimoji="0" lang="en-US" altLang="zh-CN" sz="2400" b="1">
                <a:sym typeface="Symbol" panose="05050102010706020507" pitchFamily="18" charset="2"/>
              </a:rPr>
              <a:t> </a:t>
            </a:r>
            <a:r>
              <a:rPr kumimoji="0"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( </a:t>
            </a:r>
            <a:r>
              <a:rPr kumimoji="0" lang="en-US" altLang="zh-CN" sz="2400" b="1">
                <a:sym typeface="Symbol" panose="05050102010706020507" pitchFamily="18" charset="2"/>
              </a:rPr>
              <a:t>FT’E’</a:t>
            </a:r>
            <a:r>
              <a:rPr kumimoji="0"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 ) </a:t>
            </a:r>
            <a:r>
              <a:rPr kumimoji="0" lang="en-US" altLang="zh-CN" sz="2400" b="1">
                <a:sym typeface="Symbol" panose="05050102010706020507" pitchFamily="18" charset="2"/>
              </a:rPr>
              <a:t>T’E’  </a:t>
            </a:r>
            <a:r>
              <a:rPr kumimoji="0"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( id</a:t>
            </a:r>
            <a:r>
              <a:rPr kumimoji="0" lang="en-US" altLang="zh-CN" sz="2400" b="1">
                <a:sym typeface="Symbol" panose="05050102010706020507" pitchFamily="18" charset="2"/>
              </a:rPr>
              <a:t> T’E’ </a:t>
            </a:r>
            <a:r>
              <a:rPr kumimoji="0"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)</a:t>
            </a:r>
            <a:r>
              <a:rPr kumimoji="0" lang="en-US" altLang="zh-CN" sz="2400" b="1">
                <a:sym typeface="Symbol" panose="05050102010706020507" pitchFamily="18" charset="2"/>
              </a:rPr>
              <a:t> T’E’  </a:t>
            </a:r>
            <a:endParaRPr kumimoji="0" lang="en-US" altLang="zh-CN" sz="2400" b="1">
              <a:sym typeface="Symbol" panose="05050102010706020507" pitchFamily="18" charset="2"/>
            </a:endParaRPr>
          </a:p>
        </p:txBody>
      </p:sp>
      <p:sp>
        <p:nvSpPr>
          <p:cNvPr id="113671" name="Text Box 46"/>
          <p:cNvSpPr txBox="1">
            <a:spLocks noChangeArrowheads="1"/>
          </p:cNvSpPr>
          <p:nvPr/>
        </p:nvSpPr>
        <p:spPr bwMode="auto">
          <a:xfrm>
            <a:off x="533400" y="4237038"/>
            <a:ext cx="72802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( id</a:t>
            </a:r>
            <a:r>
              <a:rPr kumimoji="0" lang="en-US" altLang="zh-CN" sz="2400" b="1">
                <a:sym typeface="Symbol" panose="05050102010706020507" pitchFamily="18" charset="2"/>
              </a:rPr>
              <a:t> E’ </a:t>
            </a:r>
            <a:r>
              <a:rPr kumimoji="0"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)</a:t>
            </a:r>
            <a:r>
              <a:rPr kumimoji="0" lang="en-US" altLang="zh-CN" sz="2400" b="1">
                <a:sym typeface="Symbol" panose="05050102010706020507" pitchFamily="18" charset="2"/>
              </a:rPr>
              <a:t> T’E’  </a:t>
            </a:r>
            <a:r>
              <a:rPr kumimoji="0"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( id )</a:t>
            </a:r>
            <a:r>
              <a:rPr kumimoji="0" lang="en-US" altLang="zh-CN" sz="2400" b="1">
                <a:sym typeface="Symbol" panose="05050102010706020507" pitchFamily="18" charset="2"/>
              </a:rPr>
              <a:t> T’E’  </a:t>
            </a:r>
            <a:r>
              <a:rPr kumimoji="0"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( id )</a:t>
            </a:r>
            <a:r>
              <a:rPr kumimoji="0" lang="en-US" altLang="zh-CN" sz="2400" b="1">
                <a:sym typeface="Symbol" panose="05050102010706020507" pitchFamily="18" charset="2"/>
              </a:rPr>
              <a:t> </a:t>
            </a:r>
            <a:r>
              <a:rPr kumimoji="0"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*</a:t>
            </a:r>
            <a:r>
              <a:rPr kumimoji="0" lang="en-US" altLang="zh-CN" sz="2400" b="1">
                <a:sym typeface="Symbol" panose="05050102010706020507" pitchFamily="18" charset="2"/>
              </a:rPr>
              <a:t> FT’E’  </a:t>
            </a:r>
            <a:endParaRPr kumimoji="0" lang="en-US" altLang="zh-CN" sz="2400" b="1">
              <a:sym typeface="Symbol" panose="05050102010706020507" pitchFamily="18" charset="2"/>
            </a:endParaRPr>
          </a:p>
        </p:txBody>
      </p:sp>
      <p:sp>
        <p:nvSpPr>
          <p:cNvPr id="113672" name="Text Box 47"/>
          <p:cNvSpPr txBox="1">
            <a:spLocks noChangeArrowheads="1"/>
          </p:cNvSpPr>
          <p:nvPr/>
        </p:nvSpPr>
        <p:spPr bwMode="auto">
          <a:xfrm>
            <a:off x="457200" y="5227638"/>
            <a:ext cx="738346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b="1">
                <a:sym typeface="Symbol" panose="05050102010706020507" pitchFamily="18" charset="2"/>
              </a:rPr>
              <a:t> </a:t>
            </a:r>
            <a:r>
              <a:rPr kumimoji="0"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( id )</a:t>
            </a:r>
            <a:r>
              <a:rPr kumimoji="0" lang="en-US" altLang="zh-CN" sz="2400" b="1">
                <a:sym typeface="Symbol" panose="05050102010706020507" pitchFamily="18" charset="2"/>
              </a:rPr>
              <a:t> </a:t>
            </a:r>
            <a:r>
              <a:rPr kumimoji="0"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*</a:t>
            </a:r>
            <a:r>
              <a:rPr kumimoji="0" lang="en-US" altLang="zh-CN" sz="2400" b="1">
                <a:sym typeface="Symbol" panose="05050102010706020507" pitchFamily="18" charset="2"/>
              </a:rPr>
              <a:t> </a:t>
            </a:r>
            <a:r>
              <a:rPr kumimoji="0"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id </a:t>
            </a:r>
            <a:r>
              <a:rPr kumimoji="0" lang="en-US" altLang="zh-CN" sz="2400" b="1">
                <a:sym typeface="Symbol" panose="05050102010706020507" pitchFamily="18" charset="2"/>
              </a:rPr>
              <a:t>T’E’  </a:t>
            </a:r>
            <a:r>
              <a:rPr kumimoji="0"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( id )</a:t>
            </a:r>
            <a:r>
              <a:rPr kumimoji="0" lang="en-US" altLang="zh-CN" sz="2400" b="1">
                <a:sym typeface="Symbol" panose="05050102010706020507" pitchFamily="18" charset="2"/>
              </a:rPr>
              <a:t> </a:t>
            </a:r>
            <a:r>
              <a:rPr kumimoji="0"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*</a:t>
            </a:r>
            <a:r>
              <a:rPr kumimoji="0" lang="en-US" altLang="zh-CN" sz="2400" b="1">
                <a:sym typeface="Symbol" panose="05050102010706020507" pitchFamily="18" charset="2"/>
              </a:rPr>
              <a:t> </a:t>
            </a:r>
            <a:r>
              <a:rPr kumimoji="0"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id </a:t>
            </a:r>
            <a:r>
              <a:rPr kumimoji="0" lang="en-US" altLang="zh-CN" sz="2400" b="1">
                <a:sym typeface="Symbol" panose="05050102010706020507" pitchFamily="18" charset="2"/>
              </a:rPr>
              <a:t>E’  </a:t>
            </a:r>
            <a:r>
              <a:rPr kumimoji="0"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( id )</a:t>
            </a:r>
            <a:r>
              <a:rPr kumimoji="0" lang="en-US" altLang="zh-CN" sz="2400" b="1">
                <a:sym typeface="Symbol" panose="05050102010706020507" pitchFamily="18" charset="2"/>
              </a:rPr>
              <a:t> </a:t>
            </a:r>
            <a:r>
              <a:rPr kumimoji="0"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*</a:t>
            </a:r>
            <a:r>
              <a:rPr kumimoji="0" lang="en-US" altLang="zh-CN" sz="2400" b="1">
                <a:sym typeface="Symbol" panose="05050102010706020507" pitchFamily="18" charset="2"/>
              </a:rPr>
              <a:t> </a:t>
            </a:r>
            <a:r>
              <a:rPr kumimoji="0"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id + </a:t>
            </a:r>
            <a:r>
              <a:rPr kumimoji="0" lang="en-US" altLang="zh-CN" sz="2400" b="1">
                <a:sym typeface="Symbol" panose="05050102010706020507" pitchFamily="18" charset="2"/>
              </a:rPr>
              <a:t>TE’  </a:t>
            </a:r>
            <a:endParaRPr kumimoji="0" lang="en-US" altLang="zh-CN" sz="2400" b="1">
              <a:sym typeface="Symbol" panose="05050102010706020507" pitchFamily="18" charset="2"/>
            </a:endParaRPr>
          </a:p>
        </p:txBody>
      </p:sp>
      <p:sp>
        <p:nvSpPr>
          <p:cNvPr id="113673" name="Text Box 48"/>
          <p:cNvSpPr txBox="1">
            <a:spLocks noChangeArrowheads="1"/>
          </p:cNvSpPr>
          <p:nvPr/>
        </p:nvSpPr>
        <p:spPr bwMode="auto">
          <a:xfrm>
            <a:off x="533400" y="6065838"/>
            <a:ext cx="842486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( id )</a:t>
            </a:r>
            <a:r>
              <a:rPr kumimoji="0" lang="en-US" altLang="zh-CN" sz="2400" b="1">
                <a:sym typeface="Symbol" panose="05050102010706020507" pitchFamily="18" charset="2"/>
              </a:rPr>
              <a:t> </a:t>
            </a:r>
            <a:r>
              <a:rPr kumimoji="0"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*</a:t>
            </a:r>
            <a:r>
              <a:rPr kumimoji="0" lang="en-US" altLang="zh-CN" sz="2400" b="1">
                <a:sym typeface="Symbol" panose="05050102010706020507" pitchFamily="18" charset="2"/>
              </a:rPr>
              <a:t> </a:t>
            </a:r>
            <a:r>
              <a:rPr kumimoji="0"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id + </a:t>
            </a:r>
            <a:r>
              <a:rPr kumimoji="0" lang="en-US" altLang="zh-CN" sz="2400" b="1">
                <a:sym typeface="Symbol" panose="05050102010706020507" pitchFamily="18" charset="2"/>
              </a:rPr>
              <a:t>FT’E’  </a:t>
            </a:r>
            <a:r>
              <a:rPr kumimoji="0"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( id )</a:t>
            </a:r>
            <a:r>
              <a:rPr kumimoji="0" lang="en-US" altLang="zh-CN" sz="2400" b="1">
                <a:sym typeface="Symbol" panose="05050102010706020507" pitchFamily="18" charset="2"/>
              </a:rPr>
              <a:t> </a:t>
            </a:r>
            <a:r>
              <a:rPr kumimoji="0"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*</a:t>
            </a:r>
            <a:r>
              <a:rPr kumimoji="0" lang="en-US" altLang="zh-CN" sz="2400" b="1">
                <a:sym typeface="Symbol" panose="05050102010706020507" pitchFamily="18" charset="2"/>
              </a:rPr>
              <a:t> </a:t>
            </a:r>
            <a:r>
              <a:rPr kumimoji="0"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id +id  </a:t>
            </a:r>
            <a:r>
              <a:rPr kumimoji="0" lang="en-US" altLang="zh-CN" sz="2400" b="1">
                <a:sym typeface="Symbol" panose="05050102010706020507" pitchFamily="18" charset="2"/>
              </a:rPr>
              <a:t>T’E’  </a:t>
            </a:r>
            <a:r>
              <a:rPr kumimoji="0"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( id ) * id + id$</a:t>
            </a:r>
            <a:endParaRPr kumimoji="0" lang="en-US" altLang="zh-CN" sz="2400" b="1">
              <a:sym typeface="Symbol" panose="05050102010706020507" pitchFamily="18" charset="2"/>
            </a:endParaRPr>
          </a:p>
        </p:txBody>
      </p:sp>
      <p:sp>
        <p:nvSpPr>
          <p:cNvPr id="113674" name="Text Box 49"/>
          <p:cNvSpPr txBox="1">
            <a:spLocks noChangeArrowheads="1"/>
          </p:cNvSpPr>
          <p:nvPr/>
        </p:nvSpPr>
        <p:spPr bwMode="auto">
          <a:xfrm>
            <a:off x="5824538" y="5989638"/>
            <a:ext cx="72866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b="1"/>
              <a:t>*</a:t>
            </a:r>
            <a:endParaRPr kumimoji="0" lang="en-US" altLang="zh-CN" sz="2400" b="1"/>
          </a:p>
        </p:txBody>
      </p:sp>
      <p:sp>
        <p:nvSpPr>
          <p:cNvPr id="113675" name="Text Box 50"/>
          <p:cNvSpPr txBox="1">
            <a:spLocks noChangeArrowheads="1"/>
          </p:cNvSpPr>
          <p:nvPr/>
        </p:nvSpPr>
        <p:spPr bwMode="auto">
          <a:xfrm>
            <a:off x="4695825" y="6215063"/>
            <a:ext cx="415925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zh-CN" altLang="en-US" sz="2400" b="1" baseline="-25000">
                <a:solidFill>
                  <a:srgbClr val="FF3300"/>
                </a:solidFill>
                <a:sym typeface="Symbol" panose="05050102010706020507" pitchFamily="18" charset="2"/>
              </a:rPr>
              <a:t>＝</a:t>
            </a:r>
            <a:endParaRPr kumimoji="0" lang="zh-CN" altLang="en-US" sz="2400" b="1" baseline="-25000">
              <a:solidFill>
                <a:srgbClr val="FF3300"/>
              </a:solidFill>
            </a:endParaRPr>
          </a:p>
        </p:txBody>
      </p:sp>
      <p:sp>
        <p:nvSpPr>
          <p:cNvPr id="113676" name="Freeform 51"/>
          <p:cNvSpPr/>
          <p:nvPr/>
        </p:nvSpPr>
        <p:spPr bwMode="auto">
          <a:xfrm>
            <a:off x="2328863" y="2436813"/>
            <a:ext cx="1200150" cy="320675"/>
          </a:xfrm>
          <a:custGeom>
            <a:avLst/>
            <a:gdLst>
              <a:gd name="T0" fmla="*/ 0 w 756"/>
              <a:gd name="T1" fmla="*/ 2147483646 h 202"/>
              <a:gd name="T2" fmla="*/ 2147483646 w 756"/>
              <a:gd name="T3" fmla="*/ 2147483646 h 202"/>
              <a:gd name="T4" fmla="*/ 2147483646 w 756"/>
              <a:gd name="T5" fmla="*/ 2147483646 h 202"/>
              <a:gd name="T6" fmla="*/ 2147483646 w 756"/>
              <a:gd name="T7" fmla="*/ 2147483646 h 202"/>
              <a:gd name="T8" fmla="*/ 2147483646 w 756"/>
              <a:gd name="T9" fmla="*/ 2147483646 h 20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756"/>
              <a:gd name="T16" fmla="*/ 0 h 202"/>
              <a:gd name="T17" fmla="*/ 756 w 756"/>
              <a:gd name="T18" fmla="*/ 202 h 202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756" h="202">
                <a:moveTo>
                  <a:pt x="0" y="193"/>
                </a:moveTo>
                <a:cubicBezTo>
                  <a:pt x="24" y="166"/>
                  <a:pt x="66" y="62"/>
                  <a:pt x="135" y="31"/>
                </a:cubicBezTo>
                <a:cubicBezTo>
                  <a:pt x="204" y="0"/>
                  <a:pt x="332" y="3"/>
                  <a:pt x="414" y="4"/>
                </a:cubicBezTo>
                <a:cubicBezTo>
                  <a:pt x="496" y="5"/>
                  <a:pt x="573" y="7"/>
                  <a:pt x="630" y="40"/>
                </a:cubicBezTo>
                <a:cubicBezTo>
                  <a:pt x="687" y="73"/>
                  <a:pt x="730" y="168"/>
                  <a:pt x="756" y="202"/>
                </a:cubicBezTo>
              </a:path>
            </a:pathLst>
          </a:custGeom>
          <a:noFill/>
          <a:ln w="25400" cap="flat" cmpd="sng">
            <a:solidFill>
              <a:srgbClr val="FF0000"/>
            </a:solidFill>
            <a:prstDash val="solid"/>
            <a:round/>
            <a:headEnd type="none" w="sm" len="sm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3677" name="Text Box 53"/>
          <p:cNvSpPr txBox="1">
            <a:spLocks noChangeArrowheads="1"/>
          </p:cNvSpPr>
          <p:nvPr/>
        </p:nvSpPr>
        <p:spPr bwMode="auto">
          <a:xfrm>
            <a:off x="3352800" y="2817813"/>
            <a:ext cx="415925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zh-CN" altLang="en-US" sz="2400" b="1" baseline="-25000">
                <a:solidFill>
                  <a:srgbClr val="FF3300"/>
                </a:solidFill>
                <a:sym typeface="Symbol" panose="05050102010706020507" pitchFamily="18" charset="2"/>
              </a:rPr>
              <a:t>＝</a:t>
            </a:r>
            <a:endParaRPr kumimoji="0" lang="zh-CN" altLang="en-US" sz="2400" b="1" baseline="-25000">
              <a:solidFill>
                <a:srgbClr val="FF3300"/>
              </a:solidFill>
            </a:endParaRPr>
          </a:p>
        </p:txBody>
      </p:sp>
      <p:sp>
        <p:nvSpPr>
          <p:cNvPr id="113678" name="Text Box 55"/>
          <p:cNvSpPr txBox="1">
            <a:spLocks noChangeArrowheads="1"/>
          </p:cNvSpPr>
          <p:nvPr/>
        </p:nvSpPr>
        <p:spPr bwMode="auto">
          <a:xfrm>
            <a:off x="5022850" y="3629025"/>
            <a:ext cx="415925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zh-CN" altLang="en-US" sz="2400" b="1" baseline="-25000">
                <a:solidFill>
                  <a:srgbClr val="FF3300"/>
                </a:solidFill>
                <a:sym typeface="Symbol" panose="05050102010706020507" pitchFamily="18" charset="2"/>
              </a:rPr>
              <a:t>＝</a:t>
            </a:r>
            <a:endParaRPr kumimoji="0" lang="zh-CN" altLang="en-US" sz="2400" b="1" baseline="-25000">
              <a:solidFill>
                <a:srgbClr val="FF3300"/>
              </a:solidFill>
            </a:endParaRPr>
          </a:p>
        </p:txBody>
      </p:sp>
      <p:sp>
        <p:nvSpPr>
          <p:cNvPr id="113679" name="Freeform 56"/>
          <p:cNvSpPr/>
          <p:nvPr/>
        </p:nvSpPr>
        <p:spPr bwMode="auto">
          <a:xfrm>
            <a:off x="1676400" y="4603750"/>
            <a:ext cx="3810000" cy="685800"/>
          </a:xfrm>
          <a:custGeom>
            <a:avLst/>
            <a:gdLst>
              <a:gd name="T0" fmla="*/ 2147483646 w 2400"/>
              <a:gd name="T1" fmla="*/ 0 h 432"/>
              <a:gd name="T2" fmla="*/ 2147483646 w 2400"/>
              <a:gd name="T3" fmla="*/ 2147483646 h 432"/>
              <a:gd name="T4" fmla="*/ 2147483646 w 2400"/>
              <a:gd name="T5" fmla="*/ 2147483646 h 432"/>
              <a:gd name="T6" fmla="*/ 2147483646 w 2400"/>
              <a:gd name="T7" fmla="*/ 2147483646 h 432"/>
              <a:gd name="T8" fmla="*/ 0 w 2400"/>
              <a:gd name="T9" fmla="*/ 2147483646 h 43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400"/>
              <a:gd name="T16" fmla="*/ 0 h 432"/>
              <a:gd name="T17" fmla="*/ 2400 w 2400"/>
              <a:gd name="T18" fmla="*/ 432 h 432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400" h="432">
                <a:moveTo>
                  <a:pt x="2400" y="0"/>
                </a:moveTo>
                <a:cubicBezTo>
                  <a:pt x="2308" y="54"/>
                  <a:pt x="2133" y="283"/>
                  <a:pt x="1847" y="324"/>
                </a:cubicBezTo>
                <a:cubicBezTo>
                  <a:pt x="1561" y="365"/>
                  <a:pt x="955" y="251"/>
                  <a:pt x="681" y="249"/>
                </a:cubicBezTo>
                <a:cubicBezTo>
                  <a:pt x="407" y="247"/>
                  <a:pt x="318" y="281"/>
                  <a:pt x="204" y="312"/>
                </a:cubicBezTo>
                <a:cubicBezTo>
                  <a:pt x="90" y="343"/>
                  <a:pt x="43" y="407"/>
                  <a:pt x="0" y="432"/>
                </a:cubicBezTo>
              </a:path>
            </a:pathLst>
          </a:custGeom>
          <a:noFill/>
          <a:ln w="25400" cap="flat" cmpd="sng">
            <a:solidFill>
              <a:srgbClr val="FF0000"/>
            </a:solidFill>
            <a:prstDash val="solid"/>
            <a:round/>
            <a:headEnd type="none" w="sm" len="sm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3680" name="Text Box 57"/>
          <p:cNvSpPr txBox="1">
            <a:spLocks noChangeArrowheads="1"/>
          </p:cNvSpPr>
          <p:nvPr/>
        </p:nvSpPr>
        <p:spPr bwMode="auto">
          <a:xfrm>
            <a:off x="1447800" y="5375275"/>
            <a:ext cx="415925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zh-CN" altLang="en-US" sz="2400" b="1" baseline="-25000">
                <a:solidFill>
                  <a:srgbClr val="FF3300"/>
                </a:solidFill>
                <a:sym typeface="Symbol" panose="05050102010706020507" pitchFamily="18" charset="2"/>
              </a:rPr>
              <a:t>＝</a:t>
            </a:r>
            <a:endParaRPr kumimoji="0" lang="zh-CN" altLang="en-US" sz="2400" b="1" baseline="-25000">
              <a:solidFill>
                <a:srgbClr val="FF3300"/>
              </a:solidFill>
            </a:endParaRPr>
          </a:p>
        </p:txBody>
      </p:sp>
      <p:sp>
        <p:nvSpPr>
          <p:cNvPr id="113681" name="Text Box 58"/>
          <p:cNvSpPr txBox="1">
            <a:spLocks noChangeArrowheads="1"/>
          </p:cNvSpPr>
          <p:nvPr/>
        </p:nvSpPr>
        <p:spPr bwMode="auto">
          <a:xfrm>
            <a:off x="5070475" y="3627438"/>
            <a:ext cx="415925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zh-CN" altLang="en-US" sz="2400" b="1" baseline="-25000">
                <a:solidFill>
                  <a:srgbClr val="FF3300"/>
                </a:solidFill>
                <a:sym typeface="Symbol" panose="05050102010706020507" pitchFamily="18" charset="2"/>
              </a:rPr>
              <a:t>＝</a:t>
            </a:r>
            <a:endParaRPr kumimoji="0" lang="zh-CN" altLang="en-US" sz="2400" b="1" baseline="-25000">
              <a:solidFill>
                <a:srgbClr val="FF3300"/>
              </a:solidFill>
            </a:endParaRPr>
          </a:p>
        </p:txBody>
      </p:sp>
      <p:sp>
        <p:nvSpPr>
          <p:cNvPr id="113682" name="Freeform 59"/>
          <p:cNvSpPr/>
          <p:nvPr/>
        </p:nvSpPr>
        <p:spPr bwMode="auto">
          <a:xfrm>
            <a:off x="763588" y="2940050"/>
            <a:ext cx="2889250" cy="560388"/>
          </a:xfrm>
          <a:custGeom>
            <a:avLst/>
            <a:gdLst>
              <a:gd name="T0" fmla="*/ 0 w 1820"/>
              <a:gd name="T1" fmla="*/ 0 h 353"/>
              <a:gd name="T2" fmla="*/ 2147483646 w 1820"/>
              <a:gd name="T3" fmla="*/ 2147483646 h 353"/>
              <a:gd name="T4" fmla="*/ 2147483646 w 1820"/>
              <a:gd name="T5" fmla="*/ 2147483646 h 353"/>
              <a:gd name="T6" fmla="*/ 2147483646 w 1820"/>
              <a:gd name="T7" fmla="*/ 2147483646 h 353"/>
              <a:gd name="T8" fmla="*/ 2147483646 w 1820"/>
              <a:gd name="T9" fmla="*/ 2147483646 h 353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820"/>
              <a:gd name="T16" fmla="*/ 0 h 353"/>
              <a:gd name="T17" fmla="*/ 1820 w 1820"/>
              <a:gd name="T18" fmla="*/ 353 h 353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820" h="353">
                <a:moveTo>
                  <a:pt x="0" y="0"/>
                </a:moveTo>
                <a:cubicBezTo>
                  <a:pt x="71" y="94"/>
                  <a:pt x="141" y="183"/>
                  <a:pt x="328" y="239"/>
                </a:cubicBezTo>
                <a:cubicBezTo>
                  <a:pt x="515" y="295"/>
                  <a:pt x="891" y="321"/>
                  <a:pt x="1121" y="334"/>
                </a:cubicBezTo>
                <a:cubicBezTo>
                  <a:pt x="1351" y="347"/>
                  <a:pt x="1592" y="353"/>
                  <a:pt x="1706" y="316"/>
                </a:cubicBezTo>
                <a:cubicBezTo>
                  <a:pt x="1820" y="279"/>
                  <a:pt x="1785" y="152"/>
                  <a:pt x="1805" y="109"/>
                </a:cubicBezTo>
              </a:path>
            </a:pathLst>
          </a:custGeom>
          <a:noFill/>
          <a:ln w="25400" cap="flat" cmpd="sng">
            <a:solidFill>
              <a:srgbClr val="FF0000"/>
            </a:solidFill>
            <a:prstDash val="solid"/>
            <a:round/>
            <a:headEnd type="none" w="sm" len="sm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3683" name="Freeform 60"/>
          <p:cNvSpPr/>
          <p:nvPr/>
        </p:nvSpPr>
        <p:spPr bwMode="auto">
          <a:xfrm>
            <a:off x="1371600" y="3003550"/>
            <a:ext cx="2171700" cy="387350"/>
          </a:xfrm>
          <a:custGeom>
            <a:avLst/>
            <a:gdLst>
              <a:gd name="T0" fmla="*/ 0 w 1368"/>
              <a:gd name="T1" fmla="*/ 0 h 244"/>
              <a:gd name="T2" fmla="*/ 2147483646 w 1368"/>
              <a:gd name="T3" fmla="*/ 2147483646 h 244"/>
              <a:gd name="T4" fmla="*/ 2147483646 w 1368"/>
              <a:gd name="T5" fmla="*/ 2147483646 h 244"/>
              <a:gd name="T6" fmla="*/ 2147483646 w 1368"/>
              <a:gd name="T7" fmla="*/ 2147483646 h 244"/>
              <a:gd name="T8" fmla="*/ 2147483646 w 1368"/>
              <a:gd name="T9" fmla="*/ 2147483646 h 244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368"/>
              <a:gd name="T16" fmla="*/ 0 h 244"/>
              <a:gd name="T17" fmla="*/ 1368 w 1368"/>
              <a:gd name="T18" fmla="*/ 244 h 244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368" h="244">
                <a:moveTo>
                  <a:pt x="0" y="0"/>
                </a:moveTo>
                <a:cubicBezTo>
                  <a:pt x="56" y="69"/>
                  <a:pt x="111" y="138"/>
                  <a:pt x="257" y="175"/>
                </a:cubicBezTo>
                <a:cubicBezTo>
                  <a:pt x="402" y="211"/>
                  <a:pt x="702" y="211"/>
                  <a:pt x="873" y="218"/>
                </a:cubicBezTo>
                <a:cubicBezTo>
                  <a:pt x="1044" y="225"/>
                  <a:pt x="1201" y="244"/>
                  <a:pt x="1283" y="218"/>
                </a:cubicBezTo>
                <a:cubicBezTo>
                  <a:pt x="1365" y="192"/>
                  <a:pt x="1350" y="93"/>
                  <a:pt x="1368" y="60"/>
                </a:cubicBezTo>
              </a:path>
            </a:pathLst>
          </a:custGeom>
          <a:noFill/>
          <a:ln w="25400" cap="flat" cmpd="sng">
            <a:solidFill>
              <a:srgbClr val="FF0000"/>
            </a:solidFill>
            <a:prstDash val="solid"/>
            <a:round/>
            <a:headEnd type="none" w="sm" len="sm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3684" name="Freeform 61"/>
          <p:cNvSpPr/>
          <p:nvPr/>
        </p:nvSpPr>
        <p:spPr bwMode="auto">
          <a:xfrm>
            <a:off x="923925" y="3841750"/>
            <a:ext cx="4319588" cy="239713"/>
          </a:xfrm>
          <a:custGeom>
            <a:avLst/>
            <a:gdLst>
              <a:gd name="T0" fmla="*/ 0 w 2721"/>
              <a:gd name="T1" fmla="*/ 0 h 151"/>
              <a:gd name="T2" fmla="*/ 2147483646 w 2721"/>
              <a:gd name="T3" fmla="*/ 2147483646 h 151"/>
              <a:gd name="T4" fmla="*/ 2147483646 w 2721"/>
              <a:gd name="T5" fmla="*/ 2147483646 h 151"/>
              <a:gd name="T6" fmla="*/ 2147483646 w 2721"/>
              <a:gd name="T7" fmla="*/ 2147483646 h 151"/>
              <a:gd name="T8" fmla="*/ 2147483646 w 2721"/>
              <a:gd name="T9" fmla="*/ 2147483646 h 151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721"/>
              <a:gd name="T16" fmla="*/ 0 h 151"/>
              <a:gd name="T17" fmla="*/ 2721 w 2721"/>
              <a:gd name="T18" fmla="*/ 151 h 151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721" h="151">
                <a:moveTo>
                  <a:pt x="0" y="0"/>
                </a:moveTo>
                <a:cubicBezTo>
                  <a:pt x="86" y="21"/>
                  <a:pt x="237" y="103"/>
                  <a:pt x="516" y="127"/>
                </a:cubicBezTo>
                <a:cubicBezTo>
                  <a:pt x="795" y="151"/>
                  <a:pt x="1349" y="148"/>
                  <a:pt x="1677" y="145"/>
                </a:cubicBezTo>
                <a:cubicBezTo>
                  <a:pt x="2005" y="142"/>
                  <a:pt x="2309" y="129"/>
                  <a:pt x="2483" y="109"/>
                </a:cubicBezTo>
                <a:cubicBezTo>
                  <a:pt x="2657" y="89"/>
                  <a:pt x="2672" y="40"/>
                  <a:pt x="2721" y="23"/>
                </a:cubicBezTo>
              </a:path>
            </a:pathLst>
          </a:custGeom>
          <a:noFill/>
          <a:ln w="25400" cap="flat" cmpd="sng">
            <a:solidFill>
              <a:srgbClr val="FF0000"/>
            </a:solidFill>
            <a:prstDash val="solid"/>
            <a:round/>
            <a:headEnd type="none" w="sm" len="sm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3685" name="Freeform 64"/>
          <p:cNvSpPr/>
          <p:nvPr/>
        </p:nvSpPr>
        <p:spPr bwMode="auto">
          <a:xfrm>
            <a:off x="1981200" y="5518150"/>
            <a:ext cx="2133600" cy="422275"/>
          </a:xfrm>
          <a:custGeom>
            <a:avLst/>
            <a:gdLst>
              <a:gd name="T0" fmla="*/ 0 w 2142"/>
              <a:gd name="T1" fmla="*/ 2147483646 h 218"/>
              <a:gd name="T2" fmla="*/ 2147483646 w 2142"/>
              <a:gd name="T3" fmla="*/ 2147483646 h 218"/>
              <a:gd name="T4" fmla="*/ 2147483646 w 2142"/>
              <a:gd name="T5" fmla="*/ 2147483646 h 218"/>
              <a:gd name="T6" fmla="*/ 2147483646 w 2142"/>
              <a:gd name="T7" fmla="*/ 2147483646 h 218"/>
              <a:gd name="T8" fmla="*/ 2147483646 w 2142"/>
              <a:gd name="T9" fmla="*/ 0 h 218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142"/>
              <a:gd name="T16" fmla="*/ 0 h 218"/>
              <a:gd name="T17" fmla="*/ 2142 w 2142"/>
              <a:gd name="T18" fmla="*/ 218 h 218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142" h="218">
                <a:moveTo>
                  <a:pt x="0" y="12"/>
                </a:moveTo>
                <a:cubicBezTo>
                  <a:pt x="85" y="77"/>
                  <a:pt x="169" y="142"/>
                  <a:pt x="391" y="176"/>
                </a:cubicBezTo>
                <a:cubicBezTo>
                  <a:pt x="613" y="210"/>
                  <a:pt x="1071" y="218"/>
                  <a:pt x="1330" y="217"/>
                </a:cubicBezTo>
                <a:cubicBezTo>
                  <a:pt x="1589" y="216"/>
                  <a:pt x="1809" y="207"/>
                  <a:pt x="1944" y="171"/>
                </a:cubicBezTo>
                <a:cubicBezTo>
                  <a:pt x="2079" y="135"/>
                  <a:pt x="2101" y="36"/>
                  <a:pt x="2142" y="0"/>
                </a:cubicBezTo>
              </a:path>
            </a:pathLst>
          </a:custGeom>
          <a:noFill/>
          <a:ln w="25400" cap="flat" cmpd="sng">
            <a:solidFill>
              <a:srgbClr val="FF0000"/>
            </a:solidFill>
            <a:prstDash val="solid"/>
            <a:round/>
            <a:headEnd type="none" w="sm" len="sm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3686" name="Freeform 65"/>
          <p:cNvSpPr/>
          <p:nvPr/>
        </p:nvSpPr>
        <p:spPr bwMode="auto">
          <a:xfrm>
            <a:off x="3733800" y="3003550"/>
            <a:ext cx="1447800" cy="609600"/>
          </a:xfrm>
          <a:custGeom>
            <a:avLst/>
            <a:gdLst>
              <a:gd name="T0" fmla="*/ 0 w 672"/>
              <a:gd name="T1" fmla="*/ 0 h 336"/>
              <a:gd name="T2" fmla="*/ 2147483646 w 672"/>
              <a:gd name="T3" fmla="*/ 2147483646 h 336"/>
              <a:gd name="T4" fmla="*/ 2147483646 w 672"/>
              <a:gd name="T5" fmla="*/ 2147483646 h 336"/>
              <a:gd name="T6" fmla="*/ 2147483646 w 672"/>
              <a:gd name="T7" fmla="*/ 2147483646 h 336"/>
              <a:gd name="T8" fmla="*/ 0 60000 65536"/>
              <a:gd name="T9" fmla="*/ 0 60000 65536"/>
              <a:gd name="T10" fmla="*/ 0 60000 65536"/>
              <a:gd name="T11" fmla="*/ 0 60000 65536"/>
              <a:gd name="T12" fmla="*/ 0 w 672"/>
              <a:gd name="T13" fmla="*/ 0 h 336"/>
              <a:gd name="T14" fmla="*/ 672 w 672"/>
              <a:gd name="T15" fmla="*/ 336 h 3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672" h="336">
                <a:moveTo>
                  <a:pt x="0" y="0"/>
                </a:moveTo>
                <a:cubicBezTo>
                  <a:pt x="24" y="60"/>
                  <a:pt x="48" y="120"/>
                  <a:pt x="144" y="144"/>
                </a:cubicBezTo>
                <a:cubicBezTo>
                  <a:pt x="240" y="168"/>
                  <a:pt x="488" y="112"/>
                  <a:pt x="576" y="144"/>
                </a:cubicBezTo>
                <a:cubicBezTo>
                  <a:pt x="664" y="176"/>
                  <a:pt x="668" y="256"/>
                  <a:pt x="672" y="336"/>
                </a:cubicBezTo>
              </a:path>
            </a:pathLst>
          </a:custGeom>
          <a:noFill/>
          <a:ln w="25400" cap="flat" cmpd="sng">
            <a:solidFill>
              <a:srgbClr val="FF0000"/>
            </a:solidFill>
            <a:prstDash val="solid"/>
            <a:round/>
            <a:headEnd type="none" w="sm" len="sm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3687" name="Freeform 66"/>
          <p:cNvSpPr/>
          <p:nvPr/>
        </p:nvSpPr>
        <p:spPr bwMode="auto">
          <a:xfrm>
            <a:off x="4271963" y="5613400"/>
            <a:ext cx="1971675" cy="247650"/>
          </a:xfrm>
          <a:custGeom>
            <a:avLst/>
            <a:gdLst>
              <a:gd name="T0" fmla="*/ 0 w 1242"/>
              <a:gd name="T1" fmla="*/ 0 h 156"/>
              <a:gd name="T2" fmla="*/ 2147483646 w 1242"/>
              <a:gd name="T3" fmla="*/ 2147483646 h 156"/>
              <a:gd name="T4" fmla="*/ 2147483646 w 1242"/>
              <a:gd name="T5" fmla="*/ 2147483646 h 156"/>
              <a:gd name="T6" fmla="*/ 2147483646 w 1242"/>
              <a:gd name="T7" fmla="*/ 2147483646 h 156"/>
              <a:gd name="T8" fmla="*/ 2147483646 w 1242"/>
              <a:gd name="T9" fmla="*/ 2147483646 h 15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242"/>
              <a:gd name="T16" fmla="*/ 0 h 156"/>
              <a:gd name="T17" fmla="*/ 1242 w 1242"/>
              <a:gd name="T18" fmla="*/ 156 h 15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242" h="156">
                <a:moveTo>
                  <a:pt x="0" y="0"/>
                </a:moveTo>
                <a:cubicBezTo>
                  <a:pt x="42" y="22"/>
                  <a:pt x="123" y="102"/>
                  <a:pt x="252" y="126"/>
                </a:cubicBezTo>
                <a:cubicBezTo>
                  <a:pt x="381" y="150"/>
                  <a:pt x="627" y="142"/>
                  <a:pt x="774" y="144"/>
                </a:cubicBezTo>
                <a:cubicBezTo>
                  <a:pt x="921" y="146"/>
                  <a:pt x="1056" y="156"/>
                  <a:pt x="1134" y="135"/>
                </a:cubicBezTo>
                <a:cubicBezTo>
                  <a:pt x="1212" y="114"/>
                  <a:pt x="1219" y="43"/>
                  <a:pt x="1242" y="18"/>
                </a:cubicBezTo>
              </a:path>
            </a:pathLst>
          </a:custGeom>
          <a:noFill/>
          <a:ln w="25400" cap="flat" cmpd="sng">
            <a:solidFill>
              <a:srgbClr val="FF0000"/>
            </a:solidFill>
            <a:prstDash val="solid"/>
            <a:round/>
            <a:headEnd type="none" w="sm" len="sm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3688" name="Freeform 67"/>
          <p:cNvSpPr/>
          <p:nvPr/>
        </p:nvSpPr>
        <p:spPr bwMode="auto">
          <a:xfrm>
            <a:off x="5562600" y="6432550"/>
            <a:ext cx="2438400" cy="273050"/>
          </a:xfrm>
          <a:custGeom>
            <a:avLst/>
            <a:gdLst>
              <a:gd name="T0" fmla="*/ 0 w 2142"/>
              <a:gd name="T1" fmla="*/ 2147483646 h 218"/>
              <a:gd name="T2" fmla="*/ 2147483646 w 2142"/>
              <a:gd name="T3" fmla="*/ 2147483646 h 218"/>
              <a:gd name="T4" fmla="*/ 2147483646 w 2142"/>
              <a:gd name="T5" fmla="*/ 2147483646 h 218"/>
              <a:gd name="T6" fmla="*/ 2147483646 w 2142"/>
              <a:gd name="T7" fmla="*/ 2147483646 h 218"/>
              <a:gd name="T8" fmla="*/ 2147483646 w 2142"/>
              <a:gd name="T9" fmla="*/ 0 h 218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142"/>
              <a:gd name="T16" fmla="*/ 0 h 218"/>
              <a:gd name="T17" fmla="*/ 2142 w 2142"/>
              <a:gd name="T18" fmla="*/ 218 h 218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142" h="218">
                <a:moveTo>
                  <a:pt x="0" y="12"/>
                </a:moveTo>
                <a:cubicBezTo>
                  <a:pt x="85" y="77"/>
                  <a:pt x="169" y="142"/>
                  <a:pt x="391" y="176"/>
                </a:cubicBezTo>
                <a:cubicBezTo>
                  <a:pt x="613" y="210"/>
                  <a:pt x="1071" y="218"/>
                  <a:pt x="1330" y="217"/>
                </a:cubicBezTo>
                <a:cubicBezTo>
                  <a:pt x="1589" y="216"/>
                  <a:pt x="1809" y="207"/>
                  <a:pt x="1944" y="171"/>
                </a:cubicBezTo>
                <a:cubicBezTo>
                  <a:pt x="2079" y="135"/>
                  <a:pt x="2101" y="36"/>
                  <a:pt x="2142" y="0"/>
                </a:cubicBezTo>
              </a:path>
            </a:pathLst>
          </a:custGeom>
          <a:noFill/>
          <a:ln w="25400" cap="flat" cmpd="sng">
            <a:solidFill>
              <a:srgbClr val="FF0000"/>
            </a:solidFill>
            <a:prstDash val="solid"/>
            <a:round/>
            <a:headEnd type="none" w="sm" len="sm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3689" name="Text Box 68"/>
          <p:cNvSpPr txBox="1">
            <a:spLocks noChangeArrowheads="1"/>
          </p:cNvSpPr>
          <p:nvPr/>
        </p:nvSpPr>
        <p:spPr bwMode="auto">
          <a:xfrm>
            <a:off x="6400800" y="6384925"/>
            <a:ext cx="1295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b="1">
                <a:solidFill>
                  <a:srgbClr val="FF3300"/>
                </a:solidFill>
              </a:rPr>
              <a:t>E’ </a:t>
            </a:r>
            <a:r>
              <a:rPr kumimoji="0" lang="en-US" altLang="zh-CN" sz="2000" b="1">
                <a:solidFill>
                  <a:srgbClr val="FF3300"/>
                </a:solidFill>
                <a:sym typeface="Symbol" panose="05050102010706020507" pitchFamily="18" charset="2"/>
              </a:rPr>
              <a:t> </a:t>
            </a:r>
            <a:r>
              <a:rPr kumimoji="0" lang="en-US" altLang="zh-CN" sz="2000" b="1">
                <a:solidFill>
                  <a:srgbClr val="FF3300"/>
                </a:solidFill>
                <a:latin typeface="Symbol" panose="05050102010706020507" pitchFamily="18" charset="2"/>
                <a:sym typeface="Symbol" panose="05050102010706020507" pitchFamily="18" charset="2"/>
              </a:rPr>
              <a:t>e</a:t>
            </a:r>
            <a:endParaRPr kumimoji="0" lang="en-US" altLang="zh-CN" sz="2000" b="1">
              <a:solidFill>
                <a:srgbClr val="FF3300"/>
              </a:solidFill>
              <a:latin typeface="Symbol" panose="05050102010706020507" pitchFamily="18" charset="2"/>
              <a:sym typeface="Symbol" panose="05050102010706020507" pitchFamily="18" charset="2"/>
            </a:endParaRPr>
          </a:p>
        </p:txBody>
      </p:sp>
      <p:sp>
        <p:nvSpPr>
          <p:cNvPr id="113690" name="Text Box 69"/>
          <p:cNvSpPr txBox="1">
            <a:spLocks noChangeArrowheads="1"/>
          </p:cNvSpPr>
          <p:nvPr/>
        </p:nvSpPr>
        <p:spPr bwMode="auto">
          <a:xfrm>
            <a:off x="2667000" y="5594350"/>
            <a:ext cx="1295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b="1">
                <a:solidFill>
                  <a:srgbClr val="FF3300"/>
                </a:solidFill>
              </a:rPr>
              <a:t>T’ </a:t>
            </a:r>
            <a:r>
              <a:rPr kumimoji="0" lang="en-US" altLang="zh-CN" sz="2000" b="1">
                <a:solidFill>
                  <a:srgbClr val="FF3300"/>
                </a:solidFill>
                <a:sym typeface="Symbol" panose="05050102010706020507" pitchFamily="18" charset="2"/>
              </a:rPr>
              <a:t> </a:t>
            </a:r>
            <a:r>
              <a:rPr kumimoji="0" lang="en-US" altLang="zh-CN" sz="2000" b="1">
                <a:solidFill>
                  <a:srgbClr val="FF3300"/>
                </a:solidFill>
                <a:latin typeface="Symbol" panose="05050102010706020507" pitchFamily="18" charset="2"/>
                <a:sym typeface="Symbol" panose="05050102010706020507" pitchFamily="18" charset="2"/>
              </a:rPr>
              <a:t>e</a:t>
            </a:r>
            <a:endParaRPr kumimoji="0" lang="en-US" altLang="zh-CN" sz="2000" b="1">
              <a:solidFill>
                <a:srgbClr val="FF3300"/>
              </a:solidFill>
              <a:latin typeface="Symbol" panose="05050102010706020507" pitchFamily="18" charset="2"/>
              <a:sym typeface="Symbol" panose="05050102010706020507" pitchFamily="18" charset="2"/>
            </a:endParaRPr>
          </a:p>
        </p:txBody>
      </p:sp>
      <p:sp>
        <p:nvSpPr>
          <p:cNvPr id="113691" name="Text Box 70"/>
          <p:cNvSpPr txBox="1">
            <a:spLocks noChangeArrowheads="1"/>
          </p:cNvSpPr>
          <p:nvPr/>
        </p:nvSpPr>
        <p:spPr bwMode="auto">
          <a:xfrm>
            <a:off x="6046788" y="5365750"/>
            <a:ext cx="415925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zh-CN" altLang="en-US" sz="2400" b="1" baseline="-25000">
                <a:solidFill>
                  <a:srgbClr val="FF3300"/>
                </a:solidFill>
                <a:sym typeface="Symbol" panose="05050102010706020507" pitchFamily="18" charset="2"/>
              </a:rPr>
              <a:t>＝</a:t>
            </a:r>
            <a:endParaRPr kumimoji="0" lang="zh-CN" altLang="en-US" sz="2400" b="1" baseline="-25000">
              <a:solidFill>
                <a:srgbClr val="FF3300"/>
              </a:solidFill>
            </a:endParaRPr>
          </a:p>
        </p:txBody>
      </p:sp>
      <p:sp>
        <p:nvSpPr>
          <p:cNvPr id="113692" name="Freeform 71"/>
          <p:cNvSpPr/>
          <p:nvPr/>
        </p:nvSpPr>
        <p:spPr bwMode="auto">
          <a:xfrm>
            <a:off x="3762375" y="2616200"/>
            <a:ext cx="200025" cy="74613"/>
          </a:xfrm>
          <a:custGeom>
            <a:avLst/>
            <a:gdLst>
              <a:gd name="T0" fmla="*/ 0 w 96"/>
              <a:gd name="T1" fmla="*/ 2147483646 h 48"/>
              <a:gd name="T2" fmla="*/ 2147483646 w 96"/>
              <a:gd name="T3" fmla="*/ 0 h 48"/>
              <a:gd name="T4" fmla="*/ 2147483646 w 96"/>
              <a:gd name="T5" fmla="*/ 2147483646 h 48"/>
              <a:gd name="T6" fmla="*/ 0 60000 65536"/>
              <a:gd name="T7" fmla="*/ 0 60000 65536"/>
              <a:gd name="T8" fmla="*/ 0 60000 65536"/>
              <a:gd name="T9" fmla="*/ 0 w 96"/>
              <a:gd name="T10" fmla="*/ 0 h 48"/>
              <a:gd name="T11" fmla="*/ 96 w 96"/>
              <a:gd name="T12" fmla="*/ 48 h 48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96" h="48">
                <a:moveTo>
                  <a:pt x="0" y="48"/>
                </a:moveTo>
                <a:cubicBezTo>
                  <a:pt x="16" y="24"/>
                  <a:pt x="32" y="0"/>
                  <a:pt x="48" y="0"/>
                </a:cubicBezTo>
                <a:cubicBezTo>
                  <a:pt x="64" y="0"/>
                  <a:pt x="80" y="24"/>
                  <a:pt x="96" y="48"/>
                </a:cubicBezTo>
              </a:path>
            </a:pathLst>
          </a:custGeom>
          <a:noFill/>
          <a:ln w="25400" cap="flat" cmpd="sng">
            <a:solidFill>
              <a:srgbClr val="FF00FF"/>
            </a:solidFill>
            <a:prstDash val="solid"/>
            <a:round/>
            <a:headEnd type="none" w="sm" len="sm"/>
            <a:tailEnd type="arrow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3693" name="Freeform 72"/>
          <p:cNvSpPr/>
          <p:nvPr/>
        </p:nvSpPr>
        <p:spPr bwMode="auto">
          <a:xfrm>
            <a:off x="152400" y="2997200"/>
            <a:ext cx="7823200" cy="3860800"/>
          </a:xfrm>
          <a:custGeom>
            <a:avLst/>
            <a:gdLst>
              <a:gd name="T0" fmla="*/ 2147483646 w 4928"/>
              <a:gd name="T1" fmla="*/ 0 h 2336"/>
              <a:gd name="T2" fmla="*/ 2147483646 w 4928"/>
              <a:gd name="T3" fmla="*/ 2147483646 h 2336"/>
              <a:gd name="T4" fmla="*/ 2147483646 w 4928"/>
              <a:gd name="T5" fmla="*/ 2147483646 h 2336"/>
              <a:gd name="T6" fmla="*/ 2147483646 w 4928"/>
              <a:gd name="T7" fmla="*/ 2147483646 h 2336"/>
              <a:gd name="T8" fmla="*/ 2147483646 w 4928"/>
              <a:gd name="T9" fmla="*/ 2147483646 h 2336"/>
              <a:gd name="T10" fmla="*/ 2147483646 w 4928"/>
              <a:gd name="T11" fmla="*/ 2147483646 h 2336"/>
              <a:gd name="T12" fmla="*/ 2147483646 w 4928"/>
              <a:gd name="T13" fmla="*/ 2147483646 h 2336"/>
              <a:gd name="T14" fmla="*/ 2147483646 w 4928"/>
              <a:gd name="T15" fmla="*/ 2147483646 h 23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w 4928"/>
              <a:gd name="T25" fmla="*/ 0 h 2336"/>
              <a:gd name="T26" fmla="*/ 4928 w 4928"/>
              <a:gd name="T27" fmla="*/ 2336 h 2336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T24" t="T25" r="T26" b="T27"/>
            <a:pathLst>
              <a:path w="4928" h="2336">
                <a:moveTo>
                  <a:pt x="347" y="0"/>
                </a:moveTo>
                <a:cubicBezTo>
                  <a:pt x="240" y="82"/>
                  <a:pt x="133" y="163"/>
                  <a:pt x="90" y="267"/>
                </a:cubicBezTo>
                <a:cubicBezTo>
                  <a:pt x="47" y="371"/>
                  <a:pt x="91" y="338"/>
                  <a:pt x="90" y="624"/>
                </a:cubicBezTo>
                <a:cubicBezTo>
                  <a:pt x="89" y="910"/>
                  <a:pt x="0" y="1710"/>
                  <a:pt x="85" y="1986"/>
                </a:cubicBezTo>
                <a:cubicBezTo>
                  <a:pt x="170" y="2262"/>
                  <a:pt x="73" y="2230"/>
                  <a:pt x="598" y="2283"/>
                </a:cubicBezTo>
                <a:cubicBezTo>
                  <a:pt x="1123" y="2336"/>
                  <a:pt x="2560" y="2300"/>
                  <a:pt x="3235" y="2301"/>
                </a:cubicBezTo>
                <a:cubicBezTo>
                  <a:pt x="3910" y="2302"/>
                  <a:pt x="4368" y="2316"/>
                  <a:pt x="4648" y="2292"/>
                </a:cubicBezTo>
                <a:cubicBezTo>
                  <a:pt x="4928" y="2268"/>
                  <a:pt x="4862" y="2185"/>
                  <a:pt x="4918" y="2157"/>
                </a:cubicBezTo>
              </a:path>
            </a:pathLst>
          </a:custGeom>
          <a:noFill/>
          <a:ln w="25400" cap="flat" cmpd="sng">
            <a:solidFill>
              <a:srgbClr val="FF00FF"/>
            </a:solidFill>
            <a:prstDash val="solid"/>
            <a:round/>
            <a:headEnd type="none" w="sm" len="sm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3694" name="Freeform 73"/>
          <p:cNvSpPr/>
          <p:nvPr/>
        </p:nvSpPr>
        <p:spPr bwMode="auto">
          <a:xfrm>
            <a:off x="381000" y="3462338"/>
            <a:ext cx="2828925" cy="881062"/>
          </a:xfrm>
          <a:custGeom>
            <a:avLst/>
            <a:gdLst>
              <a:gd name="T0" fmla="*/ 2147483646 w 1782"/>
              <a:gd name="T1" fmla="*/ 2147483646 h 555"/>
              <a:gd name="T2" fmla="*/ 2147483646 w 1782"/>
              <a:gd name="T3" fmla="*/ 2147483646 h 555"/>
              <a:gd name="T4" fmla="*/ 2147483646 w 1782"/>
              <a:gd name="T5" fmla="*/ 2147483646 h 555"/>
              <a:gd name="T6" fmla="*/ 2147483646 w 1782"/>
              <a:gd name="T7" fmla="*/ 2147483646 h 555"/>
              <a:gd name="T8" fmla="*/ 2147483646 w 1782"/>
              <a:gd name="T9" fmla="*/ 2147483646 h 555"/>
              <a:gd name="T10" fmla="*/ 2147483646 w 1782"/>
              <a:gd name="T11" fmla="*/ 2147483646 h 555"/>
              <a:gd name="T12" fmla="*/ 2147483646 w 1782"/>
              <a:gd name="T13" fmla="*/ 2147483646 h 555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1782"/>
              <a:gd name="T22" fmla="*/ 0 h 555"/>
              <a:gd name="T23" fmla="*/ 1782 w 1782"/>
              <a:gd name="T24" fmla="*/ 555 h 555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1782" h="555">
                <a:moveTo>
                  <a:pt x="339" y="72"/>
                </a:moveTo>
                <a:cubicBezTo>
                  <a:pt x="270" y="36"/>
                  <a:pt x="201" y="0"/>
                  <a:pt x="148" y="24"/>
                </a:cubicBezTo>
                <a:cubicBezTo>
                  <a:pt x="95" y="48"/>
                  <a:pt x="32" y="144"/>
                  <a:pt x="21" y="216"/>
                </a:cubicBezTo>
                <a:cubicBezTo>
                  <a:pt x="11" y="288"/>
                  <a:pt x="0" y="408"/>
                  <a:pt x="85" y="456"/>
                </a:cubicBezTo>
                <a:cubicBezTo>
                  <a:pt x="170" y="504"/>
                  <a:pt x="285" y="506"/>
                  <a:pt x="530" y="504"/>
                </a:cubicBezTo>
                <a:cubicBezTo>
                  <a:pt x="775" y="502"/>
                  <a:pt x="1348" y="439"/>
                  <a:pt x="1557" y="447"/>
                </a:cubicBezTo>
                <a:cubicBezTo>
                  <a:pt x="1766" y="455"/>
                  <a:pt x="1735" y="533"/>
                  <a:pt x="1782" y="555"/>
                </a:cubicBezTo>
              </a:path>
            </a:pathLst>
          </a:custGeom>
          <a:noFill/>
          <a:ln w="25400" cap="flat" cmpd="sng">
            <a:solidFill>
              <a:srgbClr val="FF00FF"/>
            </a:solidFill>
            <a:prstDash val="solid"/>
            <a:round/>
            <a:headEnd type="none" w="sm" len="sm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3695" name="Freeform 74"/>
          <p:cNvSpPr/>
          <p:nvPr/>
        </p:nvSpPr>
        <p:spPr bwMode="auto">
          <a:xfrm>
            <a:off x="222250" y="2576513"/>
            <a:ext cx="1120775" cy="952500"/>
          </a:xfrm>
          <a:custGeom>
            <a:avLst/>
            <a:gdLst>
              <a:gd name="T0" fmla="*/ 2147483646 w 706"/>
              <a:gd name="T1" fmla="*/ 2147483646 h 600"/>
              <a:gd name="T2" fmla="*/ 2147483646 w 706"/>
              <a:gd name="T3" fmla="*/ 2147483646 h 600"/>
              <a:gd name="T4" fmla="*/ 2147483646 w 706"/>
              <a:gd name="T5" fmla="*/ 2147483646 h 600"/>
              <a:gd name="T6" fmla="*/ 2147483646 w 706"/>
              <a:gd name="T7" fmla="*/ 2147483646 h 600"/>
              <a:gd name="T8" fmla="*/ 0 60000 65536"/>
              <a:gd name="T9" fmla="*/ 0 60000 65536"/>
              <a:gd name="T10" fmla="*/ 0 60000 65536"/>
              <a:gd name="T11" fmla="*/ 0 60000 65536"/>
              <a:gd name="T12" fmla="*/ 0 w 706"/>
              <a:gd name="T13" fmla="*/ 0 h 600"/>
              <a:gd name="T14" fmla="*/ 706 w 706"/>
              <a:gd name="T15" fmla="*/ 600 h 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706" h="600">
                <a:moveTo>
                  <a:pt x="706" y="96"/>
                </a:moveTo>
                <a:cubicBezTo>
                  <a:pt x="634" y="84"/>
                  <a:pt x="385" y="0"/>
                  <a:pt x="274" y="24"/>
                </a:cubicBezTo>
                <a:cubicBezTo>
                  <a:pt x="163" y="48"/>
                  <a:pt x="80" y="144"/>
                  <a:pt x="40" y="240"/>
                </a:cubicBezTo>
                <a:cubicBezTo>
                  <a:pt x="0" y="336"/>
                  <a:pt x="33" y="525"/>
                  <a:pt x="31" y="600"/>
                </a:cubicBezTo>
              </a:path>
            </a:pathLst>
          </a:custGeom>
          <a:noFill/>
          <a:ln w="25400" cap="flat" cmpd="sng">
            <a:solidFill>
              <a:srgbClr val="FF00FF"/>
            </a:solidFill>
            <a:prstDash val="solid"/>
            <a:round/>
            <a:headEnd type="none" w="sm" len="sm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3696" name="Freeform 75"/>
          <p:cNvSpPr/>
          <p:nvPr/>
        </p:nvSpPr>
        <p:spPr bwMode="auto">
          <a:xfrm>
            <a:off x="3289300" y="3813175"/>
            <a:ext cx="2225675" cy="530225"/>
          </a:xfrm>
          <a:custGeom>
            <a:avLst/>
            <a:gdLst>
              <a:gd name="T0" fmla="*/ 2147483646 w 1402"/>
              <a:gd name="T1" fmla="*/ 0 h 334"/>
              <a:gd name="T2" fmla="*/ 2147483646 w 1402"/>
              <a:gd name="T3" fmla="*/ 2147483646 h 334"/>
              <a:gd name="T4" fmla="*/ 2147483646 w 1402"/>
              <a:gd name="T5" fmla="*/ 2147483646 h 334"/>
              <a:gd name="T6" fmla="*/ 0 w 1402"/>
              <a:gd name="T7" fmla="*/ 2147483646 h 334"/>
              <a:gd name="T8" fmla="*/ 0 60000 65536"/>
              <a:gd name="T9" fmla="*/ 0 60000 65536"/>
              <a:gd name="T10" fmla="*/ 0 60000 65536"/>
              <a:gd name="T11" fmla="*/ 0 60000 65536"/>
              <a:gd name="T12" fmla="*/ 0 w 1402"/>
              <a:gd name="T13" fmla="*/ 0 h 334"/>
              <a:gd name="T14" fmla="*/ 1402 w 1402"/>
              <a:gd name="T15" fmla="*/ 334 h 334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1402" h="334">
                <a:moveTo>
                  <a:pt x="1402" y="0"/>
                </a:moveTo>
                <a:cubicBezTo>
                  <a:pt x="1360" y="26"/>
                  <a:pt x="1331" y="144"/>
                  <a:pt x="1150" y="180"/>
                </a:cubicBezTo>
                <a:cubicBezTo>
                  <a:pt x="969" y="216"/>
                  <a:pt x="505" y="191"/>
                  <a:pt x="313" y="217"/>
                </a:cubicBezTo>
                <a:cubicBezTo>
                  <a:pt x="121" y="243"/>
                  <a:pt x="65" y="310"/>
                  <a:pt x="0" y="334"/>
                </a:cubicBezTo>
              </a:path>
            </a:pathLst>
          </a:custGeom>
          <a:noFill/>
          <a:ln w="25400" cap="flat" cmpd="sng">
            <a:solidFill>
              <a:srgbClr val="FF00FF"/>
            </a:solidFill>
            <a:prstDash val="solid"/>
            <a:round/>
            <a:headEnd type="none" w="sm" len="sm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3697" name="Text Box 76"/>
          <p:cNvSpPr txBox="1">
            <a:spLocks noChangeArrowheads="1"/>
          </p:cNvSpPr>
          <p:nvPr/>
        </p:nvSpPr>
        <p:spPr bwMode="auto">
          <a:xfrm>
            <a:off x="5084763" y="4300538"/>
            <a:ext cx="415925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zh-CN" altLang="en-US" sz="2400" b="1" baseline="-25000">
                <a:solidFill>
                  <a:srgbClr val="FF3300"/>
                </a:solidFill>
                <a:sym typeface="Symbol" panose="05050102010706020507" pitchFamily="18" charset="2"/>
              </a:rPr>
              <a:t>＝</a:t>
            </a:r>
            <a:endParaRPr kumimoji="0" lang="zh-CN" altLang="en-US" sz="2400" b="1" baseline="-25000">
              <a:solidFill>
                <a:srgbClr val="FF3300"/>
              </a:solidFill>
            </a:endParaRPr>
          </a:p>
        </p:txBody>
      </p:sp>
      <p:sp>
        <p:nvSpPr>
          <p:cNvPr id="113698" name="Freeform 77"/>
          <p:cNvSpPr/>
          <p:nvPr/>
        </p:nvSpPr>
        <p:spPr bwMode="auto">
          <a:xfrm>
            <a:off x="3519488" y="4583113"/>
            <a:ext cx="1724025" cy="250825"/>
          </a:xfrm>
          <a:custGeom>
            <a:avLst/>
            <a:gdLst>
              <a:gd name="T0" fmla="*/ 0 w 2142"/>
              <a:gd name="T1" fmla="*/ 2147483646 h 218"/>
              <a:gd name="T2" fmla="*/ 2147483646 w 2142"/>
              <a:gd name="T3" fmla="*/ 2147483646 h 218"/>
              <a:gd name="T4" fmla="*/ 2147483646 w 2142"/>
              <a:gd name="T5" fmla="*/ 2147483646 h 218"/>
              <a:gd name="T6" fmla="*/ 2147483646 w 2142"/>
              <a:gd name="T7" fmla="*/ 2147483646 h 218"/>
              <a:gd name="T8" fmla="*/ 2147483646 w 2142"/>
              <a:gd name="T9" fmla="*/ 0 h 218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142"/>
              <a:gd name="T16" fmla="*/ 0 h 218"/>
              <a:gd name="T17" fmla="*/ 2142 w 2142"/>
              <a:gd name="T18" fmla="*/ 218 h 218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142" h="218">
                <a:moveTo>
                  <a:pt x="0" y="12"/>
                </a:moveTo>
                <a:cubicBezTo>
                  <a:pt x="85" y="77"/>
                  <a:pt x="169" y="142"/>
                  <a:pt x="391" y="176"/>
                </a:cubicBezTo>
                <a:cubicBezTo>
                  <a:pt x="613" y="210"/>
                  <a:pt x="1071" y="218"/>
                  <a:pt x="1330" y="217"/>
                </a:cubicBezTo>
                <a:cubicBezTo>
                  <a:pt x="1589" y="216"/>
                  <a:pt x="1809" y="207"/>
                  <a:pt x="1944" y="171"/>
                </a:cubicBezTo>
                <a:cubicBezTo>
                  <a:pt x="2079" y="135"/>
                  <a:pt x="2101" y="36"/>
                  <a:pt x="2142" y="0"/>
                </a:cubicBezTo>
              </a:path>
            </a:pathLst>
          </a:custGeom>
          <a:noFill/>
          <a:ln w="25400" cap="flat" cmpd="sng">
            <a:solidFill>
              <a:srgbClr val="FF0000"/>
            </a:solidFill>
            <a:prstDash val="solid"/>
            <a:round/>
            <a:headEnd type="none" w="sm" len="sm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3699" name="Freeform 78"/>
          <p:cNvSpPr/>
          <p:nvPr/>
        </p:nvSpPr>
        <p:spPr bwMode="auto">
          <a:xfrm>
            <a:off x="1219200" y="4572000"/>
            <a:ext cx="342900" cy="342900"/>
          </a:xfrm>
          <a:custGeom>
            <a:avLst/>
            <a:gdLst>
              <a:gd name="T0" fmla="*/ 0 w 216"/>
              <a:gd name="T1" fmla="*/ 0 h 216"/>
              <a:gd name="T2" fmla="*/ 2147483646 w 216"/>
              <a:gd name="T3" fmla="*/ 2147483646 h 216"/>
              <a:gd name="T4" fmla="*/ 2147483646 w 216"/>
              <a:gd name="T5" fmla="*/ 2147483646 h 216"/>
              <a:gd name="T6" fmla="*/ 2147483646 w 216"/>
              <a:gd name="T7" fmla="*/ 0 h 216"/>
              <a:gd name="T8" fmla="*/ 0 60000 65536"/>
              <a:gd name="T9" fmla="*/ 0 60000 65536"/>
              <a:gd name="T10" fmla="*/ 0 60000 65536"/>
              <a:gd name="T11" fmla="*/ 0 60000 65536"/>
              <a:gd name="T12" fmla="*/ 0 w 216"/>
              <a:gd name="T13" fmla="*/ 0 h 216"/>
              <a:gd name="T14" fmla="*/ 216 w 216"/>
              <a:gd name="T15" fmla="*/ 216 h 21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" h="216">
                <a:moveTo>
                  <a:pt x="0" y="0"/>
                </a:moveTo>
                <a:cubicBezTo>
                  <a:pt x="8" y="84"/>
                  <a:pt x="16" y="168"/>
                  <a:pt x="48" y="192"/>
                </a:cubicBezTo>
                <a:cubicBezTo>
                  <a:pt x="80" y="216"/>
                  <a:pt x="168" y="176"/>
                  <a:pt x="192" y="144"/>
                </a:cubicBezTo>
                <a:cubicBezTo>
                  <a:pt x="216" y="112"/>
                  <a:pt x="204" y="56"/>
                  <a:pt x="192" y="0"/>
                </a:cubicBezTo>
              </a:path>
            </a:pathLst>
          </a:custGeom>
          <a:noFill/>
          <a:ln w="25400" cap="flat" cmpd="sng">
            <a:solidFill>
              <a:srgbClr val="FF00FF"/>
            </a:solidFill>
            <a:prstDash val="solid"/>
            <a:round/>
            <a:headEnd type="none" w="sm" len="sm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3700" name="Freeform 79"/>
          <p:cNvSpPr/>
          <p:nvPr/>
        </p:nvSpPr>
        <p:spPr bwMode="auto">
          <a:xfrm>
            <a:off x="5257800" y="5943600"/>
            <a:ext cx="2819400" cy="254000"/>
          </a:xfrm>
          <a:custGeom>
            <a:avLst/>
            <a:gdLst>
              <a:gd name="T0" fmla="*/ 2147483646 w 1336"/>
              <a:gd name="T1" fmla="*/ 2147483646 h 112"/>
              <a:gd name="T2" fmla="*/ 2147483646 w 1336"/>
              <a:gd name="T3" fmla="*/ 2147483646 h 112"/>
              <a:gd name="T4" fmla="*/ 2147483646 w 1336"/>
              <a:gd name="T5" fmla="*/ 2147483646 h 112"/>
              <a:gd name="T6" fmla="*/ 2147483646 w 1336"/>
              <a:gd name="T7" fmla="*/ 2147483646 h 112"/>
              <a:gd name="T8" fmla="*/ 2147483646 w 1336"/>
              <a:gd name="T9" fmla="*/ 2147483646 h 11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336"/>
              <a:gd name="T16" fmla="*/ 0 h 112"/>
              <a:gd name="T17" fmla="*/ 1336 w 1336"/>
              <a:gd name="T18" fmla="*/ 112 h 112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336" h="112">
                <a:moveTo>
                  <a:pt x="40" y="112"/>
                </a:moveTo>
                <a:cubicBezTo>
                  <a:pt x="20" y="72"/>
                  <a:pt x="0" y="32"/>
                  <a:pt x="136" y="16"/>
                </a:cubicBezTo>
                <a:cubicBezTo>
                  <a:pt x="272" y="0"/>
                  <a:pt x="680" y="16"/>
                  <a:pt x="856" y="16"/>
                </a:cubicBezTo>
                <a:cubicBezTo>
                  <a:pt x="1032" y="16"/>
                  <a:pt x="1112" y="0"/>
                  <a:pt x="1192" y="16"/>
                </a:cubicBezTo>
                <a:cubicBezTo>
                  <a:pt x="1272" y="32"/>
                  <a:pt x="1304" y="72"/>
                  <a:pt x="1336" y="112"/>
                </a:cubicBezTo>
              </a:path>
            </a:pathLst>
          </a:custGeom>
          <a:noFill/>
          <a:ln w="25400" cap="flat" cmpd="sng">
            <a:solidFill>
              <a:srgbClr val="FF00FF"/>
            </a:solidFill>
            <a:prstDash val="solid"/>
            <a:round/>
            <a:headEnd type="none" w="sm" len="sm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</p:spTree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FIRST&amp;FOLLOW</a:t>
            </a:r>
            <a:r>
              <a:rPr lang="zh-CN" altLang="en-US"/>
              <a:t>与预测分析</a:t>
            </a:r>
            <a:endParaRPr lang="zh-CN" altLang="en-US"/>
          </a:p>
        </p:txBody>
      </p:sp>
      <p:sp>
        <p:nvSpPr>
          <p:cNvPr id="114691" name="Text Box 37"/>
          <p:cNvSpPr txBox="1">
            <a:spLocks noChangeArrowheads="1"/>
          </p:cNvSpPr>
          <p:nvPr/>
        </p:nvSpPr>
        <p:spPr bwMode="auto">
          <a:xfrm>
            <a:off x="1371600" y="1219200"/>
            <a:ext cx="5867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b="1"/>
              <a:t>Consider the following derivation:</a:t>
            </a:r>
            <a:endParaRPr kumimoji="0" lang="en-US" altLang="zh-CN" sz="2000" b="1"/>
          </a:p>
        </p:txBody>
      </p:sp>
      <p:sp>
        <p:nvSpPr>
          <p:cNvPr id="114692" name="Text Box 38"/>
          <p:cNvSpPr txBox="1">
            <a:spLocks noChangeArrowheads="1"/>
          </p:cNvSpPr>
          <p:nvPr/>
        </p:nvSpPr>
        <p:spPr bwMode="auto">
          <a:xfrm>
            <a:off x="1447800" y="2133600"/>
            <a:ext cx="53340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1800" b="1"/>
              <a:t>E </a:t>
            </a:r>
            <a:r>
              <a:rPr kumimoji="0" lang="en-US" altLang="zh-CN" sz="1800" b="1">
                <a:sym typeface="Symbol" panose="05050102010706020507" pitchFamily="18" charset="2"/>
              </a:rPr>
              <a:t> TE’  FT’E’  </a:t>
            </a:r>
            <a:r>
              <a:rPr kumimoji="0" lang="en-US" altLang="zh-CN" sz="1800" b="1">
                <a:solidFill>
                  <a:schemeClr val="accent2"/>
                </a:solidFill>
                <a:sym typeface="Symbol" panose="05050102010706020507" pitchFamily="18" charset="2"/>
              </a:rPr>
              <a:t>( </a:t>
            </a:r>
            <a:r>
              <a:rPr kumimoji="0" lang="en-US" altLang="zh-CN" sz="1800" b="1">
                <a:sym typeface="Symbol" panose="05050102010706020507" pitchFamily="18" charset="2"/>
              </a:rPr>
              <a:t>E</a:t>
            </a:r>
            <a:r>
              <a:rPr kumimoji="0" lang="en-US" altLang="zh-CN" sz="1800" b="1">
                <a:solidFill>
                  <a:schemeClr val="accent2"/>
                </a:solidFill>
                <a:sym typeface="Symbol" panose="05050102010706020507" pitchFamily="18" charset="2"/>
              </a:rPr>
              <a:t> ) </a:t>
            </a:r>
            <a:r>
              <a:rPr kumimoji="0" lang="en-US" altLang="zh-CN" sz="1800" b="1">
                <a:sym typeface="Symbol" panose="05050102010706020507" pitchFamily="18" charset="2"/>
              </a:rPr>
              <a:t>T’E’  </a:t>
            </a:r>
            <a:endParaRPr kumimoji="0" lang="en-US" altLang="zh-CN" sz="1800" b="1">
              <a:sym typeface="Symbol" panose="05050102010706020507" pitchFamily="18" charset="2"/>
            </a:endParaRPr>
          </a:p>
        </p:txBody>
      </p:sp>
      <p:sp>
        <p:nvSpPr>
          <p:cNvPr id="114693" name="Text Box 39"/>
          <p:cNvSpPr txBox="1">
            <a:spLocks noChangeArrowheads="1"/>
          </p:cNvSpPr>
          <p:nvPr/>
        </p:nvSpPr>
        <p:spPr bwMode="auto">
          <a:xfrm>
            <a:off x="1447800" y="2971800"/>
            <a:ext cx="56388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1800" b="1">
                <a:solidFill>
                  <a:schemeClr val="accent2"/>
                </a:solidFill>
              </a:rPr>
              <a:t>(</a:t>
            </a:r>
            <a:r>
              <a:rPr kumimoji="0" lang="en-US" altLang="zh-CN" sz="1800" b="1"/>
              <a:t> TE’ </a:t>
            </a:r>
            <a:r>
              <a:rPr kumimoji="0" lang="en-US" altLang="zh-CN" sz="1800" b="1">
                <a:solidFill>
                  <a:schemeClr val="accent2"/>
                </a:solidFill>
              </a:rPr>
              <a:t>)</a:t>
            </a:r>
            <a:r>
              <a:rPr kumimoji="0" lang="en-US" altLang="zh-CN" sz="1800" b="1"/>
              <a:t> T’E’ </a:t>
            </a:r>
            <a:r>
              <a:rPr kumimoji="0" lang="en-US" altLang="zh-CN" sz="1800" b="1">
                <a:sym typeface="Symbol" panose="05050102010706020507" pitchFamily="18" charset="2"/>
              </a:rPr>
              <a:t> </a:t>
            </a:r>
            <a:r>
              <a:rPr kumimoji="0" lang="en-US" altLang="zh-CN" sz="1800" b="1">
                <a:solidFill>
                  <a:schemeClr val="accent2"/>
                </a:solidFill>
                <a:sym typeface="Symbol" panose="05050102010706020507" pitchFamily="18" charset="2"/>
              </a:rPr>
              <a:t>( </a:t>
            </a:r>
            <a:r>
              <a:rPr kumimoji="0" lang="en-US" altLang="zh-CN" sz="1800" b="1">
                <a:sym typeface="Symbol" panose="05050102010706020507" pitchFamily="18" charset="2"/>
              </a:rPr>
              <a:t>FT’E’</a:t>
            </a:r>
            <a:r>
              <a:rPr kumimoji="0" lang="en-US" altLang="zh-CN" sz="1800" b="1">
                <a:solidFill>
                  <a:schemeClr val="accent2"/>
                </a:solidFill>
                <a:sym typeface="Symbol" panose="05050102010706020507" pitchFamily="18" charset="2"/>
              </a:rPr>
              <a:t> ) </a:t>
            </a:r>
            <a:r>
              <a:rPr kumimoji="0" lang="en-US" altLang="zh-CN" sz="1800" b="1">
                <a:sym typeface="Symbol" panose="05050102010706020507" pitchFamily="18" charset="2"/>
              </a:rPr>
              <a:t>T’E’  </a:t>
            </a:r>
            <a:r>
              <a:rPr kumimoji="0" lang="en-US" altLang="zh-CN" sz="1800" b="1">
                <a:solidFill>
                  <a:schemeClr val="accent2"/>
                </a:solidFill>
                <a:sym typeface="Symbol" panose="05050102010706020507" pitchFamily="18" charset="2"/>
              </a:rPr>
              <a:t>( id</a:t>
            </a:r>
            <a:r>
              <a:rPr kumimoji="0" lang="en-US" altLang="zh-CN" sz="1800" b="1">
                <a:sym typeface="Symbol" panose="05050102010706020507" pitchFamily="18" charset="2"/>
              </a:rPr>
              <a:t> T’E’ </a:t>
            </a:r>
            <a:r>
              <a:rPr kumimoji="0" lang="en-US" altLang="zh-CN" sz="1800" b="1">
                <a:solidFill>
                  <a:schemeClr val="accent2"/>
                </a:solidFill>
                <a:sym typeface="Symbol" panose="05050102010706020507" pitchFamily="18" charset="2"/>
              </a:rPr>
              <a:t>)</a:t>
            </a:r>
            <a:r>
              <a:rPr kumimoji="0" lang="en-US" altLang="zh-CN" sz="1800" b="1">
                <a:sym typeface="Symbol" panose="05050102010706020507" pitchFamily="18" charset="2"/>
              </a:rPr>
              <a:t> T’E’  </a:t>
            </a:r>
            <a:endParaRPr kumimoji="0" lang="en-US" altLang="zh-CN" sz="1800" b="1">
              <a:sym typeface="Symbol" panose="05050102010706020507" pitchFamily="18" charset="2"/>
            </a:endParaRPr>
          </a:p>
        </p:txBody>
      </p:sp>
      <p:sp>
        <p:nvSpPr>
          <p:cNvPr id="114694" name="Text Box 40"/>
          <p:cNvSpPr txBox="1">
            <a:spLocks noChangeArrowheads="1"/>
          </p:cNvSpPr>
          <p:nvPr/>
        </p:nvSpPr>
        <p:spPr bwMode="auto">
          <a:xfrm>
            <a:off x="1447800" y="3429000"/>
            <a:ext cx="53340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1800" b="1">
                <a:solidFill>
                  <a:schemeClr val="accent2"/>
                </a:solidFill>
                <a:sym typeface="Symbol" panose="05050102010706020507" pitchFamily="18" charset="2"/>
              </a:rPr>
              <a:t>( id</a:t>
            </a:r>
            <a:r>
              <a:rPr kumimoji="0" lang="en-US" altLang="zh-CN" sz="1800" b="1">
                <a:sym typeface="Symbol" panose="05050102010706020507" pitchFamily="18" charset="2"/>
              </a:rPr>
              <a:t> E’ </a:t>
            </a:r>
            <a:r>
              <a:rPr kumimoji="0" lang="en-US" altLang="zh-CN" sz="1800" b="1">
                <a:solidFill>
                  <a:schemeClr val="accent2"/>
                </a:solidFill>
                <a:sym typeface="Symbol" panose="05050102010706020507" pitchFamily="18" charset="2"/>
              </a:rPr>
              <a:t>)</a:t>
            </a:r>
            <a:r>
              <a:rPr kumimoji="0" lang="en-US" altLang="zh-CN" sz="1800" b="1">
                <a:sym typeface="Symbol" panose="05050102010706020507" pitchFamily="18" charset="2"/>
              </a:rPr>
              <a:t> T’E’  </a:t>
            </a:r>
            <a:r>
              <a:rPr kumimoji="0" lang="en-US" altLang="zh-CN" sz="1800" b="1">
                <a:solidFill>
                  <a:schemeClr val="accent2"/>
                </a:solidFill>
                <a:sym typeface="Symbol" panose="05050102010706020507" pitchFamily="18" charset="2"/>
              </a:rPr>
              <a:t>( id )</a:t>
            </a:r>
            <a:r>
              <a:rPr kumimoji="0" lang="en-US" altLang="zh-CN" sz="1800" b="1">
                <a:sym typeface="Symbol" panose="05050102010706020507" pitchFamily="18" charset="2"/>
              </a:rPr>
              <a:t> T’E’  </a:t>
            </a:r>
            <a:r>
              <a:rPr kumimoji="0" lang="en-US" altLang="zh-CN" sz="1800" b="1">
                <a:solidFill>
                  <a:schemeClr val="accent2"/>
                </a:solidFill>
                <a:sym typeface="Symbol" panose="05050102010706020507" pitchFamily="18" charset="2"/>
              </a:rPr>
              <a:t>( id )</a:t>
            </a:r>
            <a:r>
              <a:rPr kumimoji="0" lang="en-US" altLang="zh-CN" sz="1800" b="1">
                <a:sym typeface="Symbol" panose="05050102010706020507" pitchFamily="18" charset="2"/>
              </a:rPr>
              <a:t> </a:t>
            </a:r>
            <a:r>
              <a:rPr kumimoji="0" lang="en-US" altLang="zh-CN" sz="1800" b="1">
                <a:solidFill>
                  <a:schemeClr val="accent2"/>
                </a:solidFill>
                <a:sym typeface="Symbol" panose="05050102010706020507" pitchFamily="18" charset="2"/>
              </a:rPr>
              <a:t>*</a:t>
            </a:r>
            <a:r>
              <a:rPr kumimoji="0" lang="en-US" altLang="zh-CN" sz="1800" b="1">
                <a:sym typeface="Symbol" panose="05050102010706020507" pitchFamily="18" charset="2"/>
              </a:rPr>
              <a:t> FT’E’  </a:t>
            </a:r>
            <a:endParaRPr kumimoji="0" lang="en-US" altLang="zh-CN" sz="1800" b="1">
              <a:sym typeface="Symbol" panose="05050102010706020507" pitchFamily="18" charset="2"/>
            </a:endParaRPr>
          </a:p>
        </p:txBody>
      </p:sp>
      <p:sp>
        <p:nvSpPr>
          <p:cNvPr id="114695" name="Text Box 41"/>
          <p:cNvSpPr txBox="1">
            <a:spLocks noChangeArrowheads="1"/>
          </p:cNvSpPr>
          <p:nvPr/>
        </p:nvSpPr>
        <p:spPr bwMode="auto">
          <a:xfrm>
            <a:off x="1371600" y="4191000"/>
            <a:ext cx="54102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1800" b="1">
                <a:sym typeface="Symbol" panose="05050102010706020507" pitchFamily="18" charset="2"/>
              </a:rPr>
              <a:t> </a:t>
            </a:r>
            <a:r>
              <a:rPr kumimoji="0" lang="en-US" altLang="zh-CN" sz="1800" b="1">
                <a:solidFill>
                  <a:schemeClr val="accent2"/>
                </a:solidFill>
                <a:sym typeface="Symbol" panose="05050102010706020507" pitchFamily="18" charset="2"/>
              </a:rPr>
              <a:t>( id )</a:t>
            </a:r>
            <a:r>
              <a:rPr kumimoji="0" lang="en-US" altLang="zh-CN" sz="1800" b="1">
                <a:sym typeface="Symbol" panose="05050102010706020507" pitchFamily="18" charset="2"/>
              </a:rPr>
              <a:t> </a:t>
            </a:r>
            <a:r>
              <a:rPr kumimoji="0" lang="en-US" altLang="zh-CN" sz="1800" b="1">
                <a:solidFill>
                  <a:schemeClr val="accent2"/>
                </a:solidFill>
                <a:sym typeface="Symbol" panose="05050102010706020507" pitchFamily="18" charset="2"/>
              </a:rPr>
              <a:t>*</a:t>
            </a:r>
            <a:r>
              <a:rPr kumimoji="0" lang="en-US" altLang="zh-CN" sz="1800" b="1">
                <a:sym typeface="Symbol" panose="05050102010706020507" pitchFamily="18" charset="2"/>
              </a:rPr>
              <a:t> </a:t>
            </a:r>
            <a:r>
              <a:rPr kumimoji="0" lang="en-US" altLang="zh-CN" sz="1800" b="1">
                <a:solidFill>
                  <a:schemeClr val="accent2"/>
                </a:solidFill>
                <a:sym typeface="Symbol" panose="05050102010706020507" pitchFamily="18" charset="2"/>
              </a:rPr>
              <a:t>id </a:t>
            </a:r>
            <a:r>
              <a:rPr kumimoji="0" lang="en-US" altLang="zh-CN" sz="1800" b="1">
                <a:sym typeface="Symbol" panose="05050102010706020507" pitchFamily="18" charset="2"/>
              </a:rPr>
              <a:t>T’E’  </a:t>
            </a:r>
            <a:r>
              <a:rPr kumimoji="0" lang="en-US" altLang="zh-CN" sz="1800" b="1">
                <a:solidFill>
                  <a:schemeClr val="accent2"/>
                </a:solidFill>
                <a:sym typeface="Symbol" panose="05050102010706020507" pitchFamily="18" charset="2"/>
              </a:rPr>
              <a:t>( id )</a:t>
            </a:r>
            <a:r>
              <a:rPr kumimoji="0" lang="en-US" altLang="zh-CN" sz="1800" b="1">
                <a:sym typeface="Symbol" panose="05050102010706020507" pitchFamily="18" charset="2"/>
              </a:rPr>
              <a:t> </a:t>
            </a:r>
            <a:r>
              <a:rPr kumimoji="0" lang="en-US" altLang="zh-CN" sz="1800" b="1">
                <a:solidFill>
                  <a:schemeClr val="accent2"/>
                </a:solidFill>
                <a:sym typeface="Symbol" panose="05050102010706020507" pitchFamily="18" charset="2"/>
              </a:rPr>
              <a:t>*</a:t>
            </a:r>
            <a:r>
              <a:rPr kumimoji="0" lang="en-US" altLang="zh-CN" sz="1800" b="1">
                <a:sym typeface="Symbol" panose="05050102010706020507" pitchFamily="18" charset="2"/>
              </a:rPr>
              <a:t> </a:t>
            </a:r>
            <a:r>
              <a:rPr kumimoji="0" lang="en-US" altLang="zh-CN" sz="1800" b="1">
                <a:solidFill>
                  <a:schemeClr val="accent2"/>
                </a:solidFill>
                <a:sym typeface="Symbol" panose="05050102010706020507" pitchFamily="18" charset="2"/>
              </a:rPr>
              <a:t>id </a:t>
            </a:r>
            <a:r>
              <a:rPr kumimoji="0" lang="en-US" altLang="zh-CN" sz="1800" b="1">
                <a:sym typeface="Symbol" panose="05050102010706020507" pitchFamily="18" charset="2"/>
              </a:rPr>
              <a:t>E’  </a:t>
            </a:r>
            <a:r>
              <a:rPr kumimoji="0" lang="en-US" altLang="zh-CN" sz="1800" b="1">
                <a:solidFill>
                  <a:schemeClr val="accent2"/>
                </a:solidFill>
                <a:sym typeface="Symbol" panose="05050102010706020507" pitchFamily="18" charset="2"/>
              </a:rPr>
              <a:t>( id )</a:t>
            </a:r>
            <a:r>
              <a:rPr kumimoji="0" lang="en-US" altLang="zh-CN" sz="1800" b="1">
                <a:sym typeface="Symbol" panose="05050102010706020507" pitchFamily="18" charset="2"/>
              </a:rPr>
              <a:t> </a:t>
            </a:r>
            <a:r>
              <a:rPr kumimoji="0" lang="en-US" altLang="zh-CN" sz="1800" b="1">
                <a:solidFill>
                  <a:schemeClr val="accent2"/>
                </a:solidFill>
                <a:sym typeface="Symbol" panose="05050102010706020507" pitchFamily="18" charset="2"/>
              </a:rPr>
              <a:t>*</a:t>
            </a:r>
            <a:r>
              <a:rPr kumimoji="0" lang="en-US" altLang="zh-CN" sz="1800" b="1">
                <a:sym typeface="Symbol" panose="05050102010706020507" pitchFamily="18" charset="2"/>
              </a:rPr>
              <a:t> </a:t>
            </a:r>
            <a:r>
              <a:rPr kumimoji="0" lang="en-US" altLang="zh-CN" sz="1800" b="1">
                <a:solidFill>
                  <a:schemeClr val="accent2"/>
                </a:solidFill>
                <a:sym typeface="Symbol" panose="05050102010706020507" pitchFamily="18" charset="2"/>
              </a:rPr>
              <a:t>id + </a:t>
            </a:r>
            <a:r>
              <a:rPr kumimoji="0" lang="en-US" altLang="zh-CN" sz="1800" b="1">
                <a:sym typeface="Symbol" panose="05050102010706020507" pitchFamily="18" charset="2"/>
              </a:rPr>
              <a:t>TE’  </a:t>
            </a:r>
            <a:endParaRPr kumimoji="0" lang="en-US" altLang="zh-CN" sz="1800" b="1">
              <a:sym typeface="Symbol" panose="05050102010706020507" pitchFamily="18" charset="2"/>
            </a:endParaRPr>
          </a:p>
        </p:txBody>
      </p:sp>
      <p:sp>
        <p:nvSpPr>
          <p:cNvPr id="114696" name="Text Box 42"/>
          <p:cNvSpPr txBox="1">
            <a:spLocks noChangeArrowheads="1"/>
          </p:cNvSpPr>
          <p:nvPr/>
        </p:nvSpPr>
        <p:spPr bwMode="auto">
          <a:xfrm>
            <a:off x="1219200" y="4648200"/>
            <a:ext cx="58674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1800" b="1">
                <a:solidFill>
                  <a:schemeClr val="accent2"/>
                </a:solidFill>
                <a:sym typeface="Symbol" panose="05050102010706020507" pitchFamily="18" charset="2"/>
              </a:rPr>
              <a:t>( id )</a:t>
            </a:r>
            <a:r>
              <a:rPr kumimoji="0" lang="en-US" altLang="zh-CN" sz="1800" b="1">
                <a:sym typeface="Symbol" panose="05050102010706020507" pitchFamily="18" charset="2"/>
              </a:rPr>
              <a:t> </a:t>
            </a:r>
            <a:r>
              <a:rPr kumimoji="0" lang="en-US" altLang="zh-CN" sz="1800" b="1">
                <a:solidFill>
                  <a:schemeClr val="accent2"/>
                </a:solidFill>
                <a:sym typeface="Symbol" panose="05050102010706020507" pitchFamily="18" charset="2"/>
              </a:rPr>
              <a:t>*</a:t>
            </a:r>
            <a:r>
              <a:rPr kumimoji="0" lang="en-US" altLang="zh-CN" sz="1800" b="1">
                <a:sym typeface="Symbol" panose="05050102010706020507" pitchFamily="18" charset="2"/>
              </a:rPr>
              <a:t> </a:t>
            </a:r>
            <a:r>
              <a:rPr kumimoji="0" lang="en-US" altLang="zh-CN" sz="1800" b="1">
                <a:solidFill>
                  <a:schemeClr val="accent2"/>
                </a:solidFill>
                <a:sym typeface="Symbol" panose="05050102010706020507" pitchFamily="18" charset="2"/>
              </a:rPr>
              <a:t>id + </a:t>
            </a:r>
            <a:r>
              <a:rPr kumimoji="0" lang="en-US" altLang="zh-CN" sz="1800" b="1">
                <a:sym typeface="Symbol" panose="05050102010706020507" pitchFamily="18" charset="2"/>
              </a:rPr>
              <a:t>FT’E’  </a:t>
            </a:r>
            <a:r>
              <a:rPr kumimoji="0" lang="en-US" altLang="zh-CN" sz="1800" b="1">
                <a:solidFill>
                  <a:schemeClr val="accent2"/>
                </a:solidFill>
                <a:sym typeface="Symbol" panose="05050102010706020507" pitchFamily="18" charset="2"/>
              </a:rPr>
              <a:t>( id )</a:t>
            </a:r>
            <a:r>
              <a:rPr kumimoji="0" lang="en-US" altLang="zh-CN" sz="1800" b="1">
                <a:sym typeface="Symbol" panose="05050102010706020507" pitchFamily="18" charset="2"/>
              </a:rPr>
              <a:t> </a:t>
            </a:r>
            <a:r>
              <a:rPr kumimoji="0" lang="en-US" altLang="zh-CN" sz="1800" b="1">
                <a:solidFill>
                  <a:schemeClr val="accent2"/>
                </a:solidFill>
                <a:sym typeface="Symbol" panose="05050102010706020507" pitchFamily="18" charset="2"/>
              </a:rPr>
              <a:t>*</a:t>
            </a:r>
            <a:r>
              <a:rPr kumimoji="0" lang="en-US" altLang="zh-CN" sz="1800" b="1">
                <a:sym typeface="Symbol" panose="05050102010706020507" pitchFamily="18" charset="2"/>
              </a:rPr>
              <a:t> </a:t>
            </a:r>
            <a:r>
              <a:rPr kumimoji="0" lang="en-US" altLang="zh-CN" sz="1800" b="1">
                <a:solidFill>
                  <a:schemeClr val="accent2"/>
                </a:solidFill>
                <a:sym typeface="Symbol" panose="05050102010706020507" pitchFamily="18" charset="2"/>
              </a:rPr>
              <a:t>id + id </a:t>
            </a:r>
            <a:r>
              <a:rPr kumimoji="0" lang="en-US" altLang="zh-CN" sz="1800" b="1">
                <a:sym typeface="Symbol" panose="05050102010706020507" pitchFamily="18" charset="2"/>
              </a:rPr>
              <a:t>T’E’  </a:t>
            </a:r>
            <a:r>
              <a:rPr kumimoji="0" lang="en-US" altLang="zh-CN" sz="1800" b="1">
                <a:solidFill>
                  <a:schemeClr val="accent2"/>
                </a:solidFill>
                <a:sym typeface="Symbol" panose="05050102010706020507" pitchFamily="18" charset="2"/>
              </a:rPr>
              <a:t>( id ) * id + id$</a:t>
            </a:r>
            <a:endParaRPr kumimoji="0" lang="en-US" altLang="zh-CN" sz="1800" b="1">
              <a:solidFill>
                <a:schemeClr val="accent2"/>
              </a:solidFill>
              <a:sym typeface="Symbol" panose="05050102010706020507" pitchFamily="18" charset="2"/>
            </a:endParaRPr>
          </a:p>
        </p:txBody>
      </p:sp>
      <p:sp>
        <p:nvSpPr>
          <p:cNvPr id="114697" name="Text Box 43"/>
          <p:cNvSpPr txBox="1">
            <a:spLocks noChangeArrowheads="1"/>
          </p:cNvSpPr>
          <p:nvPr/>
        </p:nvSpPr>
        <p:spPr bwMode="auto">
          <a:xfrm>
            <a:off x="5181600" y="4572000"/>
            <a:ext cx="5334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1800" b="1"/>
              <a:t>*</a:t>
            </a:r>
            <a:endParaRPr kumimoji="0" lang="en-US" altLang="zh-CN" sz="1800" b="1"/>
          </a:p>
        </p:txBody>
      </p:sp>
      <p:sp>
        <p:nvSpPr>
          <p:cNvPr id="114698" name="Text Box 44"/>
          <p:cNvSpPr txBox="1">
            <a:spLocks noChangeArrowheads="1"/>
          </p:cNvSpPr>
          <p:nvPr/>
        </p:nvSpPr>
        <p:spPr bwMode="auto">
          <a:xfrm>
            <a:off x="1447800" y="1600200"/>
            <a:ext cx="5486400" cy="284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7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1800" b="1">
                <a:solidFill>
                  <a:srgbClr val="00CC00"/>
                </a:solidFill>
              </a:rPr>
              <a:t>What are implications ?              </a:t>
            </a:r>
            <a:r>
              <a:rPr kumimoji="0" lang="en-US" altLang="zh-CN" sz="1800" b="1">
                <a:solidFill>
                  <a:schemeClr val="accent2"/>
                </a:solidFill>
              </a:rPr>
              <a:t>( id ) * id + id$ (input)</a:t>
            </a:r>
            <a:endParaRPr kumimoji="0" lang="en-US" altLang="zh-CN" sz="1800" b="1">
              <a:solidFill>
                <a:srgbClr val="00CC00"/>
              </a:solidFill>
            </a:endParaRPr>
          </a:p>
        </p:txBody>
      </p:sp>
      <p:sp>
        <p:nvSpPr>
          <p:cNvPr id="114699" name="Text Box 45"/>
          <p:cNvSpPr txBox="1">
            <a:spLocks noChangeArrowheads="1"/>
          </p:cNvSpPr>
          <p:nvPr/>
        </p:nvSpPr>
        <p:spPr bwMode="auto">
          <a:xfrm>
            <a:off x="228600" y="2667000"/>
            <a:ext cx="1295400" cy="361950"/>
          </a:xfrm>
          <a:prstGeom prst="rect">
            <a:avLst/>
          </a:prstGeom>
          <a:noFill/>
          <a:ln w="25400">
            <a:solidFill>
              <a:srgbClr val="A50021"/>
            </a:solidFill>
            <a:miter lim="800000"/>
            <a:head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1600" b="1"/>
              <a:t>1.  </a:t>
            </a:r>
            <a:r>
              <a:rPr kumimoji="0" lang="en-US" altLang="zh-CN" sz="1600" b="1">
                <a:solidFill>
                  <a:srgbClr val="A50021"/>
                </a:solidFill>
                <a:sym typeface="Symbol" panose="05050102010706020507" pitchFamily="18" charset="2"/>
              </a:rPr>
              <a:t>M [ E, ( ]</a:t>
            </a:r>
            <a:endParaRPr kumimoji="0" lang="en-US" altLang="zh-CN" sz="1600" b="1"/>
          </a:p>
        </p:txBody>
      </p:sp>
      <p:sp>
        <p:nvSpPr>
          <p:cNvPr id="114700" name="Line 46"/>
          <p:cNvSpPr>
            <a:spLocks noChangeShapeType="1"/>
          </p:cNvSpPr>
          <p:nvPr/>
        </p:nvSpPr>
        <p:spPr bwMode="auto">
          <a:xfrm flipV="1">
            <a:off x="1524000" y="2438400"/>
            <a:ext cx="304800" cy="304800"/>
          </a:xfrm>
          <a:prstGeom prst="line">
            <a:avLst/>
          </a:prstGeom>
          <a:noFill/>
          <a:ln w="25400">
            <a:solidFill>
              <a:srgbClr val="00CC00"/>
            </a:solidFill>
            <a:round/>
            <a:headEnd type="none" w="sm" len="sm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4701" name="Freeform 47"/>
          <p:cNvSpPr/>
          <p:nvPr/>
        </p:nvSpPr>
        <p:spPr bwMode="auto">
          <a:xfrm>
            <a:off x="1905000" y="1905000"/>
            <a:ext cx="2819400" cy="304800"/>
          </a:xfrm>
          <a:custGeom>
            <a:avLst/>
            <a:gdLst>
              <a:gd name="T0" fmla="*/ 2147483646 w 1776"/>
              <a:gd name="T1" fmla="*/ 0 h 192"/>
              <a:gd name="T2" fmla="*/ 2147483646 w 1776"/>
              <a:gd name="T3" fmla="*/ 2147483646 h 192"/>
              <a:gd name="T4" fmla="*/ 2147483646 w 1776"/>
              <a:gd name="T5" fmla="*/ 2147483646 h 192"/>
              <a:gd name="T6" fmla="*/ 2147483646 w 1776"/>
              <a:gd name="T7" fmla="*/ 2147483646 h 192"/>
              <a:gd name="T8" fmla="*/ 0 w 1776"/>
              <a:gd name="T9" fmla="*/ 2147483646 h 19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776"/>
              <a:gd name="T16" fmla="*/ 0 h 192"/>
              <a:gd name="T17" fmla="*/ 1776 w 1776"/>
              <a:gd name="T18" fmla="*/ 192 h 192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776" h="192">
                <a:moveTo>
                  <a:pt x="1776" y="0"/>
                </a:moveTo>
                <a:cubicBezTo>
                  <a:pt x="1772" y="20"/>
                  <a:pt x="1768" y="40"/>
                  <a:pt x="1584" y="48"/>
                </a:cubicBezTo>
                <a:cubicBezTo>
                  <a:pt x="1400" y="56"/>
                  <a:pt x="912" y="48"/>
                  <a:pt x="672" y="48"/>
                </a:cubicBezTo>
                <a:cubicBezTo>
                  <a:pt x="432" y="48"/>
                  <a:pt x="256" y="24"/>
                  <a:pt x="144" y="48"/>
                </a:cubicBezTo>
                <a:cubicBezTo>
                  <a:pt x="32" y="72"/>
                  <a:pt x="16" y="132"/>
                  <a:pt x="0" y="192"/>
                </a:cubicBezTo>
              </a:path>
            </a:pathLst>
          </a:custGeom>
          <a:noFill/>
          <a:ln w="25400" cap="flat" cmpd="sng">
            <a:solidFill>
              <a:srgbClr val="00CC00"/>
            </a:solidFill>
            <a:prstDash val="solid"/>
            <a:round/>
            <a:headEnd type="none" w="sm" len="sm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4702" name="Freeform 48"/>
          <p:cNvSpPr/>
          <p:nvPr/>
        </p:nvSpPr>
        <p:spPr bwMode="auto">
          <a:xfrm>
            <a:off x="2578100" y="1905000"/>
            <a:ext cx="2222500" cy="381000"/>
          </a:xfrm>
          <a:custGeom>
            <a:avLst/>
            <a:gdLst>
              <a:gd name="T0" fmla="*/ 2147483646 w 1400"/>
              <a:gd name="T1" fmla="*/ 0 h 240"/>
              <a:gd name="T2" fmla="*/ 2147483646 w 1400"/>
              <a:gd name="T3" fmla="*/ 2147483646 h 240"/>
              <a:gd name="T4" fmla="*/ 2147483646 w 1400"/>
              <a:gd name="T5" fmla="*/ 2147483646 h 240"/>
              <a:gd name="T6" fmla="*/ 2147483646 w 1400"/>
              <a:gd name="T7" fmla="*/ 2147483646 h 240"/>
              <a:gd name="T8" fmla="*/ 2147483646 w 1400"/>
              <a:gd name="T9" fmla="*/ 2147483646 h 240"/>
              <a:gd name="T10" fmla="*/ 2147483646 w 1400"/>
              <a:gd name="T11" fmla="*/ 2147483646 h 240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1400"/>
              <a:gd name="T19" fmla="*/ 0 h 240"/>
              <a:gd name="T20" fmla="*/ 1400 w 1400"/>
              <a:gd name="T21" fmla="*/ 240 h 240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1400" h="240">
                <a:moveTo>
                  <a:pt x="1400" y="0"/>
                </a:moveTo>
                <a:cubicBezTo>
                  <a:pt x="1396" y="40"/>
                  <a:pt x="1392" y="80"/>
                  <a:pt x="1352" y="96"/>
                </a:cubicBezTo>
                <a:cubicBezTo>
                  <a:pt x="1312" y="112"/>
                  <a:pt x="1280" y="96"/>
                  <a:pt x="1160" y="96"/>
                </a:cubicBezTo>
                <a:cubicBezTo>
                  <a:pt x="1040" y="96"/>
                  <a:pt x="808" y="96"/>
                  <a:pt x="632" y="96"/>
                </a:cubicBezTo>
                <a:cubicBezTo>
                  <a:pt x="456" y="96"/>
                  <a:pt x="208" y="72"/>
                  <a:pt x="104" y="96"/>
                </a:cubicBezTo>
                <a:cubicBezTo>
                  <a:pt x="0" y="120"/>
                  <a:pt x="4" y="180"/>
                  <a:pt x="8" y="240"/>
                </a:cubicBezTo>
              </a:path>
            </a:pathLst>
          </a:custGeom>
          <a:noFill/>
          <a:ln w="25400" cap="flat" cmpd="sng">
            <a:solidFill>
              <a:srgbClr val="00CC00"/>
            </a:solidFill>
            <a:prstDash val="solid"/>
            <a:round/>
            <a:headEnd type="none" w="sm" len="sm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4703" name="Freeform 49"/>
          <p:cNvSpPr/>
          <p:nvPr/>
        </p:nvSpPr>
        <p:spPr bwMode="auto">
          <a:xfrm>
            <a:off x="3505200" y="1905000"/>
            <a:ext cx="1346200" cy="304800"/>
          </a:xfrm>
          <a:custGeom>
            <a:avLst/>
            <a:gdLst>
              <a:gd name="T0" fmla="*/ 2147483646 w 848"/>
              <a:gd name="T1" fmla="*/ 0 h 192"/>
              <a:gd name="T2" fmla="*/ 2147483646 w 848"/>
              <a:gd name="T3" fmla="*/ 2147483646 h 192"/>
              <a:gd name="T4" fmla="*/ 2147483646 w 848"/>
              <a:gd name="T5" fmla="*/ 2147483646 h 192"/>
              <a:gd name="T6" fmla="*/ 2147483646 w 848"/>
              <a:gd name="T7" fmla="*/ 2147483646 h 192"/>
              <a:gd name="T8" fmla="*/ 0 w 848"/>
              <a:gd name="T9" fmla="*/ 2147483646 h 19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848"/>
              <a:gd name="T16" fmla="*/ 0 h 192"/>
              <a:gd name="T17" fmla="*/ 848 w 848"/>
              <a:gd name="T18" fmla="*/ 192 h 192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848" h="192">
                <a:moveTo>
                  <a:pt x="816" y="0"/>
                </a:moveTo>
                <a:cubicBezTo>
                  <a:pt x="832" y="60"/>
                  <a:pt x="848" y="120"/>
                  <a:pt x="816" y="144"/>
                </a:cubicBezTo>
                <a:cubicBezTo>
                  <a:pt x="784" y="168"/>
                  <a:pt x="728" y="144"/>
                  <a:pt x="624" y="144"/>
                </a:cubicBezTo>
                <a:cubicBezTo>
                  <a:pt x="520" y="144"/>
                  <a:pt x="296" y="136"/>
                  <a:pt x="192" y="144"/>
                </a:cubicBezTo>
                <a:cubicBezTo>
                  <a:pt x="88" y="152"/>
                  <a:pt x="44" y="172"/>
                  <a:pt x="0" y="192"/>
                </a:cubicBezTo>
              </a:path>
            </a:pathLst>
          </a:custGeom>
          <a:noFill/>
          <a:ln w="25400" cap="flat" cmpd="sng">
            <a:solidFill>
              <a:srgbClr val="00CC00"/>
            </a:solidFill>
            <a:prstDash val="solid"/>
            <a:round/>
            <a:headEnd type="none" w="sm" len="sm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4704" name="Text Box 50"/>
          <p:cNvSpPr txBox="1">
            <a:spLocks noChangeArrowheads="1"/>
          </p:cNvSpPr>
          <p:nvPr/>
        </p:nvSpPr>
        <p:spPr bwMode="auto">
          <a:xfrm>
            <a:off x="2209800" y="2667000"/>
            <a:ext cx="1219200" cy="312738"/>
          </a:xfrm>
          <a:prstGeom prst="rect">
            <a:avLst/>
          </a:prstGeom>
          <a:noFill/>
          <a:ln w="25400">
            <a:solidFill>
              <a:srgbClr val="A50021"/>
            </a:solidFill>
            <a:miter lim="800000"/>
            <a:head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8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1600" b="1"/>
              <a:t>2. </a:t>
            </a:r>
            <a:r>
              <a:rPr kumimoji="0" lang="en-US" altLang="zh-CN" sz="1600" b="1">
                <a:solidFill>
                  <a:srgbClr val="A50021"/>
                </a:solidFill>
              </a:rPr>
              <a:t>M</a:t>
            </a:r>
            <a:r>
              <a:rPr kumimoji="0" lang="en-US" altLang="zh-CN" sz="1600" b="1">
                <a:solidFill>
                  <a:srgbClr val="A50021"/>
                </a:solidFill>
                <a:sym typeface="Symbol" panose="05050102010706020507" pitchFamily="18" charset="2"/>
              </a:rPr>
              <a:t> [ T, ( ]</a:t>
            </a:r>
            <a:endParaRPr kumimoji="0" lang="en-US" altLang="zh-CN" sz="1600" b="1"/>
          </a:p>
        </p:txBody>
      </p:sp>
      <p:sp>
        <p:nvSpPr>
          <p:cNvPr id="114705" name="Text Box 51"/>
          <p:cNvSpPr txBox="1">
            <a:spLocks noChangeArrowheads="1"/>
          </p:cNvSpPr>
          <p:nvPr/>
        </p:nvSpPr>
        <p:spPr bwMode="auto">
          <a:xfrm>
            <a:off x="7086600" y="1600200"/>
            <a:ext cx="1981200" cy="4652963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marL="222250" indent="-222250"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1800" b="1"/>
              <a:t>1. E </a:t>
            </a:r>
            <a:r>
              <a:rPr kumimoji="0" lang="en-US" altLang="zh-CN" sz="1800" b="1">
                <a:sym typeface="Symbol" panose="05050102010706020507" pitchFamily="18" charset="2"/>
              </a:rPr>
              <a:t> TE’ and </a:t>
            </a:r>
            <a:r>
              <a:rPr kumimoji="0" lang="en-US" altLang="zh-CN" sz="1800" b="1">
                <a:solidFill>
                  <a:schemeClr val="accent2"/>
                </a:solidFill>
                <a:sym typeface="Symbol" panose="05050102010706020507" pitchFamily="18" charset="2"/>
              </a:rPr>
              <a:t>(</a:t>
            </a:r>
            <a:r>
              <a:rPr kumimoji="0" lang="en-US" altLang="zh-CN" sz="1800" b="1">
                <a:sym typeface="Symbol" panose="05050102010706020507" pitchFamily="18" charset="2"/>
              </a:rPr>
              <a:t>  in First(TE’)</a:t>
            </a:r>
            <a:endParaRPr kumimoji="0" lang="en-US" altLang="zh-CN" sz="1800" b="1">
              <a:sym typeface="Symbol" panose="05050102010706020507" pitchFamily="18" charset="2"/>
            </a:endParaRPr>
          </a:p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1800" b="1">
                <a:sym typeface="Symbol" panose="05050102010706020507" pitchFamily="18" charset="2"/>
              </a:rPr>
              <a:t>2. </a:t>
            </a:r>
            <a:r>
              <a:rPr kumimoji="0" lang="en-US" altLang="zh-CN" sz="1800" b="1"/>
              <a:t>T</a:t>
            </a:r>
            <a:r>
              <a:rPr kumimoji="0" lang="en-US" altLang="zh-CN" sz="1800" b="1">
                <a:sym typeface="Symbol" panose="05050102010706020507" pitchFamily="18" charset="2"/>
              </a:rPr>
              <a:t>FT’ and </a:t>
            </a:r>
            <a:r>
              <a:rPr kumimoji="0" lang="en-US" altLang="zh-CN" sz="1800" b="1">
                <a:solidFill>
                  <a:schemeClr val="accent2"/>
                </a:solidFill>
                <a:sym typeface="Symbol" panose="05050102010706020507" pitchFamily="18" charset="2"/>
              </a:rPr>
              <a:t>(</a:t>
            </a:r>
            <a:r>
              <a:rPr kumimoji="0" lang="en-US" altLang="zh-CN" sz="1800" b="1">
                <a:sym typeface="Symbol" panose="05050102010706020507" pitchFamily="18" charset="2"/>
              </a:rPr>
              <a:t> in First(FT’) </a:t>
            </a:r>
            <a:endParaRPr kumimoji="0" lang="en-US" altLang="zh-CN" sz="1800" b="1">
              <a:sym typeface="Symbol" panose="05050102010706020507" pitchFamily="18" charset="2"/>
            </a:endParaRPr>
          </a:p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1800" b="1">
                <a:sym typeface="Symbol" panose="05050102010706020507" pitchFamily="18" charset="2"/>
              </a:rPr>
              <a:t>3. F (E) and </a:t>
            </a:r>
            <a:r>
              <a:rPr kumimoji="0" lang="en-US" altLang="zh-CN" sz="1800" b="1">
                <a:solidFill>
                  <a:schemeClr val="accent2"/>
                </a:solidFill>
                <a:sym typeface="Symbol" panose="05050102010706020507" pitchFamily="18" charset="2"/>
              </a:rPr>
              <a:t>(</a:t>
            </a:r>
            <a:r>
              <a:rPr kumimoji="0" lang="en-US" altLang="zh-CN" sz="1800" b="1">
                <a:sym typeface="Symbol" panose="05050102010706020507" pitchFamily="18" charset="2"/>
              </a:rPr>
              <a:t> in First(‘(E)’)</a:t>
            </a:r>
            <a:endParaRPr kumimoji="0" lang="en-US" altLang="zh-CN" sz="1800" b="1">
              <a:sym typeface="Symbol" panose="05050102010706020507" pitchFamily="18" charset="2"/>
            </a:endParaRPr>
          </a:p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1800" b="1">
                <a:sym typeface="Symbol" panose="05050102010706020507" pitchFamily="18" charset="2"/>
              </a:rPr>
              <a:t>4. E’ </a:t>
            </a:r>
            <a:r>
              <a:rPr kumimoji="0" lang="en-US" altLang="zh-CN" sz="1800" b="1">
                <a:latin typeface="Symbol" panose="05050102010706020507" pitchFamily="18" charset="2"/>
                <a:sym typeface="Symbol" panose="05050102010706020507" pitchFamily="18" charset="2"/>
              </a:rPr>
              <a:t>e</a:t>
            </a:r>
            <a:r>
              <a:rPr kumimoji="0" lang="en-US" altLang="zh-CN" sz="1800" b="1">
                <a:sym typeface="Symbol" panose="05050102010706020507" pitchFamily="18" charset="2"/>
              </a:rPr>
              <a:t> and </a:t>
            </a:r>
            <a:r>
              <a:rPr kumimoji="0" lang="en-US" altLang="zh-CN" sz="1800" b="1">
                <a:solidFill>
                  <a:schemeClr val="accent2"/>
                </a:solidFill>
                <a:sym typeface="Symbol" panose="05050102010706020507" pitchFamily="18" charset="2"/>
              </a:rPr>
              <a:t>) </a:t>
            </a:r>
            <a:r>
              <a:rPr kumimoji="0" lang="en-US" altLang="zh-CN" sz="1800" b="1">
                <a:sym typeface="Symbol" panose="05050102010706020507" pitchFamily="18" charset="2"/>
              </a:rPr>
              <a:t>in Follow(E’)</a:t>
            </a:r>
            <a:endParaRPr kumimoji="0" lang="en-US" altLang="zh-CN" sz="1800" b="1">
              <a:sym typeface="Symbol" panose="05050102010706020507" pitchFamily="18" charset="2"/>
            </a:endParaRPr>
          </a:p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1800" b="1">
                <a:sym typeface="Symbol" panose="05050102010706020507" pitchFamily="18" charset="2"/>
              </a:rPr>
              <a:t>5. Since $ in Follow(T’),   T’ </a:t>
            </a:r>
            <a:r>
              <a:rPr kumimoji="0" lang="en-US" altLang="zh-CN" sz="1800" b="1">
                <a:latin typeface="Symbol" panose="05050102010706020507" pitchFamily="18" charset="2"/>
                <a:sym typeface="Symbol" panose="05050102010706020507" pitchFamily="18" charset="2"/>
              </a:rPr>
              <a:t>e</a:t>
            </a:r>
            <a:r>
              <a:rPr kumimoji="0" lang="en-US" altLang="zh-CN" sz="1800" b="1">
                <a:sym typeface="Symbol" panose="05050102010706020507" pitchFamily="18" charset="2"/>
              </a:rPr>
              <a:t> </a:t>
            </a:r>
            <a:endParaRPr kumimoji="0" lang="en-US" altLang="zh-CN" sz="1800" b="1">
              <a:sym typeface="Symbol" panose="05050102010706020507" pitchFamily="18" charset="2"/>
            </a:endParaRPr>
          </a:p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1800" b="1">
                <a:sym typeface="Symbol" panose="05050102010706020507" pitchFamily="18" charset="2"/>
              </a:rPr>
              <a:t>6. Since $ in Follow(E’),   E’ </a:t>
            </a:r>
            <a:r>
              <a:rPr kumimoji="0" lang="en-US" altLang="zh-CN" sz="1800" b="1">
                <a:latin typeface="Symbol" panose="05050102010706020507" pitchFamily="18" charset="2"/>
                <a:sym typeface="Symbol" panose="05050102010706020507" pitchFamily="18" charset="2"/>
              </a:rPr>
              <a:t>e</a:t>
            </a:r>
            <a:r>
              <a:rPr kumimoji="0" lang="en-US" altLang="zh-CN" sz="1800" b="1">
                <a:sym typeface="Symbol" panose="05050102010706020507" pitchFamily="18" charset="2"/>
              </a:rPr>
              <a:t> </a:t>
            </a:r>
            <a:endParaRPr kumimoji="0" lang="en-US" altLang="zh-CN" sz="1800" b="1">
              <a:sym typeface="Symbol" panose="05050102010706020507" pitchFamily="18" charset="2"/>
            </a:endParaRPr>
          </a:p>
        </p:txBody>
      </p:sp>
      <p:sp>
        <p:nvSpPr>
          <p:cNvPr id="114706" name="Line 52"/>
          <p:cNvSpPr>
            <a:spLocks noChangeShapeType="1"/>
          </p:cNvSpPr>
          <p:nvPr/>
        </p:nvSpPr>
        <p:spPr bwMode="auto">
          <a:xfrm flipV="1">
            <a:off x="2514600" y="2362200"/>
            <a:ext cx="0" cy="228600"/>
          </a:xfrm>
          <a:prstGeom prst="line">
            <a:avLst/>
          </a:prstGeom>
          <a:noFill/>
          <a:ln w="25400">
            <a:solidFill>
              <a:srgbClr val="00CC00"/>
            </a:solidFill>
            <a:round/>
            <a:headEnd type="none" w="sm" len="sm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4707" name="Text Box 53"/>
          <p:cNvSpPr txBox="1">
            <a:spLocks noChangeArrowheads="1"/>
          </p:cNvSpPr>
          <p:nvPr/>
        </p:nvSpPr>
        <p:spPr bwMode="auto">
          <a:xfrm>
            <a:off x="3733800" y="2667000"/>
            <a:ext cx="1219200" cy="312738"/>
          </a:xfrm>
          <a:prstGeom prst="rect">
            <a:avLst/>
          </a:prstGeom>
          <a:noFill/>
          <a:ln w="25400">
            <a:solidFill>
              <a:srgbClr val="A50021"/>
            </a:solidFill>
            <a:miter lim="800000"/>
            <a:head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8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1600" b="1"/>
              <a:t>3. </a:t>
            </a:r>
            <a:r>
              <a:rPr kumimoji="0" lang="en-US" altLang="zh-CN" sz="1600" b="1">
                <a:solidFill>
                  <a:srgbClr val="A50021"/>
                </a:solidFill>
              </a:rPr>
              <a:t>M</a:t>
            </a:r>
            <a:r>
              <a:rPr kumimoji="0" lang="en-US" altLang="zh-CN" sz="1600" b="1">
                <a:solidFill>
                  <a:srgbClr val="A50021"/>
                </a:solidFill>
                <a:sym typeface="Symbol" panose="05050102010706020507" pitchFamily="18" charset="2"/>
              </a:rPr>
              <a:t> [ F, ( ]</a:t>
            </a:r>
            <a:endParaRPr kumimoji="0" lang="en-US" altLang="zh-CN" sz="1600" b="1"/>
          </a:p>
        </p:txBody>
      </p:sp>
      <p:sp>
        <p:nvSpPr>
          <p:cNvPr id="114708" name="Line 54"/>
          <p:cNvSpPr>
            <a:spLocks noChangeShapeType="1"/>
          </p:cNvSpPr>
          <p:nvPr/>
        </p:nvSpPr>
        <p:spPr bwMode="auto">
          <a:xfrm flipH="1" flipV="1">
            <a:off x="3505200" y="2438400"/>
            <a:ext cx="304800" cy="228600"/>
          </a:xfrm>
          <a:prstGeom prst="line">
            <a:avLst/>
          </a:prstGeom>
          <a:noFill/>
          <a:ln w="25400">
            <a:solidFill>
              <a:srgbClr val="00CC00"/>
            </a:solidFill>
            <a:round/>
            <a:headEnd type="none" w="sm" len="sm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4709" name="Freeform 55"/>
          <p:cNvSpPr/>
          <p:nvPr/>
        </p:nvSpPr>
        <p:spPr bwMode="auto">
          <a:xfrm>
            <a:off x="2781300" y="1905000"/>
            <a:ext cx="4140200" cy="1676400"/>
          </a:xfrm>
          <a:custGeom>
            <a:avLst/>
            <a:gdLst>
              <a:gd name="T0" fmla="*/ 2147483646 w 2608"/>
              <a:gd name="T1" fmla="*/ 0 h 1200"/>
              <a:gd name="T2" fmla="*/ 2147483646 w 2608"/>
              <a:gd name="T3" fmla="*/ 2147483646 h 1200"/>
              <a:gd name="T4" fmla="*/ 2147483646 w 2608"/>
              <a:gd name="T5" fmla="*/ 2147483646 h 1200"/>
              <a:gd name="T6" fmla="*/ 2147483646 w 2608"/>
              <a:gd name="T7" fmla="*/ 2147483646 h 1200"/>
              <a:gd name="T8" fmla="*/ 2147483646 w 2608"/>
              <a:gd name="T9" fmla="*/ 2147483646 h 1200"/>
              <a:gd name="T10" fmla="*/ 2147483646 w 2608"/>
              <a:gd name="T11" fmla="*/ 2147483646 h 1200"/>
              <a:gd name="T12" fmla="*/ 2147483646 w 2608"/>
              <a:gd name="T13" fmla="*/ 2147483646 h 1200"/>
              <a:gd name="T14" fmla="*/ 2147483646 w 2608"/>
              <a:gd name="T15" fmla="*/ 2147483646 h 1200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w 2608"/>
              <a:gd name="T25" fmla="*/ 0 h 1200"/>
              <a:gd name="T26" fmla="*/ 2608 w 2608"/>
              <a:gd name="T27" fmla="*/ 1200 h 1200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T24" t="T25" r="T26" b="T27"/>
            <a:pathLst>
              <a:path w="2608" h="1200">
                <a:moveTo>
                  <a:pt x="1464" y="0"/>
                </a:moveTo>
                <a:cubicBezTo>
                  <a:pt x="1464" y="64"/>
                  <a:pt x="1464" y="128"/>
                  <a:pt x="1560" y="192"/>
                </a:cubicBezTo>
                <a:cubicBezTo>
                  <a:pt x="1656" y="256"/>
                  <a:pt x="1888" y="336"/>
                  <a:pt x="2040" y="384"/>
                </a:cubicBezTo>
                <a:cubicBezTo>
                  <a:pt x="2192" y="432"/>
                  <a:pt x="2392" y="384"/>
                  <a:pt x="2472" y="480"/>
                </a:cubicBezTo>
                <a:cubicBezTo>
                  <a:pt x="2552" y="576"/>
                  <a:pt x="2608" y="872"/>
                  <a:pt x="2520" y="960"/>
                </a:cubicBezTo>
                <a:cubicBezTo>
                  <a:pt x="2432" y="1048"/>
                  <a:pt x="2312" y="1000"/>
                  <a:pt x="1944" y="1008"/>
                </a:cubicBezTo>
                <a:cubicBezTo>
                  <a:pt x="1576" y="1016"/>
                  <a:pt x="624" y="976"/>
                  <a:pt x="312" y="1008"/>
                </a:cubicBezTo>
                <a:cubicBezTo>
                  <a:pt x="0" y="1040"/>
                  <a:pt x="36" y="1120"/>
                  <a:pt x="72" y="1200"/>
                </a:cubicBezTo>
              </a:path>
            </a:pathLst>
          </a:custGeom>
          <a:noFill/>
          <a:ln w="25400" cap="flat" cmpd="sng">
            <a:solidFill>
              <a:srgbClr val="00CC00"/>
            </a:solidFill>
            <a:prstDash val="solid"/>
            <a:round/>
            <a:headEnd type="none" w="sm" len="sm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4710" name="Text Box 56"/>
          <p:cNvSpPr txBox="1">
            <a:spLocks noChangeArrowheads="1"/>
          </p:cNvSpPr>
          <p:nvPr/>
        </p:nvSpPr>
        <p:spPr bwMode="auto">
          <a:xfrm>
            <a:off x="2438400" y="3886200"/>
            <a:ext cx="1371600" cy="312738"/>
          </a:xfrm>
          <a:prstGeom prst="rect">
            <a:avLst/>
          </a:prstGeom>
          <a:noFill/>
          <a:ln w="25400">
            <a:solidFill>
              <a:srgbClr val="A50021"/>
            </a:solidFill>
            <a:miter lim="800000"/>
            <a:head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8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1600" b="1"/>
              <a:t>4. </a:t>
            </a:r>
            <a:r>
              <a:rPr kumimoji="0" lang="en-US" altLang="zh-CN" sz="1600" b="1">
                <a:solidFill>
                  <a:srgbClr val="A50021"/>
                </a:solidFill>
              </a:rPr>
              <a:t>M</a:t>
            </a:r>
            <a:r>
              <a:rPr kumimoji="0" lang="en-US" altLang="zh-CN" sz="1600" b="1">
                <a:solidFill>
                  <a:srgbClr val="A50021"/>
                </a:solidFill>
                <a:sym typeface="Symbol" panose="05050102010706020507" pitchFamily="18" charset="2"/>
              </a:rPr>
              <a:t> [ E’, ) ]</a:t>
            </a:r>
            <a:endParaRPr kumimoji="0" lang="en-US" altLang="zh-CN" sz="1600" b="1"/>
          </a:p>
        </p:txBody>
      </p:sp>
      <p:sp>
        <p:nvSpPr>
          <p:cNvPr id="114711" name="Line 57"/>
          <p:cNvSpPr>
            <a:spLocks noChangeShapeType="1"/>
          </p:cNvSpPr>
          <p:nvPr/>
        </p:nvSpPr>
        <p:spPr bwMode="auto">
          <a:xfrm flipV="1">
            <a:off x="2895600" y="3657600"/>
            <a:ext cx="0" cy="228600"/>
          </a:xfrm>
          <a:prstGeom prst="line">
            <a:avLst/>
          </a:prstGeom>
          <a:noFill/>
          <a:ln w="25400">
            <a:solidFill>
              <a:srgbClr val="00CC00"/>
            </a:solidFill>
            <a:round/>
            <a:headEnd type="none" w="sm" len="sm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4712" name="Freeform 58"/>
          <p:cNvSpPr/>
          <p:nvPr/>
        </p:nvSpPr>
        <p:spPr bwMode="auto">
          <a:xfrm>
            <a:off x="5410200" y="1905000"/>
            <a:ext cx="1612900" cy="2819400"/>
          </a:xfrm>
          <a:custGeom>
            <a:avLst/>
            <a:gdLst>
              <a:gd name="T0" fmla="*/ 2147483646 w 1016"/>
              <a:gd name="T1" fmla="*/ 0 h 2304"/>
              <a:gd name="T2" fmla="*/ 2147483646 w 1016"/>
              <a:gd name="T3" fmla="*/ 2147483646 h 2304"/>
              <a:gd name="T4" fmla="*/ 2147483646 w 1016"/>
              <a:gd name="T5" fmla="*/ 2147483646 h 2304"/>
              <a:gd name="T6" fmla="*/ 2147483646 w 1016"/>
              <a:gd name="T7" fmla="*/ 2147483646 h 2304"/>
              <a:gd name="T8" fmla="*/ 2147483646 w 1016"/>
              <a:gd name="T9" fmla="*/ 2147483646 h 2304"/>
              <a:gd name="T10" fmla="*/ 2147483646 w 1016"/>
              <a:gd name="T11" fmla="*/ 2147483646 h 2304"/>
              <a:gd name="T12" fmla="*/ 2147483646 w 1016"/>
              <a:gd name="T13" fmla="*/ 2147483646 h 2304"/>
              <a:gd name="T14" fmla="*/ 2147483646 w 1016"/>
              <a:gd name="T15" fmla="*/ 2147483646 h 2304"/>
              <a:gd name="T16" fmla="*/ 2147483646 w 1016"/>
              <a:gd name="T17" fmla="*/ 2147483646 h 2304"/>
              <a:gd name="T18" fmla="*/ 0 w 1016"/>
              <a:gd name="T19" fmla="*/ 2147483646 h 2304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w 1016"/>
              <a:gd name="T31" fmla="*/ 0 h 2304"/>
              <a:gd name="T32" fmla="*/ 1016 w 1016"/>
              <a:gd name="T33" fmla="*/ 2304 h 2304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T30" t="T31" r="T32" b="T33"/>
            <a:pathLst>
              <a:path w="1016" h="2304">
                <a:moveTo>
                  <a:pt x="384" y="0"/>
                </a:moveTo>
                <a:cubicBezTo>
                  <a:pt x="384" y="72"/>
                  <a:pt x="384" y="144"/>
                  <a:pt x="432" y="192"/>
                </a:cubicBezTo>
                <a:cubicBezTo>
                  <a:pt x="480" y="240"/>
                  <a:pt x="592" y="256"/>
                  <a:pt x="672" y="288"/>
                </a:cubicBezTo>
                <a:cubicBezTo>
                  <a:pt x="752" y="320"/>
                  <a:pt x="856" y="312"/>
                  <a:pt x="912" y="384"/>
                </a:cubicBezTo>
                <a:cubicBezTo>
                  <a:pt x="968" y="456"/>
                  <a:pt x="1000" y="536"/>
                  <a:pt x="1008" y="720"/>
                </a:cubicBezTo>
                <a:cubicBezTo>
                  <a:pt x="1016" y="904"/>
                  <a:pt x="976" y="1264"/>
                  <a:pt x="960" y="1488"/>
                </a:cubicBezTo>
                <a:cubicBezTo>
                  <a:pt x="944" y="1712"/>
                  <a:pt x="992" y="1952"/>
                  <a:pt x="912" y="2064"/>
                </a:cubicBezTo>
                <a:cubicBezTo>
                  <a:pt x="832" y="2176"/>
                  <a:pt x="608" y="2144"/>
                  <a:pt x="480" y="2160"/>
                </a:cubicBezTo>
                <a:cubicBezTo>
                  <a:pt x="352" y="2176"/>
                  <a:pt x="224" y="2136"/>
                  <a:pt x="144" y="2160"/>
                </a:cubicBezTo>
                <a:cubicBezTo>
                  <a:pt x="64" y="2184"/>
                  <a:pt x="32" y="2244"/>
                  <a:pt x="0" y="2304"/>
                </a:cubicBezTo>
              </a:path>
            </a:pathLst>
          </a:custGeom>
          <a:noFill/>
          <a:ln w="25400" cap="flat" cmpd="sng">
            <a:solidFill>
              <a:srgbClr val="00CC00"/>
            </a:solidFill>
            <a:prstDash val="solid"/>
            <a:round/>
            <a:headEnd type="none" w="sm" len="sm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4713" name="Text Box 59"/>
          <p:cNvSpPr txBox="1">
            <a:spLocks noChangeArrowheads="1"/>
          </p:cNvSpPr>
          <p:nvPr/>
        </p:nvSpPr>
        <p:spPr bwMode="auto">
          <a:xfrm>
            <a:off x="4572000" y="5029200"/>
            <a:ext cx="1371600" cy="630238"/>
          </a:xfrm>
          <a:prstGeom prst="rect">
            <a:avLst/>
          </a:prstGeom>
          <a:noFill/>
          <a:ln w="25400">
            <a:solidFill>
              <a:srgbClr val="A50021"/>
            </a:solidFill>
            <a:miter lim="800000"/>
            <a:head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8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1600" b="1"/>
              <a:t>5. </a:t>
            </a:r>
            <a:r>
              <a:rPr kumimoji="0" lang="en-US" altLang="zh-CN" sz="1600" b="1">
                <a:solidFill>
                  <a:srgbClr val="A50021"/>
                </a:solidFill>
              </a:rPr>
              <a:t>M</a:t>
            </a:r>
            <a:r>
              <a:rPr kumimoji="0" lang="en-US" altLang="zh-CN" sz="1600" b="1">
                <a:solidFill>
                  <a:srgbClr val="A50021"/>
                </a:solidFill>
                <a:sym typeface="Symbol" panose="05050102010706020507" pitchFamily="18" charset="2"/>
              </a:rPr>
              <a:t> [ T’, $ ]</a:t>
            </a:r>
            <a:endParaRPr kumimoji="0" lang="en-US" altLang="zh-CN" sz="1600" b="1">
              <a:solidFill>
                <a:srgbClr val="A50021"/>
              </a:solidFill>
              <a:sym typeface="Symbol" panose="05050102010706020507" pitchFamily="18" charset="2"/>
            </a:endParaRPr>
          </a:p>
          <a:p>
            <a:pPr eaLnBrk="1" hangingPunct="1">
              <a:lnSpc>
                <a:spcPct val="8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1600" b="1">
                <a:sym typeface="Symbol" panose="05050102010706020507" pitchFamily="18" charset="2"/>
              </a:rPr>
              <a:t>6. </a:t>
            </a:r>
            <a:r>
              <a:rPr kumimoji="0" lang="en-US" altLang="zh-CN" sz="1600" b="1">
                <a:solidFill>
                  <a:srgbClr val="A50021"/>
                </a:solidFill>
                <a:sym typeface="Symbol" panose="05050102010706020507" pitchFamily="18" charset="2"/>
              </a:rPr>
              <a:t>M [ E’, $ ]</a:t>
            </a:r>
            <a:endParaRPr kumimoji="0" lang="en-US" altLang="zh-CN" sz="1600" b="1"/>
          </a:p>
        </p:txBody>
      </p:sp>
      <p:sp>
        <p:nvSpPr>
          <p:cNvPr id="114714" name="Text Box 60"/>
          <p:cNvSpPr txBox="1">
            <a:spLocks noChangeArrowheads="1"/>
          </p:cNvSpPr>
          <p:nvPr/>
        </p:nvSpPr>
        <p:spPr bwMode="auto">
          <a:xfrm>
            <a:off x="7086600" y="1066800"/>
            <a:ext cx="1600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b="1">
                <a:solidFill>
                  <a:srgbClr val="A50021"/>
                </a:solidFill>
              </a:rPr>
              <a:t>M - Table</a:t>
            </a:r>
            <a:endParaRPr kumimoji="0" lang="en-US" altLang="zh-CN" sz="2400" b="1">
              <a:solidFill>
                <a:srgbClr val="A50021"/>
              </a:solidFill>
            </a:endParaRPr>
          </a:p>
        </p:txBody>
      </p:sp>
    </p:spTree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FIRST&amp;FOLLOW</a:t>
            </a:r>
            <a:r>
              <a:rPr lang="zh-CN" altLang="en-US"/>
              <a:t>的作用</a:t>
            </a:r>
            <a:endParaRPr lang="zh-CN" altLang="en-US"/>
          </a:p>
        </p:txBody>
      </p:sp>
      <p:sp>
        <p:nvSpPr>
          <p:cNvPr id="11571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182688" y="1371600"/>
            <a:ext cx="7772400" cy="2590800"/>
          </a:xfrm>
        </p:spPr>
        <p:txBody>
          <a:bodyPr/>
          <a:lstStyle/>
          <a:p>
            <a:pPr eaLnBrk="1" hangingPunct="1"/>
            <a:r>
              <a:rPr lang="en-US" altLang="zh-CN"/>
              <a:t>FIRST</a:t>
            </a:r>
            <a:endParaRPr lang="en-US" altLang="zh-CN"/>
          </a:p>
          <a:p>
            <a:pPr lvl="1" eaLnBrk="1" hangingPunct="1"/>
            <a:r>
              <a:rPr lang="zh-CN" altLang="en-US"/>
              <a:t>表示</a:t>
            </a:r>
            <a:r>
              <a:rPr lang="en-US" altLang="zh-CN"/>
              <a:t>NT</a:t>
            </a:r>
            <a:r>
              <a:rPr lang="zh-CN" altLang="en-US"/>
              <a:t>（栈）和</a:t>
            </a:r>
            <a:r>
              <a:rPr lang="en-US" altLang="zh-CN"/>
              <a:t>T</a:t>
            </a:r>
            <a:r>
              <a:rPr lang="zh-CN" altLang="en-US"/>
              <a:t>（输入流）的关系</a:t>
            </a:r>
            <a:endParaRPr lang="zh-CN" altLang="en-US"/>
          </a:p>
          <a:p>
            <a:pPr lvl="1" eaLnBrk="1" hangingPunct="1"/>
            <a:r>
              <a:rPr kumimoji="0" lang="zh-CN" altLang="en-US"/>
              <a:t>若</a:t>
            </a:r>
            <a:r>
              <a:rPr kumimoji="0" lang="en-US" altLang="zh-CN"/>
              <a:t>A</a:t>
            </a:r>
            <a:r>
              <a:rPr kumimoji="0" lang="en-US" altLang="zh-CN">
                <a:sym typeface="Symbol" panose="05050102010706020507" pitchFamily="18" charset="2"/>
              </a:rPr>
              <a:t></a:t>
            </a:r>
            <a:r>
              <a:rPr kumimoji="0" lang="zh-CN" altLang="en-US">
                <a:sym typeface="Symbol" panose="05050102010706020507" pitchFamily="18" charset="2"/>
              </a:rPr>
              <a:t>，且</a:t>
            </a:r>
            <a:r>
              <a:rPr kumimoji="0" lang="en-US" altLang="zh-CN">
                <a:sym typeface="Symbol" panose="05050102010706020507" pitchFamily="18" charset="2"/>
              </a:rPr>
              <a:t>a</a:t>
            </a:r>
            <a:r>
              <a:rPr kumimoji="0" lang="en-US" altLang="zh-CN">
                <a:latin typeface="宋体" panose="02010600030101010101" pitchFamily="2" charset="-122"/>
                <a:sym typeface="Symbol" panose="05050102010706020507" pitchFamily="18" charset="2"/>
              </a:rPr>
              <a:t>∈</a:t>
            </a:r>
            <a:r>
              <a:rPr kumimoji="0" lang="en-US" altLang="zh-CN">
                <a:sym typeface="Symbol" panose="05050102010706020507" pitchFamily="18" charset="2"/>
              </a:rPr>
              <a:t>FIRST()</a:t>
            </a:r>
            <a:br>
              <a:rPr kumimoji="0" lang="en-US" altLang="zh-CN">
                <a:sym typeface="Symbol" panose="05050102010706020507" pitchFamily="18" charset="2"/>
              </a:rPr>
            </a:br>
            <a:r>
              <a:rPr kumimoji="0" lang="zh-CN" altLang="en-US">
                <a:sym typeface="Symbol" panose="05050102010706020507" pitchFamily="18" charset="2"/>
              </a:rPr>
              <a:t>当</a:t>
            </a:r>
            <a:r>
              <a:rPr kumimoji="0" lang="en-US" altLang="zh-CN">
                <a:sym typeface="Symbol" panose="05050102010706020507" pitchFamily="18" charset="2"/>
              </a:rPr>
              <a:t>A</a:t>
            </a:r>
            <a:r>
              <a:rPr kumimoji="0" lang="zh-CN" altLang="en-US">
                <a:sym typeface="Symbol" panose="05050102010706020507" pitchFamily="18" charset="2"/>
              </a:rPr>
              <a:t>在栈顶，输入符号为</a:t>
            </a:r>
            <a:r>
              <a:rPr kumimoji="0" lang="en-US" altLang="zh-CN">
                <a:sym typeface="Symbol" panose="05050102010706020507" pitchFamily="18" charset="2"/>
              </a:rPr>
              <a:t>a</a:t>
            </a:r>
            <a:br>
              <a:rPr kumimoji="0" lang="en-US" altLang="zh-CN">
                <a:sym typeface="Symbol" panose="05050102010706020507" pitchFamily="18" charset="2"/>
              </a:rPr>
            </a:br>
            <a:r>
              <a:rPr kumimoji="0" lang="en-US" altLang="zh-CN">
                <a:sym typeface="Wingdings" panose="05000000000000000000" pitchFamily="2" charset="2"/>
              </a:rPr>
              <a:t></a:t>
            </a:r>
            <a:r>
              <a:rPr kumimoji="0" lang="zh-CN" altLang="en-US">
                <a:sym typeface="Symbol" panose="05050102010706020507" pitchFamily="18" charset="2"/>
              </a:rPr>
              <a:t>选择</a:t>
            </a:r>
            <a:r>
              <a:rPr kumimoji="0" lang="en-US" altLang="zh-CN"/>
              <a:t>A</a:t>
            </a:r>
            <a:r>
              <a:rPr kumimoji="0" lang="en-US" altLang="zh-CN">
                <a:sym typeface="Symbol" panose="05050102010706020507" pitchFamily="18" charset="2"/>
              </a:rPr>
              <a:t></a:t>
            </a:r>
            <a:r>
              <a:rPr kumimoji="0" lang="zh-CN" altLang="en-US">
                <a:sym typeface="Symbol" panose="05050102010706020507" pitchFamily="18" charset="2"/>
              </a:rPr>
              <a:t>进行推导</a:t>
            </a:r>
            <a:r>
              <a:rPr kumimoji="0" lang="en-US" altLang="zh-CN">
                <a:sym typeface="Symbol" panose="05050102010706020507" pitchFamily="18" charset="2"/>
              </a:rPr>
              <a:t>——</a:t>
            </a:r>
            <a:r>
              <a:rPr kumimoji="0" lang="zh-CN" altLang="en-US">
                <a:sym typeface="Symbol" panose="05050102010706020507" pitchFamily="18" charset="2"/>
              </a:rPr>
              <a:t>用替换</a:t>
            </a:r>
            <a:r>
              <a:rPr kumimoji="0" lang="en-US" altLang="zh-CN">
                <a:sym typeface="Symbol" panose="05050102010706020507" pitchFamily="18" charset="2"/>
              </a:rPr>
              <a:t>A</a:t>
            </a:r>
            <a:endParaRPr kumimoji="0" lang="en-US" altLang="zh-CN">
              <a:sym typeface="Symbol" panose="05050102010706020507" pitchFamily="18" charset="2"/>
            </a:endParaRPr>
          </a:p>
        </p:txBody>
      </p:sp>
    </p:spTree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7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FIRST</a:t>
            </a:r>
            <a:r>
              <a:rPr lang="zh-CN" altLang="en-US"/>
              <a:t>作用（续）</a:t>
            </a:r>
            <a:endParaRPr lang="zh-CN" altLang="en-US"/>
          </a:p>
        </p:txBody>
      </p:sp>
      <p:sp>
        <p:nvSpPr>
          <p:cNvPr id="116739" name="Text Box 4"/>
          <p:cNvSpPr txBox="1">
            <a:spLocks noChangeArrowheads="1"/>
          </p:cNvSpPr>
          <p:nvPr/>
        </p:nvSpPr>
        <p:spPr bwMode="ltGray">
          <a:xfrm>
            <a:off x="1371600" y="1549400"/>
            <a:ext cx="7239000" cy="3511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800" dirty="0">
                <a:solidFill>
                  <a:srgbClr val="3333CC"/>
                </a:solidFill>
              </a:rPr>
              <a:t>栈			输入缓冲区</a:t>
            </a:r>
            <a:br>
              <a:rPr lang="zh-CN" altLang="en-US" sz="2800" dirty="0">
                <a:solidFill>
                  <a:srgbClr val="3333CC"/>
                </a:solidFill>
              </a:rPr>
            </a:br>
            <a:r>
              <a:rPr lang="en-US" altLang="zh-CN" sz="2800" dirty="0">
                <a:solidFill>
                  <a:srgbClr val="3333CC"/>
                </a:solidFill>
              </a:rPr>
              <a:t>$</a:t>
            </a:r>
            <a:r>
              <a:rPr lang="en-US" altLang="zh-CN" sz="2800" dirty="0" err="1">
                <a:solidFill>
                  <a:srgbClr val="3333CC"/>
                </a:solidFill>
                <a:latin typeface="Symbol" panose="05050102010706020507" pitchFamily="18" charset="2"/>
              </a:rPr>
              <a:t>b</a:t>
            </a:r>
            <a:r>
              <a:rPr lang="en-US" altLang="zh-CN" sz="2800" dirty="0" err="1">
                <a:solidFill>
                  <a:srgbClr val="3333CC"/>
                </a:solidFill>
              </a:rPr>
              <a:t>A</a:t>
            </a:r>
            <a:r>
              <a:rPr lang="en-US" altLang="zh-CN" sz="2800" dirty="0">
                <a:solidFill>
                  <a:srgbClr val="3333CC"/>
                </a:solidFill>
              </a:rPr>
              <a:t>			ay$</a:t>
            </a:r>
            <a:endParaRPr lang="en-US" altLang="zh-CN" sz="2800" dirty="0">
              <a:solidFill>
                <a:srgbClr val="3333CC"/>
              </a:solidFill>
            </a:endParaRPr>
          </a:p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800" dirty="0">
                <a:solidFill>
                  <a:srgbClr val="3333CC"/>
                </a:solidFill>
              </a:rPr>
              <a:t>句型：</a:t>
            </a:r>
            <a:r>
              <a:rPr lang="en-US" altLang="zh-CN" sz="2800" dirty="0" err="1">
                <a:solidFill>
                  <a:srgbClr val="FF3300"/>
                </a:solidFill>
              </a:rPr>
              <a:t>x</a:t>
            </a:r>
            <a:r>
              <a:rPr lang="en-US" altLang="zh-CN" sz="2800" dirty="0" err="1">
                <a:solidFill>
                  <a:srgbClr val="3333CC"/>
                </a:solidFill>
              </a:rPr>
              <a:t>A</a:t>
            </a:r>
            <a:r>
              <a:rPr lang="en-US" altLang="zh-CN" sz="2800" dirty="0" err="1">
                <a:solidFill>
                  <a:srgbClr val="3333CC"/>
                </a:solidFill>
                <a:latin typeface="Symbol" panose="05050102010706020507" pitchFamily="18" charset="2"/>
              </a:rPr>
              <a:t>b</a:t>
            </a:r>
            <a:r>
              <a:rPr lang="en-US" altLang="zh-CN" sz="2800" dirty="0">
                <a:solidFill>
                  <a:srgbClr val="3333CC"/>
                </a:solidFill>
              </a:rPr>
              <a:t>		</a:t>
            </a:r>
            <a:r>
              <a:rPr lang="zh-CN" altLang="en-US" sz="2800" dirty="0">
                <a:solidFill>
                  <a:srgbClr val="3333CC"/>
                </a:solidFill>
              </a:rPr>
              <a:t>输入：</a:t>
            </a:r>
            <a:r>
              <a:rPr lang="en-US" altLang="zh-CN" sz="2800" dirty="0" err="1">
                <a:solidFill>
                  <a:srgbClr val="FF3300"/>
                </a:solidFill>
              </a:rPr>
              <a:t>x</a:t>
            </a:r>
            <a:r>
              <a:rPr lang="en-US" altLang="zh-CN" sz="2800" dirty="0" err="1">
                <a:solidFill>
                  <a:srgbClr val="3333CC"/>
                </a:solidFill>
              </a:rPr>
              <a:t>ay</a:t>
            </a:r>
            <a:endParaRPr lang="en-US" altLang="zh-CN" sz="2800" dirty="0">
              <a:solidFill>
                <a:srgbClr val="3333CC"/>
              </a:solidFill>
            </a:endParaRPr>
          </a:p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800" dirty="0">
                <a:solidFill>
                  <a:srgbClr val="3333CC"/>
                </a:solidFill>
              </a:rPr>
              <a:t>期待：</a:t>
            </a:r>
            <a:r>
              <a:rPr lang="en-US" altLang="zh-CN" sz="2800" dirty="0">
                <a:solidFill>
                  <a:srgbClr val="3333CC"/>
                </a:solidFill>
              </a:rPr>
              <a:t>A</a:t>
            </a:r>
            <a:r>
              <a:rPr lang="en-US" altLang="zh-CN" sz="2800" dirty="0">
                <a:solidFill>
                  <a:srgbClr val="3333CC"/>
                </a:solidFill>
                <a:latin typeface="Symbol" panose="05050102010706020507" pitchFamily="18" charset="2"/>
              </a:rPr>
              <a:t>b</a:t>
            </a:r>
            <a:r>
              <a:rPr lang="en-US" altLang="zh-CN" sz="2800" dirty="0">
                <a:solidFill>
                  <a:srgbClr val="3333CC"/>
                </a:solidFill>
              </a:rPr>
              <a:t> </a:t>
            </a:r>
            <a:r>
              <a:rPr kumimoji="0" lang="en-US" altLang="zh-CN" sz="2800" dirty="0">
                <a:solidFill>
                  <a:srgbClr val="3333CC"/>
                </a:solidFill>
                <a:sym typeface="Symbol" panose="05050102010706020507" pitchFamily="18" charset="2"/>
              </a:rPr>
              <a:t> </a:t>
            </a:r>
            <a:r>
              <a:rPr kumimoji="0" lang="en-US" altLang="zh-CN" sz="2800" dirty="0">
                <a:solidFill>
                  <a:srgbClr val="3333CC"/>
                </a:solidFill>
                <a:latin typeface="Symbol" panose="05050102010706020507" pitchFamily="18" charset="2"/>
                <a:sym typeface="Symbol" panose="05050102010706020507" pitchFamily="18" charset="2"/>
              </a:rPr>
              <a:t>a</a:t>
            </a:r>
            <a:r>
              <a:rPr kumimoji="0" lang="en-US" altLang="zh-CN" sz="2800" dirty="0">
                <a:solidFill>
                  <a:srgbClr val="3333CC"/>
                </a:solidFill>
                <a:sym typeface="Symbol" panose="05050102010706020507" pitchFamily="18" charset="2"/>
              </a:rPr>
              <a:t>y</a:t>
            </a:r>
            <a:r>
              <a:rPr lang="en-US" altLang="zh-CN" sz="2800" dirty="0">
                <a:solidFill>
                  <a:srgbClr val="3333CC"/>
                </a:solidFill>
              </a:rPr>
              <a:t> </a:t>
            </a:r>
            <a:r>
              <a:rPr kumimoji="0" lang="en-US" altLang="zh-CN" sz="2800" dirty="0">
                <a:solidFill>
                  <a:srgbClr val="3333CC"/>
                </a:solidFill>
                <a:sym typeface="Symbol" panose="05050102010706020507" pitchFamily="18" charset="2"/>
              </a:rPr>
              <a:t> ay</a:t>
            </a:r>
            <a:endParaRPr kumimoji="0" lang="en-US" altLang="zh-CN" sz="2800" dirty="0">
              <a:solidFill>
                <a:srgbClr val="3333CC"/>
              </a:solidFill>
              <a:sym typeface="Symbol" panose="05050102010706020507" pitchFamily="18" charset="2"/>
            </a:endParaRPr>
          </a:p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zh-CN" altLang="en-US" sz="2800" dirty="0">
                <a:solidFill>
                  <a:srgbClr val="3333CC"/>
                </a:solidFill>
                <a:sym typeface="Symbol" panose="05050102010706020507" pitchFamily="18" charset="2"/>
              </a:rPr>
              <a:t>即：想把</a:t>
            </a:r>
            <a:r>
              <a:rPr kumimoji="0" lang="en-US" altLang="zh-CN" sz="2800" dirty="0">
                <a:solidFill>
                  <a:srgbClr val="3333CC"/>
                </a:solidFill>
                <a:sym typeface="Symbol" panose="05050102010706020507" pitchFamily="18" charset="2"/>
              </a:rPr>
              <a:t>A</a:t>
            </a:r>
            <a:r>
              <a:rPr kumimoji="0" lang="zh-CN" altLang="en-US" sz="2800" dirty="0">
                <a:solidFill>
                  <a:srgbClr val="3333CC"/>
                </a:solidFill>
                <a:sym typeface="Symbol" panose="05050102010706020507" pitchFamily="18" charset="2"/>
              </a:rPr>
              <a:t>变成</a:t>
            </a:r>
            <a:r>
              <a:rPr kumimoji="0" lang="en-US" altLang="zh-CN" sz="2800" dirty="0">
                <a:solidFill>
                  <a:srgbClr val="3333CC"/>
                </a:solidFill>
                <a:sym typeface="Symbol" panose="05050102010706020507" pitchFamily="18" charset="2"/>
              </a:rPr>
              <a:t>a</a:t>
            </a:r>
            <a:r>
              <a:rPr kumimoji="0" lang="zh-CN" altLang="en-US" sz="2800" dirty="0">
                <a:solidFill>
                  <a:srgbClr val="3333CC"/>
                </a:solidFill>
                <a:sym typeface="Symbol" panose="05050102010706020507" pitchFamily="18" charset="2"/>
              </a:rPr>
              <a:t>开始的单词串</a:t>
            </a:r>
            <a:endParaRPr kumimoji="0" lang="en-US" altLang="zh-CN" sz="2800" dirty="0">
              <a:solidFill>
                <a:srgbClr val="3333CC"/>
              </a:solidFill>
              <a:sym typeface="Symbol" panose="05050102010706020507" pitchFamily="18" charset="2"/>
            </a:endParaRPr>
          </a:p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zh-CN" altLang="en-US" sz="2800" dirty="0">
                <a:solidFill>
                  <a:srgbClr val="3333CC"/>
                </a:solidFill>
                <a:sym typeface="Symbol" panose="05050102010706020507" pitchFamily="18" charset="2"/>
              </a:rPr>
              <a:t>必然有：</a:t>
            </a:r>
            <a:r>
              <a:rPr kumimoji="0" lang="en-US" altLang="zh-CN" sz="2800" dirty="0">
                <a:solidFill>
                  <a:srgbClr val="3333CC"/>
                </a:solidFill>
                <a:latin typeface="Symbol" panose="05050102010706020507" pitchFamily="18" charset="2"/>
                <a:sym typeface="Symbol" panose="05050102010706020507" pitchFamily="18" charset="2"/>
              </a:rPr>
              <a:t>a</a:t>
            </a:r>
            <a:r>
              <a:rPr kumimoji="0" lang="zh-CN" altLang="en-US" sz="2800" dirty="0">
                <a:solidFill>
                  <a:srgbClr val="3333CC"/>
                </a:solidFill>
                <a:sym typeface="Symbol" panose="05050102010706020507" pitchFamily="18" charset="2"/>
              </a:rPr>
              <a:t>的</a:t>
            </a:r>
            <a:r>
              <a:rPr kumimoji="0" lang="en-US" altLang="zh-CN" sz="2800" dirty="0">
                <a:solidFill>
                  <a:srgbClr val="3333CC"/>
                </a:solidFill>
                <a:sym typeface="Symbol" panose="05050102010706020507" pitchFamily="18" charset="2"/>
              </a:rPr>
              <a:t>FIRST</a:t>
            </a:r>
            <a:r>
              <a:rPr kumimoji="0" lang="zh-CN" altLang="en-US" sz="2800" dirty="0">
                <a:solidFill>
                  <a:srgbClr val="3333CC"/>
                </a:solidFill>
                <a:sym typeface="Symbol" panose="05050102010706020507" pitchFamily="18" charset="2"/>
              </a:rPr>
              <a:t>集合包含</a:t>
            </a:r>
            <a:r>
              <a:rPr kumimoji="0" lang="en-US" altLang="zh-CN" sz="2800" dirty="0">
                <a:solidFill>
                  <a:srgbClr val="3333CC"/>
                </a:solidFill>
                <a:sym typeface="Symbol" panose="05050102010706020507" pitchFamily="18" charset="2"/>
              </a:rPr>
              <a:t>a</a:t>
            </a:r>
            <a:endParaRPr kumimoji="0" lang="en-US" altLang="zh-CN" sz="2800" dirty="0">
              <a:solidFill>
                <a:srgbClr val="3333CC"/>
              </a:solidFill>
              <a:sym typeface="Symbol" panose="05050102010706020507" pitchFamily="18" charset="2"/>
            </a:endParaRPr>
          </a:p>
        </p:txBody>
      </p:sp>
      <p:sp>
        <p:nvSpPr>
          <p:cNvPr id="116740" name="Text Box 5"/>
          <p:cNvSpPr txBox="1">
            <a:spLocks noChangeArrowheads="1"/>
          </p:cNvSpPr>
          <p:nvPr/>
        </p:nvSpPr>
        <p:spPr bwMode="auto">
          <a:xfrm>
            <a:off x="3914775" y="3200400"/>
            <a:ext cx="304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b="1">
                <a:solidFill>
                  <a:srgbClr val="3333CC"/>
                </a:solidFill>
              </a:rPr>
              <a:t>*</a:t>
            </a:r>
            <a:endParaRPr kumimoji="0" lang="en-US" altLang="zh-CN" sz="2400" b="1">
              <a:solidFill>
                <a:srgbClr val="3333CC"/>
              </a:solidFill>
            </a:endParaRPr>
          </a:p>
        </p:txBody>
      </p:sp>
      <p:pic>
        <p:nvPicPr>
          <p:cNvPr id="116741" name="Picture 6" descr="first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19800" y="1052736"/>
            <a:ext cx="2817813" cy="2874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7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FOLLOW</a:t>
            </a:r>
            <a:r>
              <a:rPr lang="zh-CN" altLang="en-US"/>
              <a:t>的作用</a:t>
            </a:r>
            <a:endParaRPr lang="zh-CN" altLang="en-US"/>
          </a:p>
        </p:txBody>
      </p:sp>
      <p:sp>
        <p:nvSpPr>
          <p:cNvPr id="11776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182688" y="1371600"/>
            <a:ext cx="7772400" cy="3048000"/>
          </a:xfrm>
        </p:spPr>
        <p:txBody>
          <a:bodyPr/>
          <a:lstStyle/>
          <a:p>
            <a:pPr eaLnBrk="1" hangingPunct="1"/>
            <a:r>
              <a:rPr kumimoji="0" lang="en-US" altLang="zh-CN" dirty="0">
                <a:sym typeface="Symbol" panose="05050102010706020507" pitchFamily="18" charset="2"/>
              </a:rPr>
              <a:t>FOLLOW</a:t>
            </a:r>
            <a:endParaRPr kumimoji="0" lang="en-US" altLang="zh-CN" dirty="0">
              <a:sym typeface="Symbol" panose="05050102010706020507" pitchFamily="18" charset="2"/>
            </a:endParaRPr>
          </a:p>
          <a:p>
            <a:pPr lvl="1" eaLnBrk="1" hangingPunct="1"/>
            <a:r>
              <a:rPr kumimoji="0" lang="zh-CN" altLang="en-US" dirty="0">
                <a:sym typeface="Symbol" panose="05050102010706020507" pitchFamily="18" charset="2"/>
              </a:rPr>
              <a:t>处理</a:t>
            </a:r>
            <a:r>
              <a:rPr kumimoji="0" lang="en-US" altLang="zh-CN" dirty="0">
                <a:sym typeface="Symbol" panose="05050102010706020507" pitchFamily="18" charset="2"/>
              </a:rPr>
              <a:t>FIRST</a:t>
            </a:r>
            <a:r>
              <a:rPr kumimoji="0" lang="zh-CN" altLang="en-US" dirty="0">
                <a:sym typeface="Symbol" panose="05050102010706020507" pitchFamily="18" charset="2"/>
              </a:rPr>
              <a:t>的冲突</a:t>
            </a:r>
            <a:endParaRPr kumimoji="0" lang="zh-CN" altLang="en-US" dirty="0">
              <a:sym typeface="Symbol" panose="05050102010706020507" pitchFamily="18" charset="2"/>
            </a:endParaRPr>
          </a:p>
          <a:p>
            <a:pPr lvl="1" eaLnBrk="1" hangingPunct="1"/>
            <a:r>
              <a:rPr kumimoji="0" lang="zh-CN" altLang="en-US" dirty="0">
                <a:sym typeface="Symbol" panose="05050102010706020507" pitchFamily="18" charset="2"/>
              </a:rPr>
              <a:t>当</a:t>
            </a:r>
            <a:r>
              <a:rPr kumimoji="0" lang="en-US" altLang="zh-CN" dirty="0">
                <a:sym typeface="Symbol" panose="05050102010706020507" pitchFamily="18" charset="2"/>
              </a:rPr>
              <a:t>=</a:t>
            </a:r>
            <a:r>
              <a:rPr kumimoji="0" lang="en-US" altLang="zh-CN" dirty="0">
                <a:latin typeface="Symbol" panose="05050102010706020507" pitchFamily="18" charset="2"/>
                <a:sym typeface="Symbol" panose="05050102010706020507" pitchFamily="18" charset="2"/>
              </a:rPr>
              <a:t>e</a:t>
            </a:r>
            <a:r>
              <a:rPr kumimoji="0" lang="zh-CN" altLang="en-US" dirty="0">
                <a:sym typeface="Symbol" panose="05050102010706020507" pitchFamily="18" charset="2"/>
              </a:rPr>
              <a:t>或 </a:t>
            </a:r>
            <a:r>
              <a:rPr kumimoji="0" lang="en-US" altLang="zh-CN" dirty="0">
                <a:latin typeface="Symbol" panose="05050102010706020507" pitchFamily="18" charset="2"/>
                <a:sym typeface="Symbol" panose="05050102010706020507" pitchFamily="18" charset="2"/>
              </a:rPr>
              <a:t>e</a:t>
            </a:r>
            <a:r>
              <a:rPr kumimoji="0" lang="en-US" altLang="zh-CN" dirty="0">
                <a:sym typeface="Symbol" panose="05050102010706020507" pitchFamily="18" charset="2"/>
              </a:rPr>
              <a:t> </a:t>
            </a:r>
            <a:r>
              <a:rPr kumimoji="0" lang="zh-CN" altLang="en-US" dirty="0">
                <a:sym typeface="Symbol" panose="05050102010706020507" pitchFamily="18" charset="2"/>
              </a:rPr>
              <a:t>，且当前输入符号</a:t>
            </a:r>
            <a:r>
              <a:rPr kumimoji="0" lang="en-US" altLang="zh-CN" dirty="0" err="1">
                <a:sym typeface="Symbol" panose="05050102010706020507" pitchFamily="18" charset="2"/>
              </a:rPr>
              <a:t>b</a:t>
            </a:r>
            <a:r>
              <a:rPr kumimoji="0" lang="en-US" altLang="zh-CN" dirty="0" err="1">
                <a:latin typeface="宋体" panose="02010600030101010101" pitchFamily="2" charset="-122"/>
                <a:sym typeface="Symbol" panose="05050102010706020507" pitchFamily="18" charset="2"/>
              </a:rPr>
              <a:t>∈</a:t>
            </a:r>
            <a:r>
              <a:rPr kumimoji="0" lang="en-US" altLang="zh-CN" dirty="0" err="1">
                <a:sym typeface="Symbol" panose="05050102010706020507" pitchFamily="18" charset="2"/>
              </a:rPr>
              <a:t>FOLLOW</a:t>
            </a:r>
            <a:r>
              <a:rPr kumimoji="0" lang="en-US" altLang="zh-CN" dirty="0">
                <a:sym typeface="Symbol" panose="05050102010706020507" pitchFamily="18" charset="2"/>
              </a:rPr>
              <a:t>(A)  </a:t>
            </a:r>
            <a:r>
              <a:rPr kumimoji="0" lang="en-US" altLang="zh-CN" dirty="0">
                <a:sym typeface="Wingdings" panose="05000000000000000000" pitchFamily="2" charset="2"/>
              </a:rPr>
              <a:t>  </a:t>
            </a:r>
            <a:r>
              <a:rPr kumimoji="0" lang="zh-CN" altLang="en-US" dirty="0">
                <a:sym typeface="Symbol" panose="05050102010706020507" pitchFamily="18" charset="2"/>
              </a:rPr>
              <a:t>选择</a:t>
            </a:r>
            <a:r>
              <a:rPr kumimoji="0" lang="en-US" altLang="zh-CN" dirty="0"/>
              <a:t>A</a:t>
            </a:r>
            <a:r>
              <a:rPr kumimoji="0" lang="en-US" altLang="zh-CN" dirty="0">
                <a:sym typeface="Symbol" panose="05050102010706020507" pitchFamily="18" charset="2"/>
              </a:rPr>
              <a:t></a:t>
            </a:r>
            <a:endParaRPr kumimoji="0" lang="en-US" altLang="zh-CN" dirty="0">
              <a:sym typeface="Symbol" panose="05050102010706020507" pitchFamily="18" charset="2"/>
            </a:endParaRPr>
          </a:p>
          <a:p>
            <a:pPr lvl="1" eaLnBrk="1" hangingPunct="1"/>
            <a:r>
              <a:rPr kumimoji="0" lang="en-US" altLang="zh-CN" dirty="0">
                <a:sym typeface="Symbol" panose="05050102010706020507" pitchFamily="18" charset="2"/>
              </a:rPr>
              <a:t></a:t>
            </a:r>
            <a:r>
              <a:rPr kumimoji="0" lang="zh-CN" altLang="en-US" dirty="0">
                <a:sym typeface="Symbol" panose="05050102010706020507" pitchFamily="18" charset="2"/>
              </a:rPr>
              <a:t>最终展开为</a:t>
            </a:r>
            <a:r>
              <a:rPr kumimoji="0" lang="en-US" altLang="zh-CN" dirty="0">
                <a:latin typeface="Symbol" panose="05050102010706020507" pitchFamily="18" charset="2"/>
                <a:sym typeface="Symbol" panose="05050102010706020507" pitchFamily="18" charset="2"/>
              </a:rPr>
              <a:t>e</a:t>
            </a:r>
            <a:r>
              <a:rPr kumimoji="0" lang="en-US" altLang="zh-CN" dirty="0">
                <a:sym typeface="Symbol" panose="05050102010706020507" pitchFamily="18" charset="2"/>
              </a:rPr>
              <a:t> </a:t>
            </a:r>
            <a:r>
              <a:rPr kumimoji="0" lang="zh-CN" altLang="en-US" dirty="0">
                <a:sym typeface="Symbol" panose="05050102010706020507" pitchFamily="18" charset="2"/>
              </a:rPr>
              <a:t>，</a:t>
            </a:r>
            <a:r>
              <a:rPr kumimoji="0" lang="en-US" altLang="zh-CN" dirty="0">
                <a:sym typeface="Symbol" panose="05050102010706020507" pitchFamily="18" charset="2"/>
              </a:rPr>
              <a:t>b</a:t>
            </a:r>
            <a:r>
              <a:rPr kumimoji="0" lang="zh-CN" altLang="en-US" dirty="0">
                <a:sym typeface="Symbol" panose="05050102010706020507" pitchFamily="18" charset="2"/>
              </a:rPr>
              <a:t>仍为当前符号</a:t>
            </a:r>
            <a:r>
              <a:rPr kumimoji="0" lang="en-US" altLang="zh-CN" dirty="0">
                <a:sym typeface="Symbol" panose="05050102010706020507" pitchFamily="18" charset="2"/>
              </a:rPr>
              <a:t>——</a:t>
            </a:r>
            <a:r>
              <a:rPr kumimoji="0" lang="zh-CN" altLang="en-US" dirty="0">
                <a:sym typeface="Symbol" panose="05050102010706020507" pitchFamily="18" charset="2"/>
              </a:rPr>
              <a:t>“紧接着</a:t>
            </a:r>
            <a:r>
              <a:rPr kumimoji="0" lang="en-US" altLang="zh-CN" dirty="0">
                <a:sym typeface="Symbol" panose="05050102010706020507" pitchFamily="18" charset="2"/>
              </a:rPr>
              <a:t>A</a:t>
            </a:r>
            <a:r>
              <a:rPr kumimoji="0" lang="zh-CN" altLang="en-US" dirty="0">
                <a:sym typeface="Symbol" panose="05050102010706020507" pitchFamily="18" charset="2"/>
              </a:rPr>
              <a:t>的符号”。</a:t>
            </a:r>
            <a:endParaRPr kumimoji="0" lang="zh-CN" altLang="en-US" dirty="0">
              <a:sym typeface="Symbol" panose="05050102010706020507" pitchFamily="18" charset="2"/>
            </a:endParaRPr>
          </a:p>
        </p:txBody>
      </p:sp>
      <p:sp>
        <p:nvSpPr>
          <p:cNvPr id="117764" name="Text Box 4"/>
          <p:cNvSpPr txBox="1">
            <a:spLocks noChangeArrowheads="1"/>
          </p:cNvSpPr>
          <p:nvPr/>
        </p:nvSpPr>
        <p:spPr bwMode="auto">
          <a:xfrm>
            <a:off x="3505200" y="2438400"/>
            <a:ext cx="304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b="1">
                <a:solidFill>
                  <a:srgbClr val="3333CC"/>
                </a:solidFill>
              </a:rPr>
              <a:t>*</a:t>
            </a:r>
            <a:endParaRPr kumimoji="0" lang="en-US" altLang="zh-CN" sz="2400" b="1">
              <a:solidFill>
                <a:srgbClr val="3333CC"/>
              </a:solidFill>
            </a:endParaRPr>
          </a:p>
        </p:txBody>
      </p:sp>
    </p:spTree>
  </p:cSld>
  <p:clrMapOvr>
    <a:masterClrMapping/>
  </p:clrMapOvr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7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FOLLOW</a:t>
            </a:r>
            <a:r>
              <a:rPr lang="zh-CN" altLang="en-US"/>
              <a:t>的作用（续）</a:t>
            </a:r>
            <a:endParaRPr lang="zh-CN" altLang="en-US"/>
          </a:p>
        </p:txBody>
      </p:sp>
      <p:sp>
        <p:nvSpPr>
          <p:cNvPr id="118787" name="Text Box 5"/>
          <p:cNvSpPr txBox="1">
            <a:spLocks noChangeArrowheads="1"/>
          </p:cNvSpPr>
          <p:nvPr/>
        </p:nvSpPr>
        <p:spPr bwMode="ltGray">
          <a:xfrm>
            <a:off x="1066800" y="1752600"/>
            <a:ext cx="7239000" cy="4228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10000"/>
              </a:spcBef>
              <a:buClrTx/>
              <a:buSzTx/>
              <a:buFontTx/>
              <a:buNone/>
            </a:pPr>
            <a:r>
              <a:rPr lang="zh-CN" altLang="en-US" sz="2800" dirty="0">
                <a:solidFill>
                  <a:srgbClr val="3333CC"/>
                </a:solidFill>
              </a:rPr>
              <a:t>栈			输入缓冲区</a:t>
            </a:r>
            <a:br>
              <a:rPr lang="zh-CN" altLang="en-US" sz="2800" dirty="0">
                <a:solidFill>
                  <a:srgbClr val="3333CC"/>
                </a:solidFill>
              </a:rPr>
            </a:br>
            <a:r>
              <a:rPr lang="en-US" altLang="zh-CN" sz="2800" dirty="0">
                <a:solidFill>
                  <a:srgbClr val="3333CC"/>
                </a:solidFill>
              </a:rPr>
              <a:t>$</a:t>
            </a:r>
            <a:r>
              <a:rPr lang="en-US" altLang="zh-CN" sz="2800" dirty="0" err="1">
                <a:solidFill>
                  <a:srgbClr val="3333CC"/>
                </a:solidFill>
                <a:latin typeface="Symbol" panose="05050102010706020507" pitchFamily="18" charset="2"/>
              </a:rPr>
              <a:t>b</a:t>
            </a:r>
            <a:r>
              <a:rPr lang="en-US" altLang="zh-CN" sz="2800" dirty="0" err="1">
                <a:solidFill>
                  <a:srgbClr val="3333CC"/>
                </a:solidFill>
              </a:rPr>
              <a:t>A</a:t>
            </a:r>
            <a:r>
              <a:rPr lang="en-US" altLang="zh-CN" sz="2800" dirty="0">
                <a:solidFill>
                  <a:srgbClr val="3333CC"/>
                </a:solidFill>
              </a:rPr>
              <a:t>			by$</a:t>
            </a:r>
            <a:endParaRPr lang="en-US" altLang="zh-CN" sz="2800" dirty="0">
              <a:solidFill>
                <a:srgbClr val="3333CC"/>
              </a:solidFill>
            </a:endParaRPr>
          </a:p>
          <a:p>
            <a:pPr eaLnBrk="1" hangingPunct="1">
              <a:spcBef>
                <a:spcPct val="10000"/>
              </a:spcBef>
              <a:buClrTx/>
              <a:buSzTx/>
              <a:buFontTx/>
              <a:buNone/>
            </a:pPr>
            <a:r>
              <a:rPr lang="zh-CN" altLang="en-US" sz="2800" dirty="0">
                <a:solidFill>
                  <a:srgbClr val="3333CC"/>
                </a:solidFill>
              </a:rPr>
              <a:t>句型：</a:t>
            </a:r>
            <a:r>
              <a:rPr lang="en-US" altLang="zh-CN" sz="2800" dirty="0" err="1">
                <a:solidFill>
                  <a:srgbClr val="FF3300"/>
                </a:solidFill>
              </a:rPr>
              <a:t>x</a:t>
            </a:r>
            <a:r>
              <a:rPr lang="en-US" altLang="zh-CN" sz="2800" dirty="0" err="1">
                <a:solidFill>
                  <a:srgbClr val="3333CC"/>
                </a:solidFill>
              </a:rPr>
              <a:t>A</a:t>
            </a:r>
            <a:r>
              <a:rPr lang="en-US" altLang="zh-CN" sz="2800" dirty="0" err="1">
                <a:solidFill>
                  <a:srgbClr val="3333CC"/>
                </a:solidFill>
                <a:latin typeface="Symbol" panose="05050102010706020507" pitchFamily="18" charset="2"/>
              </a:rPr>
              <a:t>b</a:t>
            </a:r>
            <a:r>
              <a:rPr lang="en-US" altLang="zh-CN" sz="2800" dirty="0">
                <a:solidFill>
                  <a:srgbClr val="3333CC"/>
                </a:solidFill>
                <a:latin typeface="Symbol" panose="05050102010706020507" pitchFamily="18" charset="2"/>
              </a:rPr>
              <a:t>		</a:t>
            </a:r>
            <a:r>
              <a:rPr lang="zh-CN" altLang="en-US" sz="2800" dirty="0">
                <a:solidFill>
                  <a:srgbClr val="3333CC"/>
                </a:solidFill>
                <a:latin typeface="Symbol" panose="05050102010706020507" pitchFamily="18" charset="2"/>
              </a:rPr>
              <a:t>输入：</a:t>
            </a:r>
            <a:r>
              <a:rPr lang="en-US" altLang="zh-CN" sz="2800" dirty="0" err="1">
                <a:solidFill>
                  <a:srgbClr val="FF3300"/>
                </a:solidFill>
              </a:rPr>
              <a:t>x</a:t>
            </a:r>
            <a:r>
              <a:rPr lang="en-US" altLang="zh-CN" sz="2800" dirty="0" err="1">
                <a:solidFill>
                  <a:srgbClr val="3333CC"/>
                </a:solidFill>
              </a:rPr>
              <a:t>by</a:t>
            </a:r>
            <a:endParaRPr lang="en-US" altLang="zh-CN" sz="2800" dirty="0">
              <a:solidFill>
                <a:srgbClr val="3333CC"/>
              </a:solidFill>
            </a:endParaRPr>
          </a:p>
          <a:p>
            <a:pPr eaLnBrk="1" hangingPunct="1">
              <a:spcBef>
                <a:spcPct val="10000"/>
              </a:spcBef>
              <a:buClrTx/>
              <a:buSzTx/>
              <a:buNone/>
            </a:pPr>
            <a:r>
              <a:rPr lang="zh-CN" altLang="en-US" sz="2800" dirty="0">
                <a:solidFill>
                  <a:srgbClr val="3333CC"/>
                </a:solidFill>
              </a:rPr>
              <a:t>期待：</a:t>
            </a:r>
            <a:r>
              <a:rPr lang="en-US" altLang="zh-CN" sz="2800" dirty="0">
                <a:solidFill>
                  <a:srgbClr val="3333CC"/>
                </a:solidFill>
              </a:rPr>
              <a:t>A</a:t>
            </a:r>
            <a:r>
              <a:rPr lang="en-US" altLang="zh-CN" sz="2800" dirty="0">
                <a:solidFill>
                  <a:srgbClr val="3333CC"/>
                </a:solidFill>
                <a:latin typeface="Symbol" panose="05050102010706020507" pitchFamily="18" charset="2"/>
              </a:rPr>
              <a:t>b</a:t>
            </a:r>
            <a:r>
              <a:rPr lang="en-US" altLang="zh-CN" sz="2800" dirty="0">
                <a:solidFill>
                  <a:srgbClr val="3333CC"/>
                </a:solidFill>
              </a:rPr>
              <a:t> </a:t>
            </a:r>
            <a:r>
              <a:rPr kumimoji="0" lang="en-US" altLang="zh-CN" sz="2800" dirty="0">
                <a:solidFill>
                  <a:srgbClr val="3333CC"/>
                </a:solidFill>
                <a:sym typeface="Symbol" panose="05050102010706020507" pitchFamily="18" charset="2"/>
              </a:rPr>
              <a:t> by</a:t>
            </a:r>
            <a:endParaRPr kumimoji="0" lang="en-US" altLang="zh-CN" sz="2800" dirty="0">
              <a:solidFill>
                <a:srgbClr val="3333CC"/>
              </a:solidFill>
              <a:sym typeface="Symbol" panose="05050102010706020507" pitchFamily="18" charset="2"/>
            </a:endParaRPr>
          </a:p>
          <a:p>
            <a:pPr eaLnBrk="1" hangingPunct="1">
              <a:spcBef>
                <a:spcPct val="10000"/>
              </a:spcBef>
              <a:buClrTx/>
              <a:buSzTx/>
              <a:buNone/>
            </a:pPr>
            <a:r>
              <a:rPr lang="zh-CN" altLang="en-US" sz="2800" dirty="0">
                <a:solidFill>
                  <a:srgbClr val="3333CC"/>
                </a:solidFill>
              </a:rPr>
              <a:t>并期待：</a:t>
            </a:r>
            <a:r>
              <a:rPr lang="en-US" altLang="zh-CN" sz="2800" dirty="0">
                <a:solidFill>
                  <a:srgbClr val="3333CC"/>
                </a:solidFill>
              </a:rPr>
              <a:t>A</a:t>
            </a:r>
            <a:r>
              <a:rPr kumimoji="0" lang="en-US" altLang="zh-CN" sz="2800" dirty="0">
                <a:solidFill>
                  <a:srgbClr val="3333CC"/>
                </a:solidFill>
                <a:sym typeface="Symbol" panose="05050102010706020507" pitchFamily="18" charset="2"/>
              </a:rPr>
              <a:t> </a:t>
            </a:r>
            <a:r>
              <a:rPr lang="en-US" altLang="zh-CN" sz="2800" dirty="0">
                <a:solidFill>
                  <a:srgbClr val="3333CC"/>
                </a:solidFill>
                <a:latin typeface="Symbol" panose="05050102010706020507" pitchFamily="18" charset="2"/>
              </a:rPr>
              <a:t>e</a:t>
            </a:r>
            <a:r>
              <a:rPr lang="zh-CN" altLang="en-US" sz="2800" dirty="0">
                <a:solidFill>
                  <a:srgbClr val="3333CC"/>
                </a:solidFill>
              </a:rPr>
              <a:t>，</a:t>
            </a:r>
            <a:endParaRPr lang="en-US" altLang="zh-CN" sz="2800" dirty="0">
              <a:solidFill>
                <a:srgbClr val="3333CC"/>
              </a:solidFill>
            </a:endParaRPr>
          </a:p>
          <a:p>
            <a:pPr eaLnBrk="1" hangingPunct="1">
              <a:spcBef>
                <a:spcPct val="10000"/>
              </a:spcBef>
              <a:buClrTx/>
              <a:buSzTx/>
              <a:buNone/>
            </a:pPr>
            <a:r>
              <a:rPr lang="zh-CN" altLang="en-US" sz="2800" dirty="0">
                <a:solidFill>
                  <a:srgbClr val="3333CC"/>
                </a:solidFill>
              </a:rPr>
              <a:t>必然有：</a:t>
            </a:r>
            <a:r>
              <a:rPr lang="en-US" altLang="zh-CN" sz="2800" dirty="0">
                <a:solidFill>
                  <a:srgbClr val="3333CC"/>
                </a:solidFill>
                <a:latin typeface="Symbol" panose="05050102010706020507" pitchFamily="18" charset="2"/>
              </a:rPr>
              <a:t>b</a:t>
            </a:r>
            <a:r>
              <a:rPr lang="en-US" altLang="zh-CN" sz="2800" dirty="0">
                <a:solidFill>
                  <a:srgbClr val="3333CC"/>
                </a:solidFill>
              </a:rPr>
              <a:t> </a:t>
            </a:r>
            <a:r>
              <a:rPr kumimoji="0" lang="en-US" altLang="zh-CN" sz="2800" dirty="0">
                <a:solidFill>
                  <a:srgbClr val="3333CC"/>
                </a:solidFill>
                <a:sym typeface="Symbol" panose="05050102010706020507" pitchFamily="18" charset="2"/>
              </a:rPr>
              <a:t> by</a:t>
            </a:r>
            <a:endParaRPr kumimoji="0" lang="en-US" altLang="zh-CN" sz="2800" dirty="0">
              <a:solidFill>
                <a:srgbClr val="3333CC"/>
              </a:solidFill>
              <a:sym typeface="Symbol" panose="05050102010706020507" pitchFamily="18" charset="2"/>
            </a:endParaRPr>
          </a:p>
          <a:p>
            <a:pPr eaLnBrk="1" hangingPunct="1">
              <a:spcBef>
                <a:spcPct val="10000"/>
              </a:spcBef>
              <a:buClrTx/>
              <a:buSzTx/>
              <a:buFontTx/>
              <a:buNone/>
            </a:pPr>
            <a:r>
              <a:rPr kumimoji="0" lang="zh-CN" altLang="en-US" sz="2800" dirty="0">
                <a:solidFill>
                  <a:srgbClr val="3333CC"/>
                </a:solidFill>
                <a:sym typeface="Symbol" panose="05050102010706020507" pitchFamily="18" charset="2"/>
              </a:rPr>
              <a:t>即：想把</a:t>
            </a:r>
            <a:r>
              <a:rPr kumimoji="0" lang="en-US" altLang="zh-CN" sz="2800" dirty="0">
                <a:solidFill>
                  <a:srgbClr val="3333CC"/>
                </a:solidFill>
                <a:sym typeface="Symbol" panose="05050102010706020507" pitchFamily="18" charset="2"/>
              </a:rPr>
              <a:t>A</a:t>
            </a:r>
            <a:r>
              <a:rPr kumimoji="0" lang="zh-CN" altLang="en-US" sz="2800" dirty="0">
                <a:solidFill>
                  <a:srgbClr val="3333CC"/>
                </a:solidFill>
                <a:sym typeface="Symbol" panose="05050102010706020507" pitchFamily="18" charset="2"/>
              </a:rPr>
              <a:t>消去，</a:t>
            </a:r>
            <a:r>
              <a:rPr lang="en-US" altLang="zh-CN" sz="2800" dirty="0">
                <a:solidFill>
                  <a:srgbClr val="3333CC"/>
                </a:solidFill>
                <a:latin typeface="Symbol" panose="05050102010706020507" pitchFamily="18" charset="2"/>
              </a:rPr>
              <a:t>b</a:t>
            </a:r>
            <a:r>
              <a:rPr lang="zh-CN" altLang="en-US" sz="2800" dirty="0">
                <a:solidFill>
                  <a:srgbClr val="3333CC"/>
                </a:solidFill>
                <a:latin typeface="Symbol" panose="05050102010706020507" pitchFamily="18" charset="2"/>
              </a:rPr>
              <a:t>就必须能</a:t>
            </a:r>
            <a:r>
              <a:rPr kumimoji="0" lang="zh-CN" altLang="en-US" sz="2800" dirty="0">
                <a:solidFill>
                  <a:srgbClr val="3333CC"/>
                </a:solidFill>
                <a:sym typeface="Symbol" panose="05050102010706020507" pitchFamily="18" charset="2"/>
              </a:rPr>
              <a:t>变成</a:t>
            </a:r>
            <a:r>
              <a:rPr kumimoji="0" lang="en-US" altLang="zh-CN" sz="2800" dirty="0">
                <a:solidFill>
                  <a:srgbClr val="3333CC"/>
                </a:solidFill>
                <a:sym typeface="Symbol" panose="05050102010706020507" pitchFamily="18" charset="2"/>
              </a:rPr>
              <a:t>b</a:t>
            </a:r>
            <a:r>
              <a:rPr kumimoji="0" lang="zh-CN" altLang="en-US" sz="2800" dirty="0">
                <a:solidFill>
                  <a:srgbClr val="3333CC"/>
                </a:solidFill>
                <a:sym typeface="Symbol" panose="05050102010706020507" pitchFamily="18" charset="2"/>
              </a:rPr>
              <a:t>开头的单词串，代回句型</a:t>
            </a:r>
            <a:r>
              <a:rPr lang="en-US" altLang="zh-CN" sz="2800" dirty="0" err="1">
                <a:solidFill>
                  <a:srgbClr val="FF3300"/>
                </a:solidFill>
              </a:rPr>
              <a:t>x</a:t>
            </a:r>
            <a:r>
              <a:rPr lang="en-US" altLang="zh-CN" sz="2800" dirty="0" err="1">
                <a:solidFill>
                  <a:srgbClr val="3333CC"/>
                </a:solidFill>
              </a:rPr>
              <a:t>A</a:t>
            </a:r>
            <a:r>
              <a:rPr lang="en-US" altLang="zh-CN" sz="2800" dirty="0" err="1">
                <a:solidFill>
                  <a:srgbClr val="3333CC"/>
                </a:solidFill>
                <a:latin typeface="Symbol" panose="05050102010706020507" pitchFamily="18" charset="2"/>
              </a:rPr>
              <a:t>b</a:t>
            </a:r>
            <a:r>
              <a:rPr lang="zh-CN" altLang="en-US" sz="2800" dirty="0">
                <a:solidFill>
                  <a:srgbClr val="3333CC"/>
                </a:solidFill>
                <a:latin typeface="Symbol" panose="05050102010706020507" pitchFamily="18" charset="2"/>
              </a:rPr>
              <a:t>，就得到</a:t>
            </a:r>
            <a:r>
              <a:rPr lang="en-US" altLang="zh-CN" sz="2800" dirty="0" err="1">
                <a:solidFill>
                  <a:srgbClr val="FF3300"/>
                </a:solidFill>
              </a:rPr>
              <a:t>x</a:t>
            </a:r>
            <a:r>
              <a:rPr lang="en-US" altLang="zh-CN" sz="2800" dirty="0" err="1">
                <a:solidFill>
                  <a:srgbClr val="3333CC"/>
                </a:solidFill>
              </a:rPr>
              <a:t>A</a:t>
            </a:r>
            <a:r>
              <a:rPr kumimoji="0" lang="en-US" altLang="zh-CN" sz="2800" dirty="0" err="1">
                <a:solidFill>
                  <a:srgbClr val="3333CC"/>
                </a:solidFill>
                <a:sym typeface="Symbol" panose="05050102010706020507" pitchFamily="18" charset="2"/>
              </a:rPr>
              <a:t>by</a:t>
            </a:r>
            <a:endParaRPr kumimoji="0" lang="en-US" altLang="zh-CN" sz="2800" dirty="0">
              <a:solidFill>
                <a:srgbClr val="3333CC"/>
              </a:solidFill>
              <a:sym typeface="Symbol" panose="05050102010706020507" pitchFamily="18" charset="2"/>
            </a:endParaRPr>
          </a:p>
          <a:p>
            <a:pPr eaLnBrk="1" hangingPunct="1">
              <a:spcBef>
                <a:spcPct val="10000"/>
              </a:spcBef>
              <a:buClrTx/>
              <a:buSzTx/>
              <a:buFontTx/>
              <a:buNone/>
            </a:pPr>
            <a:r>
              <a:rPr kumimoji="0" lang="zh-CN" altLang="en-US" sz="2800" dirty="0">
                <a:solidFill>
                  <a:srgbClr val="3333CC"/>
                </a:solidFill>
                <a:sym typeface="Symbol" panose="05050102010706020507" pitchFamily="18" charset="2"/>
              </a:rPr>
              <a:t>存在句型：</a:t>
            </a:r>
            <a:r>
              <a:rPr kumimoji="0" lang="en-US" altLang="zh-CN" sz="2800" dirty="0" err="1">
                <a:solidFill>
                  <a:srgbClr val="3333CC"/>
                </a:solidFill>
                <a:sym typeface="Symbol" panose="05050102010706020507" pitchFamily="18" charset="2"/>
              </a:rPr>
              <a:t>xAby</a:t>
            </a:r>
            <a:r>
              <a:rPr kumimoji="0" lang="en-US" altLang="zh-CN" sz="2800" dirty="0">
                <a:solidFill>
                  <a:srgbClr val="3333CC"/>
                </a:solidFill>
                <a:sym typeface="Symbol" panose="05050102010706020507" pitchFamily="18" charset="2"/>
              </a:rPr>
              <a:t>——b</a:t>
            </a:r>
            <a:r>
              <a:rPr kumimoji="0" lang="zh-CN" altLang="en-US" sz="2800" dirty="0">
                <a:solidFill>
                  <a:srgbClr val="3333CC"/>
                </a:solidFill>
                <a:sym typeface="Symbol" panose="05050102010706020507" pitchFamily="18" charset="2"/>
              </a:rPr>
              <a:t> </a:t>
            </a:r>
            <a:r>
              <a:rPr kumimoji="0" lang="en-US" altLang="zh-CN" sz="2800" dirty="0">
                <a:solidFill>
                  <a:srgbClr val="3333CC"/>
                </a:solidFill>
                <a:sym typeface="Symbol" panose="05050102010706020507" pitchFamily="18" charset="2"/>
              </a:rPr>
              <a:t>FOLLOW</a:t>
            </a:r>
            <a:r>
              <a:rPr kumimoji="0" lang="zh-CN" altLang="en-US" sz="2800" dirty="0">
                <a:solidFill>
                  <a:srgbClr val="3333CC"/>
                </a:solidFill>
                <a:sym typeface="Symbol" panose="05050102010706020507" pitchFamily="18" charset="2"/>
              </a:rPr>
              <a:t> </a:t>
            </a:r>
            <a:r>
              <a:rPr kumimoji="0" lang="en-US" altLang="zh-CN" sz="2800" dirty="0">
                <a:solidFill>
                  <a:srgbClr val="3333CC"/>
                </a:solidFill>
                <a:sym typeface="Symbol" panose="05050102010706020507" pitchFamily="18" charset="2"/>
              </a:rPr>
              <a:t>A</a:t>
            </a:r>
            <a:endParaRPr kumimoji="0" lang="en-US" altLang="zh-CN" sz="2800" dirty="0">
              <a:solidFill>
                <a:srgbClr val="3333CC"/>
              </a:solidFill>
              <a:sym typeface="Symbol" panose="05050102010706020507" pitchFamily="18" charset="2"/>
            </a:endParaRPr>
          </a:p>
        </p:txBody>
      </p:sp>
      <p:pic>
        <p:nvPicPr>
          <p:cNvPr id="118788" name="Picture 6" descr="first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19800" y="1392238"/>
            <a:ext cx="2817813" cy="2874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8789" name="Text Box 7"/>
          <p:cNvSpPr txBox="1">
            <a:spLocks noChangeArrowheads="1"/>
          </p:cNvSpPr>
          <p:nvPr/>
        </p:nvSpPr>
        <p:spPr bwMode="auto">
          <a:xfrm>
            <a:off x="2755032" y="3068960"/>
            <a:ext cx="304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b="1" dirty="0">
                <a:solidFill>
                  <a:srgbClr val="3333CC"/>
                </a:solidFill>
              </a:rPr>
              <a:t>*</a:t>
            </a:r>
            <a:endParaRPr kumimoji="0" lang="en-US" altLang="zh-CN" sz="2400" b="1" dirty="0">
              <a:solidFill>
                <a:srgbClr val="3333CC"/>
              </a:solidFill>
            </a:endParaRPr>
          </a:p>
        </p:txBody>
      </p:sp>
      <p:sp>
        <p:nvSpPr>
          <p:cNvPr id="7" name="Text Box 7"/>
          <p:cNvSpPr txBox="1">
            <a:spLocks noChangeArrowheads="1"/>
          </p:cNvSpPr>
          <p:nvPr/>
        </p:nvSpPr>
        <p:spPr bwMode="auto">
          <a:xfrm>
            <a:off x="2827040" y="4005064"/>
            <a:ext cx="304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b="1" dirty="0">
                <a:solidFill>
                  <a:srgbClr val="3333CC"/>
                </a:solidFill>
              </a:rPr>
              <a:t>*</a:t>
            </a:r>
            <a:endParaRPr kumimoji="0" lang="en-US" altLang="zh-CN" sz="2400" b="1" dirty="0">
              <a:solidFill>
                <a:srgbClr val="3333CC"/>
              </a:solidFill>
            </a:endParaRPr>
          </a:p>
        </p:txBody>
      </p:sp>
    </p:spTree>
  </p:cSld>
  <p:clrMapOvr>
    <a:masterClrMapping/>
  </p:clrMapOvr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8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4.4.6  </a:t>
            </a:r>
            <a:r>
              <a:rPr lang="zh-CN" altLang="en-US"/>
              <a:t>预测分析表的构造</a:t>
            </a:r>
            <a:endParaRPr lang="zh-CN" altLang="en-US"/>
          </a:p>
        </p:txBody>
      </p:sp>
      <p:sp>
        <p:nvSpPr>
          <p:cNvPr id="11981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182688" y="1371600"/>
            <a:ext cx="7772400" cy="5105400"/>
          </a:xfrm>
        </p:spPr>
        <p:txBody>
          <a:bodyPr/>
          <a:lstStyle/>
          <a:p>
            <a:pPr marL="609600" indent="-609600" eaLnBrk="1" hangingPunct="1">
              <a:buFont typeface="Wingdings" panose="05000000000000000000" pitchFamily="2" charset="2"/>
              <a:buNone/>
            </a:pPr>
            <a:r>
              <a:rPr lang="zh-CN" altLang="en-US" sz="2400"/>
              <a:t>算法</a:t>
            </a:r>
            <a:r>
              <a:rPr lang="en-US" altLang="zh-CN" sz="2400"/>
              <a:t>4.4</a:t>
            </a:r>
            <a:endParaRPr lang="en-US" altLang="zh-CN" sz="2400"/>
          </a:p>
          <a:p>
            <a:pPr marL="609600" indent="-609600" eaLnBrk="1" hangingPunct="1">
              <a:buFont typeface="Wingdings" panose="05000000000000000000" pitchFamily="2" charset="2"/>
              <a:buNone/>
            </a:pPr>
            <a:r>
              <a:rPr lang="zh-CN" altLang="en-US" sz="2400"/>
              <a:t>输入：</a:t>
            </a:r>
            <a:r>
              <a:rPr lang="en-US" altLang="zh-CN" sz="2400"/>
              <a:t>CFG G</a:t>
            </a:r>
            <a:endParaRPr lang="en-US" altLang="zh-CN" sz="2400"/>
          </a:p>
          <a:p>
            <a:pPr marL="609600" indent="-609600" eaLnBrk="1" hangingPunct="1">
              <a:buFont typeface="Wingdings" panose="05000000000000000000" pitchFamily="2" charset="2"/>
              <a:buNone/>
            </a:pPr>
            <a:r>
              <a:rPr lang="zh-CN" altLang="en-US" sz="2400"/>
              <a:t>输出：预测分析表</a:t>
            </a:r>
            <a:r>
              <a:rPr lang="en-US" altLang="zh-CN" sz="2400"/>
              <a:t>M</a:t>
            </a:r>
            <a:endParaRPr lang="en-US" altLang="zh-CN" sz="2400"/>
          </a:p>
          <a:p>
            <a:pPr marL="609600" indent="-609600" eaLnBrk="1" hangingPunct="1">
              <a:buFont typeface="Wingdings" panose="05000000000000000000" pitchFamily="2" charset="2"/>
              <a:buNone/>
            </a:pPr>
            <a:r>
              <a:rPr lang="zh-CN" altLang="en-US" sz="2400"/>
              <a:t>方法：</a:t>
            </a:r>
            <a:endParaRPr lang="zh-CN" altLang="en-US" sz="2400"/>
          </a:p>
          <a:p>
            <a:pPr marL="609600" indent="-609600" eaLnBrk="1" hangingPunct="1">
              <a:buFont typeface="Wingdings" panose="05000000000000000000" pitchFamily="2" charset="2"/>
              <a:buAutoNum type="arabicPeriod"/>
            </a:pPr>
            <a:r>
              <a:rPr lang="zh-CN" altLang="en-US" sz="2400"/>
              <a:t>对每个产生式</a:t>
            </a:r>
            <a:r>
              <a:rPr kumimoji="0" lang="en-US" altLang="zh-CN" sz="2400"/>
              <a:t>A</a:t>
            </a:r>
            <a:r>
              <a:rPr kumimoji="0" lang="en-US" altLang="zh-CN" sz="2400">
                <a:sym typeface="Symbol" panose="05050102010706020507" pitchFamily="18" charset="2"/>
              </a:rPr>
              <a:t></a:t>
            </a:r>
            <a:r>
              <a:rPr kumimoji="0" lang="zh-CN" altLang="en-US" sz="2400">
                <a:sym typeface="Symbol" panose="05050102010706020507" pitchFamily="18" charset="2"/>
              </a:rPr>
              <a:t>，重复做</a:t>
            </a:r>
            <a:r>
              <a:rPr kumimoji="0" lang="en-US" altLang="zh-CN" sz="2400">
                <a:sym typeface="Symbol" panose="05050102010706020507" pitchFamily="18" charset="2"/>
              </a:rPr>
              <a:t>2</a:t>
            </a:r>
            <a:r>
              <a:rPr kumimoji="0" lang="zh-CN" altLang="en-US" sz="2400">
                <a:sym typeface="Symbol" panose="05050102010706020507" pitchFamily="18" charset="2"/>
              </a:rPr>
              <a:t>、</a:t>
            </a:r>
            <a:r>
              <a:rPr kumimoji="0" lang="en-US" altLang="zh-CN" sz="2400">
                <a:sym typeface="Symbol" panose="05050102010706020507" pitchFamily="18" charset="2"/>
              </a:rPr>
              <a:t>3</a:t>
            </a:r>
            <a:endParaRPr kumimoji="0" lang="en-US" altLang="zh-CN" sz="2400">
              <a:sym typeface="Symbol" panose="05050102010706020507" pitchFamily="18" charset="2"/>
            </a:endParaRPr>
          </a:p>
          <a:p>
            <a:pPr marL="609600" indent="-609600" eaLnBrk="1" hangingPunct="1">
              <a:buFont typeface="Wingdings" panose="05000000000000000000" pitchFamily="2" charset="2"/>
              <a:buAutoNum type="arabicPeriod"/>
            </a:pPr>
            <a:r>
              <a:rPr kumimoji="0" lang="zh-CN" altLang="en-US" sz="2400">
                <a:sym typeface="Symbol" panose="05050102010706020507" pitchFamily="18" charset="2"/>
              </a:rPr>
              <a:t>对所有的终结符</a:t>
            </a:r>
            <a:r>
              <a:rPr kumimoji="0" lang="en-US" altLang="zh-CN" sz="2400">
                <a:solidFill>
                  <a:srgbClr val="3333CC"/>
                </a:solidFill>
                <a:sym typeface="Symbol" panose="05050102010706020507" pitchFamily="18" charset="2"/>
              </a:rPr>
              <a:t>a</a:t>
            </a:r>
            <a:r>
              <a:rPr kumimoji="0" lang="en-US" altLang="zh-CN" sz="2400">
                <a:latin typeface="宋体" panose="02010600030101010101" pitchFamily="2" charset="-122"/>
                <a:sym typeface="Symbol" panose="05050102010706020507" pitchFamily="18" charset="2"/>
              </a:rPr>
              <a:t>∈</a:t>
            </a:r>
            <a:r>
              <a:rPr kumimoji="0" lang="en-US" altLang="zh-CN" sz="2400">
                <a:sym typeface="Symbol" panose="05050102010706020507" pitchFamily="18" charset="2"/>
              </a:rPr>
              <a:t>FIRST()</a:t>
            </a:r>
            <a:r>
              <a:rPr kumimoji="0" lang="zh-CN" altLang="en-US" sz="2400">
                <a:sym typeface="Symbol" panose="05050102010706020507" pitchFamily="18" charset="2"/>
              </a:rPr>
              <a:t>，将</a:t>
            </a:r>
            <a:r>
              <a:rPr kumimoji="0" lang="en-US" altLang="zh-CN" sz="2400"/>
              <a:t>A</a:t>
            </a:r>
            <a:r>
              <a:rPr kumimoji="0" lang="en-US" altLang="zh-CN" sz="2400">
                <a:sym typeface="Symbol" panose="05050102010706020507" pitchFamily="18" charset="2"/>
              </a:rPr>
              <a:t></a:t>
            </a:r>
            <a:r>
              <a:rPr kumimoji="0" lang="zh-CN" altLang="en-US" sz="2400">
                <a:sym typeface="Symbol" panose="05050102010706020507" pitchFamily="18" charset="2"/>
              </a:rPr>
              <a:t>加入</a:t>
            </a:r>
            <a:r>
              <a:rPr kumimoji="0" lang="en-US" altLang="zh-CN" sz="2400">
                <a:sym typeface="Symbol" panose="05050102010706020507" pitchFamily="18" charset="2"/>
              </a:rPr>
              <a:t>M[A, </a:t>
            </a:r>
            <a:r>
              <a:rPr kumimoji="0" lang="en-US" altLang="zh-CN" sz="2400">
                <a:solidFill>
                  <a:srgbClr val="3333CC"/>
                </a:solidFill>
                <a:sym typeface="Symbol" panose="05050102010706020507" pitchFamily="18" charset="2"/>
              </a:rPr>
              <a:t>a</a:t>
            </a:r>
            <a:r>
              <a:rPr kumimoji="0" lang="en-US" altLang="zh-CN" sz="2400">
                <a:sym typeface="Symbol" panose="05050102010706020507" pitchFamily="18" charset="2"/>
              </a:rPr>
              <a:t>]</a:t>
            </a:r>
            <a:endParaRPr kumimoji="0" lang="en-US" altLang="zh-CN" sz="2400">
              <a:sym typeface="Symbol" panose="05050102010706020507" pitchFamily="18" charset="2"/>
            </a:endParaRPr>
          </a:p>
          <a:p>
            <a:pPr marL="609600" indent="-609600" eaLnBrk="1" hangingPunct="1">
              <a:buFont typeface="Wingdings" panose="05000000000000000000" pitchFamily="2" charset="2"/>
              <a:buAutoNum type="arabicPeriod"/>
            </a:pPr>
            <a:r>
              <a:rPr kumimoji="0" lang="zh-CN" altLang="en-US" sz="2400">
                <a:sym typeface="Symbol" panose="05050102010706020507" pitchFamily="18" charset="2"/>
              </a:rPr>
              <a:t>若</a:t>
            </a:r>
            <a:r>
              <a:rPr kumimoji="0" lang="en-US" altLang="zh-CN" sz="2400">
                <a:solidFill>
                  <a:schemeClr val="accent2"/>
                </a:solidFill>
                <a:latin typeface="Symbol" panose="05050102010706020507" pitchFamily="18" charset="2"/>
                <a:sym typeface="Symbol" panose="05050102010706020507" pitchFamily="18" charset="2"/>
              </a:rPr>
              <a:t>e</a:t>
            </a:r>
            <a:r>
              <a:rPr kumimoji="0" lang="en-US" altLang="zh-CN" sz="2400">
                <a:solidFill>
                  <a:schemeClr val="accent2"/>
                </a:solidFill>
                <a:sym typeface="Symbol" panose="05050102010706020507" pitchFamily="18" charset="2"/>
              </a:rPr>
              <a:t> </a:t>
            </a:r>
            <a:r>
              <a:rPr kumimoji="0" lang="en-US" altLang="zh-CN" sz="2400">
                <a:latin typeface="宋体" panose="02010600030101010101" pitchFamily="2" charset="-122"/>
                <a:sym typeface="Symbol" panose="05050102010706020507" pitchFamily="18" charset="2"/>
              </a:rPr>
              <a:t>∈</a:t>
            </a:r>
            <a:r>
              <a:rPr kumimoji="0" lang="en-US" altLang="zh-CN" sz="2400">
                <a:sym typeface="Symbol" panose="05050102010706020507" pitchFamily="18" charset="2"/>
              </a:rPr>
              <a:t>FIRST()</a:t>
            </a:r>
            <a:r>
              <a:rPr kumimoji="0" lang="zh-CN" altLang="en-US" sz="2400">
                <a:sym typeface="Symbol" panose="05050102010706020507" pitchFamily="18" charset="2"/>
              </a:rPr>
              <a:t>：对所有终结符</a:t>
            </a:r>
            <a:r>
              <a:rPr kumimoji="0" lang="en-US" altLang="zh-CN" sz="2400">
                <a:solidFill>
                  <a:srgbClr val="3333CC"/>
                </a:solidFill>
                <a:sym typeface="Symbol" panose="05050102010706020507" pitchFamily="18" charset="2"/>
              </a:rPr>
              <a:t>b</a:t>
            </a:r>
            <a:r>
              <a:rPr kumimoji="0" lang="en-US" altLang="zh-CN" sz="2400">
                <a:latin typeface="宋体" panose="02010600030101010101" pitchFamily="2" charset="-122"/>
                <a:sym typeface="Symbol" panose="05050102010706020507" pitchFamily="18" charset="2"/>
              </a:rPr>
              <a:t>∈</a:t>
            </a:r>
            <a:r>
              <a:rPr kumimoji="0" lang="en-US" altLang="zh-CN" sz="2400">
                <a:sym typeface="Symbol" panose="05050102010706020507" pitchFamily="18" charset="2"/>
              </a:rPr>
              <a:t>FOLLOW(A)</a:t>
            </a:r>
            <a:r>
              <a:rPr kumimoji="0" lang="zh-CN" altLang="en-US" sz="2400">
                <a:sym typeface="Symbol" panose="05050102010706020507" pitchFamily="18" charset="2"/>
              </a:rPr>
              <a:t>，将</a:t>
            </a:r>
            <a:r>
              <a:rPr kumimoji="0" lang="en-US" altLang="zh-CN" sz="2400"/>
              <a:t>A</a:t>
            </a:r>
            <a:r>
              <a:rPr kumimoji="0" lang="en-US" altLang="zh-CN" sz="2400">
                <a:sym typeface="Symbol" panose="05050102010706020507" pitchFamily="18" charset="2"/>
              </a:rPr>
              <a:t></a:t>
            </a:r>
            <a:r>
              <a:rPr kumimoji="0" lang="zh-CN" altLang="en-US" sz="2400">
                <a:sym typeface="Symbol" panose="05050102010706020507" pitchFamily="18" charset="2"/>
              </a:rPr>
              <a:t>加入</a:t>
            </a:r>
            <a:r>
              <a:rPr kumimoji="0" lang="en-US" altLang="zh-CN" sz="2400">
                <a:sym typeface="Symbol" panose="05050102010706020507" pitchFamily="18" charset="2"/>
              </a:rPr>
              <a:t>M[A, </a:t>
            </a:r>
            <a:r>
              <a:rPr kumimoji="0" lang="en-US" altLang="zh-CN" sz="2400">
                <a:solidFill>
                  <a:srgbClr val="3333CC"/>
                </a:solidFill>
                <a:sym typeface="Symbol" panose="05050102010706020507" pitchFamily="18" charset="2"/>
              </a:rPr>
              <a:t>b</a:t>
            </a:r>
            <a:r>
              <a:rPr kumimoji="0" lang="en-US" altLang="zh-CN" sz="2400">
                <a:sym typeface="Symbol" panose="05050102010706020507" pitchFamily="18" charset="2"/>
              </a:rPr>
              <a:t>]</a:t>
            </a:r>
            <a:r>
              <a:rPr kumimoji="0" lang="zh-CN" altLang="en-US" sz="2400">
                <a:sym typeface="Symbol" panose="05050102010706020507" pitchFamily="18" charset="2"/>
              </a:rPr>
              <a:t>；</a:t>
            </a:r>
            <a:br>
              <a:rPr kumimoji="0" lang="zh-CN" altLang="en-US" sz="2400">
                <a:sym typeface="Symbol" panose="05050102010706020507" pitchFamily="18" charset="2"/>
              </a:rPr>
            </a:br>
            <a:r>
              <a:rPr kumimoji="0" lang="zh-CN" altLang="en-US" sz="2400">
                <a:sym typeface="Symbol" panose="05050102010706020507" pitchFamily="18" charset="2"/>
              </a:rPr>
              <a:t>若</a:t>
            </a:r>
            <a:r>
              <a:rPr kumimoji="0" lang="en-US" altLang="zh-CN" sz="2400">
                <a:solidFill>
                  <a:srgbClr val="3333CC"/>
                </a:solidFill>
                <a:sym typeface="Symbol" panose="05050102010706020507" pitchFamily="18" charset="2"/>
              </a:rPr>
              <a:t>$</a:t>
            </a:r>
            <a:r>
              <a:rPr kumimoji="0" lang="en-US" altLang="zh-CN" sz="2400">
                <a:latin typeface="宋体" panose="02010600030101010101" pitchFamily="2" charset="-122"/>
                <a:sym typeface="Symbol" panose="05050102010706020507" pitchFamily="18" charset="2"/>
              </a:rPr>
              <a:t>∈</a:t>
            </a:r>
            <a:r>
              <a:rPr kumimoji="0" lang="en-US" altLang="zh-CN" sz="2400">
                <a:sym typeface="Symbol" panose="05050102010706020507" pitchFamily="18" charset="2"/>
              </a:rPr>
              <a:t>FOLLOW(A)</a:t>
            </a:r>
            <a:r>
              <a:rPr kumimoji="0" lang="zh-CN" altLang="en-US" sz="2400">
                <a:sym typeface="Symbol" panose="05050102010706020507" pitchFamily="18" charset="2"/>
              </a:rPr>
              <a:t>，将</a:t>
            </a:r>
            <a:r>
              <a:rPr kumimoji="0" lang="en-US" altLang="zh-CN" sz="2400"/>
              <a:t>A</a:t>
            </a:r>
            <a:r>
              <a:rPr kumimoji="0" lang="en-US" altLang="zh-CN" sz="2400">
                <a:sym typeface="Symbol" panose="05050102010706020507" pitchFamily="18" charset="2"/>
              </a:rPr>
              <a:t></a:t>
            </a:r>
            <a:r>
              <a:rPr kumimoji="0" lang="zh-CN" altLang="en-US" sz="2400">
                <a:sym typeface="Symbol" panose="05050102010706020507" pitchFamily="18" charset="2"/>
              </a:rPr>
              <a:t>加入</a:t>
            </a:r>
            <a:r>
              <a:rPr kumimoji="0" lang="en-US" altLang="zh-CN" sz="2400">
                <a:sym typeface="Symbol" panose="05050102010706020507" pitchFamily="18" charset="2"/>
              </a:rPr>
              <a:t>M[A, </a:t>
            </a:r>
            <a:r>
              <a:rPr kumimoji="0" lang="en-US" altLang="zh-CN" sz="2400">
                <a:solidFill>
                  <a:srgbClr val="3333CC"/>
                </a:solidFill>
                <a:sym typeface="Symbol" panose="05050102010706020507" pitchFamily="18" charset="2"/>
              </a:rPr>
              <a:t>$</a:t>
            </a:r>
            <a:r>
              <a:rPr kumimoji="0" lang="en-US" altLang="zh-CN" sz="2400">
                <a:sym typeface="Symbol" panose="05050102010706020507" pitchFamily="18" charset="2"/>
              </a:rPr>
              <a:t>]</a:t>
            </a:r>
            <a:endParaRPr kumimoji="0" lang="en-US" altLang="zh-CN" sz="2400">
              <a:sym typeface="Symbol" panose="05050102010706020507" pitchFamily="18" charset="2"/>
            </a:endParaRPr>
          </a:p>
          <a:p>
            <a:pPr marL="609600" indent="-609600" eaLnBrk="1" hangingPunct="1">
              <a:buFont typeface="Wingdings" panose="05000000000000000000" pitchFamily="2" charset="2"/>
              <a:buAutoNum type="arabicPeriod"/>
            </a:pPr>
            <a:r>
              <a:rPr kumimoji="0" lang="zh-CN" altLang="en-US" sz="2400">
                <a:sym typeface="Symbol" panose="05050102010706020507" pitchFamily="18" charset="2"/>
              </a:rPr>
              <a:t>所有未定义的表项设置为错误</a:t>
            </a:r>
            <a:endParaRPr kumimoji="0" lang="zh-CN" altLang="en-US" sz="2400">
              <a:sym typeface="Symbol" panose="05050102010706020507" pitchFamily="18" charset="2"/>
            </a:endParaRPr>
          </a:p>
        </p:txBody>
      </p:sp>
    </p:spTree>
  </p:cSld>
  <p:clrMapOvr>
    <a:masterClrMapping/>
  </p:clrMapOvr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例</a:t>
            </a:r>
            <a:r>
              <a:rPr lang="en-US" altLang="zh-CN"/>
              <a:t>4.18</a:t>
            </a:r>
            <a:endParaRPr lang="en-US" altLang="zh-CN"/>
          </a:p>
        </p:txBody>
      </p:sp>
      <p:grpSp>
        <p:nvGrpSpPr>
          <p:cNvPr id="120835" name="Group 4"/>
          <p:cNvGrpSpPr/>
          <p:nvPr/>
        </p:nvGrpSpPr>
        <p:grpSpPr bwMode="auto">
          <a:xfrm>
            <a:off x="1143000" y="1219200"/>
            <a:ext cx="2057400" cy="1463675"/>
            <a:chOff x="1056" y="864"/>
            <a:chExt cx="1296" cy="922"/>
          </a:xfrm>
        </p:grpSpPr>
        <p:sp>
          <p:nvSpPr>
            <p:cNvPr id="120845" name="Text Box 5"/>
            <p:cNvSpPr txBox="1">
              <a:spLocks noChangeArrowheads="1"/>
            </p:cNvSpPr>
            <p:nvPr/>
          </p:nvSpPr>
          <p:spPr bwMode="auto">
            <a:xfrm>
              <a:off x="1056" y="864"/>
              <a:ext cx="1296" cy="4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 type="none" w="sm" len="sm"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ct val="90000"/>
                </a:lnSpc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000" b="1">
                  <a:sym typeface="Symbol" panose="05050102010706020507" pitchFamily="18" charset="2"/>
                </a:rPr>
                <a:t>E  TE’                                                E’  </a:t>
              </a:r>
              <a:r>
                <a:rPr kumimoji="0" lang="en-US" altLang="zh-CN" sz="2000" b="1">
                  <a:solidFill>
                    <a:schemeClr val="accent2"/>
                  </a:solidFill>
                  <a:sym typeface="Symbol" panose="05050102010706020507" pitchFamily="18" charset="2"/>
                </a:rPr>
                <a:t>+</a:t>
              </a:r>
              <a:r>
                <a:rPr kumimoji="0" lang="en-US" altLang="zh-CN" sz="2000" b="1">
                  <a:sym typeface="Symbol" panose="05050102010706020507" pitchFamily="18" charset="2"/>
                </a:rPr>
                <a:t> TE’ | </a:t>
              </a:r>
              <a:r>
                <a:rPr kumimoji="0" lang="en-US" altLang="zh-CN" sz="2000" b="1">
                  <a:solidFill>
                    <a:schemeClr val="accent2"/>
                  </a:solidFill>
                  <a:sym typeface="Symbol" panose="05050102010706020507" pitchFamily="18" charset="2"/>
                </a:rPr>
                <a:t> </a:t>
              </a:r>
              <a:r>
                <a:rPr kumimoji="0" lang="en-US" altLang="zh-CN" sz="2000" b="1">
                  <a:solidFill>
                    <a:schemeClr val="accent2"/>
                  </a:solidFill>
                  <a:latin typeface="Symbol" panose="05050102010706020507" pitchFamily="18" charset="2"/>
                  <a:sym typeface="Symbol" panose="05050102010706020507" pitchFamily="18" charset="2"/>
                </a:rPr>
                <a:t>e</a:t>
              </a:r>
              <a:endParaRPr kumimoji="0" lang="en-US" altLang="zh-CN" sz="2000" b="1">
                <a:solidFill>
                  <a:schemeClr val="accent2"/>
                </a:solidFill>
                <a:latin typeface="Symbol" panose="05050102010706020507" pitchFamily="18" charset="2"/>
                <a:sym typeface="Symbol" panose="05050102010706020507" pitchFamily="18" charset="2"/>
              </a:endParaRPr>
            </a:p>
          </p:txBody>
        </p:sp>
        <p:sp>
          <p:nvSpPr>
            <p:cNvPr id="120846" name="Text Box 6"/>
            <p:cNvSpPr txBox="1">
              <a:spLocks noChangeArrowheads="1"/>
            </p:cNvSpPr>
            <p:nvPr/>
          </p:nvSpPr>
          <p:spPr bwMode="auto">
            <a:xfrm>
              <a:off x="1056" y="1200"/>
              <a:ext cx="1296" cy="4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 type="none" w="sm" len="sm"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ct val="90000"/>
                </a:lnSpc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000" b="1">
                  <a:sym typeface="Symbol" panose="05050102010706020507" pitchFamily="18" charset="2"/>
                </a:rPr>
                <a:t>T  FT’                                                T’  </a:t>
              </a:r>
              <a:r>
                <a:rPr kumimoji="0" lang="en-US" altLang="zh-CN" sz="2000" b="1">
                  <a:solidFill>
                    <a:schemeClr val="accent2"/>
                  </a:solidFill>
                  <a:sym typeface="Symbol" panose="05050102010706020507" pitchFamily="18" charset="2"/>
                </a:rPr>
                <a:t>*</a:t>
              </a:r>
              <a:r>
                <a:rPr kumimoji="0" lang="en-US" altLang="zh-CN" sz="2000" b="1">
                  <a:sym typeface="Symbol" panose="05050102010706020507" pitchFamily="18" charset="2"/>
                </a:rPr>
                <a:t> FT’ | </a:t>
              </a:r>
              <a:r>
                <a:rPr kumimoji="0" lang="en-US" altLang="zh-CN" sz="2000" b="1">
                  <a:solidFill>
                    <a:schemeClr val="accent2"/>
                  </a:solidFill>
                  <a:latin typeface="Symbol" panose="05050102010706020507" pitchFamily="18" charset="2"/>
                  <a:sym typeface="Symbol" panose="05050102010706020507" pitchFamily="18" charset="2"/>
                </a:rPr>
                <a:t>e</a:t>
              </a:r>
              <a:endParaRPr kumimoji="0" lang="en-US" altLang="zh-CN" sz="2000" b="1">
                <a:solidFill>
                  <a:schemeClr val="accent2"/>
                </a:solidFill>
                <a:latin typeface="Symbol" panose="05050102010706020507" pitchFamily="18" charset="2"/>
                <a:sym typeface="Symbol" panose="05050102010706020507" pitchFamily="18" charset="2"/>
              </a:endParaRPr>
            </a:p>
          </p:txBody>
        </p:sp>
        <p:sp>
          <p:nvSpPr>
            <p:cNvPr id="120847" name="Text Box 7"/>
            <p:cNvSpPr txBox="1">
              <a:spLocks noChangeArrowheads="1"/>
            </p:cNvSpPr>
            <p:nvPr/>
          </p:nvSpPr>
          <p:spPr bwMode="auto">
            <a:xfrm>
              <a:off x="1056" y="1536"/>
              <a:ext cx="1075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 type="none" w="sm" len="sm"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0" lang="en-US" altLang="zh-CN" sz="2000" b="1">
                  <a:sym typeface="Symbol" panose="05050102010706020507" pitchFamily="18" charset="2"/>
                </a:rPr>
                <a:t>F  </a:t>
              </a:r>
              <a:r>
                <a:rPr kumimoji="0" lang="en-US" altLang="zh-CN" sz="2000" b="1">
                  <a:solidFill>
                    <a:schemeClr val="accent2"/>
                  </a:solidFill>
                  <a:sym typeface="Symbol" panose="05050102010706020507" pitchFamily="18" charset="2"/>
                </a:rPr>
                <a:t> ( </a:t>
              </a:r>
              <a:r>
                <a:rPr kumimoji="0" lang="en-US" altLang="zh-CN" sz="2000" b="1">
                  <a:sym typeface="Symbol" panose="05050102010706020507" pitchFamily="18" charset="2"/>
                </a:rPr>
                <a:t>E</a:t>
              </a:r>
              <a:r>
                <a:rPr kumimoji="0" lang="en-US" altLang="zh-CN" sz="2000" b="1">
                  <a:solidFill>
                    <a:schemeClr val="accent2"/>
                  </a:solidFill>
                  <a:sym typeface="Symbol" panose="05050102010706020507" pitchFamily="18" charset="2"/>
                </a:rPr>
                <a:t> )  </a:t>
              </a:r>
              <a:r>
                <a:rPr kumimoji="0" lang="en-US" altLang="zh-CN" sz="2000" b="1">
                  <a:sym typeface="Symbol" panose="05050102010706020507" pitchFamily="18" charset="2"/>
                </a:rPr>
                <a:t>|</a:t>
              </a:r>
              <a:r>
                <a:rPr kumimoji="0" lang="en-US" altLang="zh-CN" sz="2000" b="1">
                  <a:solidFill>
                    <a:schemeClr val="accent2"/>
                  </a:solidFill>
                  <a:sym typeface="Symbol" panose="05050102010706020507" pitchFamily="18" charset="2"/>
                </a:rPr>
                <a:t> id</a:t>
              </a:r>
              <a:endParaRPr kumimoji="0" lang="en-US" altLang="zh-CN" sz="2000" b="1">
                <a:solidFill>
                  <a:schemeClr val="accent2"/>
                </a:solidFill>
                <a:sym typeface="Symbol" panose="05050102010706020507" pitchFamily="18" charset="2"/>
              </a:endParaRPr>
            </a:p>
          </p:txBody>
        </p:sp>
      </p:grpSp>
      <p:sp>
        <p:nvSpPr>
          <p:cNvPr id="120836" name="Text Box 8"/>
          <p:cNvSpPr txBox="1">
            <a:spLocks noChangeArrowheads="1"/>
          </p:cNvSpPr>
          <p:nvPr/>
        </p:nvSpPr>
        <p:spPr bwMode="auto">
          <a:xfrm>
            <a:off x="3124200" y="1295400"/>
            <a:ext cx="2667000" cy="1092200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b="1"/>
              <a:t>First(E,F,T) = { </a:t>
            </a:r>
            <a:r>
              <a:rPr kumimoji="0" lang="en-US" altLang="zh-CN" sz="2000" b="1">
                <a:solidFill>
                  <a:schemeClr val="accent2"/>
                </a:solidFill>
              </a:rPr>
              <a:t>(, id </a:t>
            </a:r>
            <a:r>
              <a:rPr kumimoji="0" lang="en-US" altLang="zh-CN" sz="2000" b="1"/>
              <a:t>}</a:t>
            </a:r>
            <a:endParaRPr kumimoji="0" lang="en-US" altLang="zh-CN" sz="2000" b="1"/>
          </a:p>
          <a:p>
            <a:pPr eaLnBrk="1" hangingPunct="1">
              <a:lnSpc>
                <a:spcPct val="6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b="1"/>
              <a:t>First(E’) = { </a:t>
            </a:r>
            <a:r>
              <a:rPr kumimoji="0" lang="en-US" altLang="zh-CN" sz="2000" b="1">
                <a:solidFill>
                  <a:schemeClr val="accent2"/>
                </a:solidFill>
              </a:rPr>
              <a:t>+,</a:t>
            </a:r>
            <a:r>
              <a:rPr kumimoji="0" lang="en-US" altLang="zh-CN" sz="2000" b="1"/>
              <a:t> </a:t>
            </a:r>
            <a:r>
              <a:rPr kumimoji="0" lang="en-US" altLang="zh-CN" sz="2000" b="1">
                <a:solidFill>
                  <a:schemeClr val="accent2"/>
                </a:solidFill>
                <a:latin typeface="Symbol" panose="05050102010706020507" pitchFamily="18" charset="2"/>
                <a:sym typeface="Symbol" panose="05050102010706020507" pitchFamily="18" charset="2"/>
              </a:rPr>
              <a:t>e</a:t>
            </a:r>
            <a:r>
              <a:rPr kumimoji="0" lang="en-US" altLang="zh-CN" sz="2000" b="1"/>
              <a:t> }</a:t>
            </a:r>
            <a:endParaRPr kumimoji="0" lang="en-US" altLang="zh-CN" sz="2000" b="1"/>
          </a:p>
          <a:p>
            <a:pPr eaLnBrk="1" hangingPunct="1">
              <a:lnSpc>
                <a:spcPct val="6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b="1"/>
              <a:t>First(T’) = { </a:t>
            </a:r>
            <a:r>
              <a:rPr kumimoji="0" lang="en-US" altLang="zh-CN" sz="2000" b="1">
                <a:solidFill>
                  <a:schemeClr val="accent2"/>
                </a:solidFill>
              </a:rPr>
              <a:t>*, </a:t>
            </a:r>
            <a:r>
              <a:rPr kumimoji="0" lang="en-US" altLang="zh-CN" sz="2000" b="1">
                <a:solidFill>
                  <a:schemeClr val="accent2"/>
                </a:solidFill>
                <a:latin typeface="Symbol" panose="05050102010706020507" pitchFamily="18" charset="2"/>
                <a:sym typeface="Symbol" panose="05050102010706020507" pitchFamily="18" charset="2"/>
              </a:rPr>
              <a:t>e</a:t>
            </a:r>
            <a:r>
              <a:rPr kumimoji="0" lang="en-US" altLang="zh-CN" sz="2000" b="1"/>
              <a:t> }</a:t>
            </a:r>
            <a:endParaRPr kumimoji="0" lang="en-US" altLang="zh-CN" sz="2000" b="1"/>
          </a:p>
        </p:txBody>
      </p:sp>
      <p:sp>
        <p:nvSpPr>
          <p:cNvPr id="120837" name="Text Box 9"/>
          <p:cNvSpPr txBox="1">
            <a:spLocks noChangeArrowheads="1"/>
          </p:cNvSpPr>
          <p:nvPr/>
        </p:nvSpPr>
        <p:spPr bwMode="auto">
          <a:xfrm>
            <a:off x="5791200" y="1295400"/>
            <a:ext cx="3048000" cy="1092200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b="1"/>
              <a:t>Follow(E,E’) = { </a:t>
            </a:r>
            <a:r>
              <a:rPr kumimoji="0" lang="en-US" altLang="zh-CN" sz="2000" b="1">
                <a:solidFill>
                  <a:schemeClr val="accent2"/>
                </a:solidFill>
              </a:rPr>
              <a:t>), $</a:t>
            </a:r>
            <a:r>
              <a:rPr kumimoji="0" lang="en-US" altLang="zh-CN" sz="2000" b="1"/>
              <a:t>}</a:t>
            </a:r>
            <a:endParaRPr kumimoji="0" lang="en-US" altLang="zh-CN" sz="2000" b="1"/>
          </a:p>
          <a:p>
            <a:pPr eaLnBrk="1" hangingPunct="1">
              <a:lnSpc>
                <a:spcPct val="6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b="1"/>
              <a:t>Follow(F) = { </a:t>
            </a:r>
            <a:r>
              <a:rPr kumimoji="0" lang="en-US" altLang="zh-CN" sz="2000" b="1">
                <a:solidFill>
                  <a:schemeClr val="accent2"/>
                </a:solidFill>
              </a:rPr>
              <a:t>*,</a:t>
            </a:r>
            <a:r>
              <a:rPr kumimoji="0" lang="en-US" altLang="zh-CN" sz="2000" b="1"/>
              <a:t> </a:t>
            </a:r>
            <a:r>
              <a:rPr kumimoji="0" lang="en-US" altLang="zh-CN" sz="2000" b="1">
                <a:solidFill>
                  <a:schemeClr val="accent2"/>
                </a:solidFill>
              </a:rPr>
              <a:t>+,</a:t>
            </a:r>
            <a:r>
              <a:rPr kumimoji="0" lang="en-US" altLang="zh-CN" sz="2000" b="1"/>
              <a:t> </a:t>
            </a:r>
            <a:r>
              <a:rPr kumimoji="0" lang="en-US" altLang="zh-CN" sz="2000" b="1">
                <a:solidFill>
                  <a:schemeClr val="accent2"/>
                </a:solidFill>
              </a:rPr>
              <a:t>), $ </a:t>
            </a:r>
            <a:r>
              <a:rPr kumimoji="0" lang="en-US" altLang="zh-CN" sz="2000" b="1"/>
              <a:t>}</a:t>
            </a:r>
            <a:endParaRPr kumimoji="0" lang="en-US" altLang="zh-CN" sz="2000" b="1"/>
          </a:p>
          <a:p>
            <a:pPr eaLnBrk="1" hangingPunct="1">
              <a:lnSpc>
                <a:spcPct val="6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b="1"/>
              <a:t>Follow(T,T’) = { </a:t>
            </a:r>
            <a:r>
              <a:rPr kumimoji="0" lang="en-US" altLang="zh-CN" sz="2000" b="1">
                <a:solidFill>
                  <a:schemeClr val="accent2"/>
                </a:solidFill>
              </a:rPr>
              <a:t>+,</a:t>
            </a:r>
            <a:r>
              <a:rPr kumimoji="0" lang="en-US" altLang="zh-CN" sz="2000" b="1"/>
              <a:t> </a:t>
            </a:r>
            <a:r>
              <a:rPr kumimoji="0" lang="en-US" altLang="zh-CN" sz="2000" b="1">
                <a:solidFill>
                  <a:schemeClr val="accent2"/>
                </a:solidFill>
              </a:rPr>
              <a:t>) , $</a:t>
            </a:r>
            <a:r>
              <a:rPr kumimoji="0" lang="en-US" altLang="zh-CN" sz="2000" b="1"/>
              <a:t>}</a:t>
            </a:r>
            <a:endParaRPr kumimoji="0" lang="en-US" altLang="zh-CN" sz="2000" b="1"/>
          </a:p>
        </p:txBody>
      </p:sp>
      <p:sp>
        <p:nvSpPr>
          <p:cNvPr id="120838" name="Text Box 10"/>
          <p:cNvSpPr txBox="1">
            <a:spLocks noChangeArrowheads="1"/>
          </p:cNvSpPr>
          <p:nvPr/>
        </p:nvSpPr>
        <p:spPr bwMode="auto">
          <a:xfrm>
            <a:off x="1219200" y="2667000"/>
            <a:ext cx="7315200" cy="2105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b="1"/>
              <a:t>Expression Example:  E </a:t>
            </a:r>
            <a:r>
              <a:rPr kumimoji="0" lang="en-US" altLang="zh-CN" sz="2000" b="1">
                <a:sym typeface="Symbol" panose="05050102010706020507" pitchFamily="18" charset="2"/>
              </a:rPr>
              <a:t> TE’ : First(TE’) = First(T) = </a:t>
            </a:r>
            <a:r>
              <a:rPr kumimoji="0" lang="en-US" altLang="zh-CN" sz="2000" b="1"/>
              <a:t>{ </a:t>
            </a:r>
            <a:r>
              <a:rPr kumimoji="0" lang="en-US" altLang="zh-CN" sz="2000" b="1">
                <a:solidFill>
                  <a:schemeClr val="accent2"/>
                </a:solidFill>
              </a:rPr>
              <a:t>(, id </a:t>
            </a:r>
            <a:r>
              <a:rPr kumimoji="0" lang="en-US" altLang="zh-CN" sz="2000" b="1"/>
              <a:t>}</a:t>
            </a:r>
            <a:endParaRPr kumimoji="0" lang="en-US" altLang="zh-CN" sz="2000" b="1"/>
          </a:p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b="1"/>
              <a:t>        M[E, </a:t>
            </a:r>
            <a:r>
              <a:rPr kumimoji="0" lang="en-US" altLang="zh-CN" sz="2000" b="1">
                <a:solidFill>
                  <a:schemeClr val="accent2"/>
                </a:solidFill>
              </a:rPr>
              <a:t>(</a:t>
            </a:r>
            <a:r>
              <a:rPr kumimoji="0" lang="en-US" altLang="zh-CN" sz="2000" b="1"/>
              <a:t> ] : E </a:t>
            </a:r>
            <a:r>
              <a:rPr kumimoji="0" lang="en-US" altLang="zh-CN" sz="2000" b="1">
                <a:sym typeface="Symbol" panose="05050102010706020507" pitchFamily="18" charset="2"/>
              </a:rPr>
              <a:t> TE’ </a:t>
            </a:r>
            <a:endParaRPr kumimoji="0" lang="en-US" altLang="zh-CN" sz="2000" b="1">
              <a:sym typeface="Symbol" panose="05050102010706020507" pitchFamily="18" charset="2"/>
            </a:endParaRPr>
          </a:p>
          <a:p>
            <a:pPr eaLnBrk="1" hangingPunct="1">
              <a:lnSpc>
                <a:spcPct val="8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b="1">
                <a:sym typeface="Symbol" panose="05050102010706020507" pitchFamily="18" charset="2"/>
              </a:rPr>
              <a:t>        M[E, </a:t>
            </a:r>
            <a:r>
              <a:rPr kumimoji="0" lang="en-US" altLang="zh-CN" sz="2000" b="1">
                <a:solidFill>
                  <a:schemeClr val="accent2"/>
                </a:solidFill>
                <a:sym typeface="Symbol" panose="05050102010706020507" pitchFamily="18" charset="2"/>
              </a:rPr>
              <a:t>id</a:t>
            </a:r>
            <a:r>
              <a:rPr kumimoji="0" lang="en-US" altLang="zh-CN" sz="2000" b="1">
                <a:sym typeface="Symbol" panose="05050102010706020507" pitchFamily="18" charset="2"/>
              </a:rPr>
              <a:t> ] : </a:t>
            </a:r>
            <a:r>
              <a:rPr kumimoji="0" lang="en-US" altLang="zh-CN" sz="2000" b="1"/>
              <a:t>E </a:t>
            </a:r>
            <a:r>
              <a:rPr kumimoji="0" lang="en-US" altLang="zh-CN" sz="2000" b="1">
                <a:sym typeface="Symbol" panose="05050102010706020507" pitchFamily="18" charset="2"/>
              </a:rPr>
              <a:t> TE’ </a:t>
            </a:r>
            <a:endParaRPr kumimoji="0" lang="en-US" altLang="zh-CN" sz="2000" b="1">
              <a:sym typeface="Symbol" panose="05050102010706020507" pitchFamily="18" charset="2"/>
            </a:endParaRPr>
          </a:p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b="1">
                <a:solidFill>
                  <a:srgbClr val="FF3300"/>
                </a:solidFill>
                <a:sym typeface="Symbol" panose="05050102010706020507" pitchFamily="18" charset="2"/>
              </a:rPr>
              <a:t>(</a:t>
            </a:r>
            <a:r>
              <a:rPr kumimoji="0" lang="zh-CN" altLang="en-US" sz="2000" b="1">
                <a:solidFill>
                  <a:srgbClr val="FF3300"/>
                </a:solidFill>
                <a:sym typeface="Symbol" panose="05050102010706020507" pitchFamily="18" charset="2"/>
              </a:rPr>
              <a:t>规则 </a:t>
            </a:r>
            <a:r>
              <a:rPr kumimoji="0" lang="en-US" altLang="zh-CN" sz="2000" b="1">
                <a:solidFill>
                  <a:srgbClr val="FF3300"/>
                </a:solidFill>
                <a:sym typeface="Symbol" panose="05050102010706020507" pitchFamily="18" charset="2"/>
              </a:rPr>
              <a:t>2)</a:t>
            </a:r>
            <a:r>
              <a:rPr kumimoji="0" lang="en-US" altLang="zh-CN" sz="2000" b="1">
                <a:sym typeface="Symbol" panose="05050102010706020507" pitchFamily="18" charset="2"/>
              </a:rPr>
              <a:t>   E’  </a:t>
            </a:r>
            <a:r>
              <a:rPr kumimoji="0" lang="en-US" altLang="zh-CN" sz="2000" b="1">
                <a:solidFill>
                  <a:schemeClr val="accent2"/>
                </a:solidFill>
                <a:sym typeface="Symbol" panose="05050102010706020507" pitchFamily="18" charset="2"/>
              </a:rPr>
              <a:t>+</a:t>
            </a:r>
            <a:r>
              <a:rPr kumimoji="0" lang="en-US" altLang="zh-CN" sz="2000" b="1">
                <a:sym typeface="Symbol" panose="05050102010706020507" pitchFamily="18" charset="2"/>
              </a:rPr>
              <a:t>TE’ : First(</a:t>
            </a:r>
            <a:r>
              <a:rPr kumimoji="0" lang="en-US" altLang="zh-CN" sz="2000" b="1">
                <a:solidFill>
                  <a:schemeClr val="accent2"/>
                </a:solidFill>
                <a:sym typeface="Symbol" panose="05050102010706020507" pitchFamily="18" charset="2"/>
              </a:rPr>
              <a:t>+</a:t>
            </a:r>
            <a:r>
              <a:rPr kumimoji="0" lang="en-US" altLang="zh-CN" sz="2000" b="1">
                <a:sym typeface="Symbol" panose="05050102010706020507" pitchFamily="18" charset="2"/>
              </a:rPr>
              <a:t>TE’) = </a:t>
            </a:r>
            <a:r>
              <a:rPr kumimoji="0" lang="en-US" altLang="zh-CN" sz="2000" b="1">
                <a:solidFill>
                  <a:schemeClr val="accent2"/>
                </a:solidFill>
                <a:sym typeface="Symbol" panose="05050102010706020507" pitchFamily="18" charset="2"/>
              </a:rPr>
              <a:t>+</a:t>
            </a:r>
            <a:r>
              <a:rPr kumimoji="0" lang="en-US" altLang="zh-CN" sz="2000" b="1">
                <a:sym typeface="Symbol" panose="05050102010706020507" pitchFamily="18" charset="2"/>
              </a:rPr>
              <a:t> : M[E’, </a:t>
            </a:r>
            <a:r>
              <a:rPr kumimoji="0" lang="en-US" altLang="zh-CN" sz="2000" b="1">
                <a:solidFill>
                  <a:schemeClr val="accent2"/>
                </a:solidFill>
                <a:sym typeface="Symbol" panose="05050102010706020507" pitchFamily="18" charset="2"/>
              </a:rPr>
              <a:t>+</a:t>
            </a:r>
            <a:r>
              <a:rPr kumimoji="0" lang="en-US" altLang="zh-CN" sz="2000" b="1">
                <a:sym typeface="Symbol" panose="05050102010706020507" pitchFamily="18" charset="2"/>
              </a:rPr>
              <a:t>] : E’  </a:t>
            </a:r>
            <a:r>
              <a:rPr kumimoji="0" lang="en-US" altLang="zh-CN" sz="2000" b="1">
                <a:solidFill>
                  <a:schemeClr val="accent2"/>
                </a:solidFill>
                <a:sym typeface="Symbol" panose="05050102010706020507" pitchFamily="18" charset="2"/>
              </a:rPr>
              <a:t>+</a:t>
            </a:r>
            <a:r>
              <a:rPr kumimoji="0" lang="en-US" altLang="zh-CN" sz="2000" b="1">
                <a:sym typeface="Symbol" panose="05050102010706020507" pitchFamily="18" charset="2"/>
              </a:rPr>
              <a:t>TE’ </a:t>
            </a:r>
            <a:endParaRPr kumimoji="0" lang="en-US" altLang="zh-CN" sz="2000" b="1">
              <a:sym typeface="Symbol" panose="05050102010706020507" pitchFamily="18" charset="2"/>
            </a:endParaRPr>
          </a:p>
          <a:p>
            <a:pPr eaLnBrk="1" hangingPunct="1">
              <a:lnSpc>
                <a:spcPct val="8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b="1">
                <a:solidFill>
                  <a:srgbClr val="FF3300"/>
                </a:solidFill>
                <a:sym typeface="Symbol" panose="05050102010706020507" pitchFamily="18" charset="2"/>
              </a:rPr>
              <a:t>(</a:t>
            </a:r>
            <a:r>
              <a:rPr kumimoji="0" lang="zh-CN" altLang="en-US" sz="2000" b="1">
                <a:solidFill>
                  <a:srgbClr val="FF3300"/>
                </a:solidFill>
                <a:sym typeface="Symbol" panose="05050102010706020507" pitchFamily="18" charset="2"/>
              </a:rPr>
              <a:t>规则 </a:t>
            </a:r>
            <a:r>
              <a:rPr kumimoji="0" lang="en-US" altLang="zh-CN" sz="2000" b="1">
                <a:solidFill>
                  <a:srgbClr val="FF3300"/>
                </a:solidFill>
                <a:sym typeface="Symbol" panose="05050102010706020507" pitchFamily="18" charset="2"/>
              </a:rPr>
              <a:t>3)</a:t>
            </a:r>
            <a:r>
              <a:rPr kumimoji="0" lang="en-US" altLang="zh-CN" sz="2000" b="1">
                <a:sym typeface="Symbol" panose="05050102010706020507" pitchFamily="18" charset="2"/>
              </a:rPr>
              <a:t>       E’  </a:t>
            </a:r>
            <a:r>
              <a:rPr kumimoji="0" lang="en-US" altLang="zh-CN" sz="2000" b="1">
                <a:solidFill>
                  <a:schemeClr val="accent2"/>
                </a:solidFill>
                <a:latin typeface="Symbol" panose="05050102010706020507" pitchFamily="18" charset="2"/>
                <a:sym typeface="Symbol" panose="05050102010706020507" pitchFamily="18" charset="2"/>
              </a:rPr>
              <a:t>e</a:t>
            </a:r>
            <a:r>
              <a:rPr kumimoji="0" lang="en-US" altLang="zh-CN" sz="2000" b="1"/>
              <a:t> : </a:t>
            </a:r>
            <a:r>
              <a:rPr kumimoji="0" lang="en-US" altLang="zh-CN" sz="2000" b="1">
                <a:solidFill>
                  <a:schemeClr val="accent2"/>
                </a:solidFill>
                <a:latin typeface="Symbol" panose="05050102010706020507" pitchFamily="18" charset="2"/>
                <a:sym typeface="Symbol" panose="05050102010706020507" pitchFamily="18" charset="2"/>
              </a:rPr>
              <a:t>e</a:t>
            </a:r>
            <a:r>
              <a:rPr kumimoji="0" lang="en-US" altLang="zh-CN" sz="2000" b="1"/>
              <a:t> in First(</a:t>
            </a:r>
            <a:r>
              <a:rPr kumimoji="0" lang="en-US" altLang="zh-CN" sz="2000" b="1">
                <a:solidFill>
                  <a:schemeClr val="accent2"/>
                </a:solidFill>
                <a:latin typeface="Symbol" panose="05050102010706020507" pitchFamily="18" charset="2"/>
                <a:sym typeface="Symbol" panose="05050102010706020507" pitchFamily="18" charset="2"/>
              </a:rPr>
              <a:t>e</a:t>
            </a:r>
            <a:r>
              <a:rPr kumimoji="0" lang="en-US" altLang="zh-CN" sz="2000" b="1"/>
              <a:t> )      T’ </a:t>
            </a:r>
            <a:r>
              <a:rPr kumimoji="0" lang="en-US" altLang="zh-CN" sz="2000" b="1">
                <a:sym typeface="Symbol" panose="05050102010706020507" pitchFamily="18" charset="2"/>
              </a:rPr>
              <a:t> </a:t>
            </a:r>
            <a:r>
              <a:rPr kumimoji="0" lang="en-US" altLang="zh-CN" sz="2000" b="1">
                <a:solidFill>
                  <a:schemeClr val="accent2"/>
                </a:solidFill>
                <a:latin typeface="Symbol" panose="05050102010706020507" pitchFamily="18" charset="2"/>
                <a:sym typeface="Symbol" panose="05050102010706020507" pitchFamily="18" charset="2"/>
              </a:rPr>
              <a:t>e</a:t>
            </a:r>
            <a:r>
              <a:rPr kumimoji="0" lang="en-US" altLang="zh-CN" sz="2000" b="1"/>
              <a:t> : </a:t>
            </a:r>
            <a:r>
              <a:rPr kumimoji="0" lang="en-US" altLang="zh-CN" sz="2000" b="1">
                <a:solidFill>
                  <a:schemeClr val="accent2"/>
                </a:solidFill>
                <a:latin typeface="Symbol" panose="05050102010706020507" pitchFamily="18" charset="2"/>
                <a:sym typeface="Symbol" panose="05050102010706020507" pitchFamily="18" charset="2"/>
              </a:rPr>
              <a:t>e</a:t>
            </a:r>
            <a:r>
              <a:rPr kumimoji="0" lang="en-US" altLang="zh-CN" sz="2000" b="1"/>
              <a:t> in First(</a:t>
            </a:r>
            <a:r>
              <a:rPr kumimoji="0" lang="en-US" altLang="zh-CN" sz="2000" b="1">
                <a:solidFill>
                  <a:schemeClr val="accent2"/>
                </a:solidFill>
                <a:latin typeface="Symbol" panose="05050102010706020507" pitchFamily="18" charset="2"/>
                <a:sym typeface="Symbol" panose="05050102010706020507" pitchFamily="18" charset="2"/>
              </a:rPr>
              <a:t>e</a:t>
            </a:r>
            <a:r>
              <a:rPr kumimoji="0" lang="en-US" altLang="zh-CN" sz="2000" b="1"/>
              <a:t> ) </a:t>
            </a:r>
            <a:endParaRPr kumimoji="0" lang="en-US" altLang="zh-CN" sz="2000" b="1"/>
          </a:p>
        </p:txBody>
      </p:sp>
      <p:sp>
        <p:nvSpPr>
          <p:cNvPr id="120839" name="AutoShape 11"/>
          <p:cNvSpPr/>
          <p:nvPr/>
        </p:nvSpPr>
        <p:spPr bwMode="auto">
          <a:xfrm>
            <a:off x="4191000" y="3124200"/>
            <a:ext cx="152400" cy="838200"/>
          </a:xfrm>
          <a:prstGeom prst="rightBrace">
            <a:avLst>
              <a:gd name="adj1" fmla="val 45833"/>
              <a:gd name="adj2" fmla="val 50000"/>
            </a:avLst>
          </a:prstGeom>
          <a:noFill/>
          <a:ln w="25400">
            <a:solidFill>
              <a:srgbClr val="FF0000"/>
            </a:solidFill>
            <a:round/>
            <a:head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>
              <a:latin typeface="Symbol" panose="05050102010706020507" pitchFamily="18" charset="2"/>
            </a:endParaRPr>
          </a:p>
        </p:txBody>
      </p:sp>
      <p:sp>
        <p:nvSpPr>
          <p:cNvPr id="120840" name="Text Box 12"/>
          <p:cNvSpPr txBox="1">
            <a:spLocks noChangeArrowheads="1"/>
          </p:cNvSpPr>
          <p:nvPr/>
        </p:nvSpPr>
        <p:spPr bwMode="auto">
          <a:xfrm>
            <a:off x="4495800" y="3352800"/>
            <a:ext cx="14478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zh-CN" altLang="en-US" sz="2000" b="1">
                <a:solidFill>
                  <a:srgbClr val="FF3300"/>
                </a:solidFill>
              </a:rPr>
              <a:t>规则</a:t>
            </a:r>
            <a:r>
              <a:rPr kumimoji="0" lang="en-US" altLang="zh-CN" sz="2000" b="1">
                <a:solidFill>
                  <a:srgbClr val="FF3300"/>
                </a:solidFill>
              </a:rPr>
              <a:t>2</a:t>
            </a:r>
            <a:endParaRPr kumimoji="0" lang="en-US" altLang="zh-CN" sz="2000" b="1">
              <a:solidFill>
                <a:srgbClr val="FF3300"/>
              </a:solidFill>
            </a:endParaRPr>
          </a:p>
        </p:txBody>
      </p:sp>
      <p:sp>
        <p:nvSpPr>
          <p:cNvPr id="120841" name="Text Box 13"/>
          <p:cNvSpPr txBox="1">
            <a:spLocks noChangeArrowheads="1"/>
          </p:cNvSpPr>
          <p:nvPr/>
        </p:nvSpPr>
        <p:spPr bwMode="auto">
          <a:xfrm>
            <a:off x="1219200" y="4800600"/>
            <a:ext cx="7696200" cy="1311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b="1"/>
              <a:t>                    M[E’, </a:t>
            </a:r>
            <a:r>
              <a:rPr kumimoji="0" lang="en-US" altLang="zh-CN" sz="2000" b="1">
                <a:solidFill>
                  <a:schemeClr val="accent2"/>
                </a:solidFill>
              </a:rPr>
              <a:t>)</a:t>
            </a:r>
            <a:r>
              <a:rPr kumimoji="0" lang="en-US" altLang="zh-CN" sz="2000" b="1"/>
              <a:t>] : </a:t>
            </a:r>
            <a:r>
              <a:rPr kumimoji="0" lang="en-US" altLang="zh-CN" sz="2000" b="1">
                <a:sym typeface="Symbol" panose="05050102010706020507" pitchFamily="18" charset="2"/>
              </a:rPr>
              <a:t>E’  </a:t>
            </a:r>
            <a:r>
              <a:rPr kumimoji="0" lang="en-US" altLang="zh-CN" sz="2000" b="1">
                <a:solidFill>
                  <a:schemeClr val="accent2"/>
                </a:solidFill>
                <a:latin typeface="Symbol" panose="05050102010706020507" pitchFamily="18" charset="2"/>
                <a:sym typeface="Symbol" panose="05050102010706020507" pitchFamily="18" charset="2"/>
              </a:rPr>
              <a:t>e</a:t>
            </a:r>
            <a:r>
              <a:rPr kumimoji="0" lang="en-US" altLang="zh-CN" sz="2000" b="1"/>
              <a:t> </a:t>
            </a:r>
            <a:r>
              <a:rPr kumimoji="0" lang="en-US" altLang="zh-CN" sz="2000" b="1">
                <a:solidFill>
                  <a:srgbClr val="FF3300"/>
                </a:solidFill>
              </a:rPr>
              <a:t>(3.1)</a:t>
            </a:r>
            <a:r>
              <a:rPr kumimoji="0" lang="en-US" altLang="zh-CN" sz="2000" b="1"/>
              <a:t>     M[T’,</a:t>
            </a:r>
            <a:r>
              <a:rPr kumimoji="0" lang="en-US" altLang="zh-CN" sz="2000" b="1">
                <a:solidFill>
                  <a:schemeClr val="accent2"/>
                </a:solidFill>
              </a:rPr>
              <a:t> +</a:t>
            </a:r>
            <a:r>
              <a:rPr kumimoji="0" lang="en-US" altLang="zh-CN" sz="2000" b="1"/>
              <a:t>] : T’ </a:t>
            </a:r>
            <a:r>
              <a:rPr kumimoji="0" lang="en-US" altLang="zh-CN" sz="2000" b="1">
                <a:sym typeface="Symbol" panose="05050102010706020507" pitchFamily="18" charset="2"/>
              </a:rPr>
              <a:t> </a:t>
            </a:r>
            <a:r>
              <a:rPr kumimoji="0" lang="en-US" altLang="zh-CN" sz="2000" b="1">
                <a:solidFill>
                  <a:schemeClr val="accent2"/>
                </a:solidFill>
                <a:latin typeface="Symbol" panose="05050102010706020507" pitchFamily="18" charset="2"/>
                <a:sym typeface="Symbol" panose="05050102010706020507" pitchFamily="18" charset="2"/>
              </a:rPr>
              <a:t>e</a:t>
            </a:r>
            <a:r>
              <a:rPr kumimoji="0" lang="en-US" altLang="zh-CN" sz="2000" b="1"/>
              <a:t> </a:t>
            </a:r>
            <a:r>
              <a:rPr kumimoji="0" lang="en-US" altLang="zh-CN" sz="2000" b="1">
                <a:solidFill>
                  <a:srgbClr val="FF3300"/>
                </a:solidFill>
              </a:rPr>
              <a:t>(3.1)</a:t>
            </a:r>
            <a:endParaRPr kumimoji="0" lang="en-US" altLang="zh-CN" sz="2000" b="1">
              <a:solidFill>
                <a:srgbClr val="FF3300"/>
              </a:solidFill>
            </a:endParaRPr>
          </a:p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b="1"/>
              <a:t>                    M[E’, </a:t>
            </a:r>
            <a:r>
              <a:rPr kumimoji="0" lang="en-US" altLang="zh-CN" sz="2000" b="1">
                <a:solidFill>
                  <a:schemeClr val="accent2"/>
                </a:solidFill>
              </a:rPr>
              <a:t>$</a:t>
            </a:r>
            <a:r>
              <a:rPr kumimoji="0" lang="en-US" altLang="zh-CN" sz="2000" b="1"/>
              <a:t>] : </a:t>
            </a:r>
            <a:r>
              <a:rPr kumimoji="0" lang="en-US" altLang="zh-CN" sz="2000" b="1">
                <a:sym typeface="Symbol" panose="05050102010706020507" pitchFamily="18" charset="2"/>
              </a:rPr>
              <a:t>E’  </a:t>
            </a:r>
            <a:r>
              <a:rPr kumimoji="0" lang="en-US" altLang="zh-CN" sz="2000" b="1">
                <a:solidFill>
                  <a:schemeClr val="accent2"/>
                </a:solidFill>
                <a:latin typeface="Symbol" panose="05050102010706020507" pitchFamily="18" charset="2"/>
                <a:sym typeface="Symbol" panose="05050102010706020507" pitchFamily="18" charset="2"/>
              </a:rPr>
              <a:t>e</a:t>
            </a:r>
            <a:r>
              <a:rPr kumimoji="0" lang="en-US" altLang="zh-CN" sz="2000" b="1"/>
              <a:t> </a:t>
            </a:r>
            <a:r>
              <a:rPr kumimoji="0" lang="en-US" altLang="zh-CN" sz="2000" b="1">
                <a:solidFill>
                  <a:srgbClr val="FF3300"/>
                </a:solidFill>
              </a:rPr>
              <a:t>(3.2)</a:t>
            </a:r>
            <a:r>
              <a:rPr kumimoji="0" lang="en-US" altLang="zh-CN" sz="2000" b="1"/>
              <a:t>     M[T’,</a:t>
            </a:r>
            <a:r>
              <a:rPr kumimoji="0" lang="en-US" altLang="zh-CN" sz="2000" b="1">
                <a:solidFill>
                  <a:schemeClr val="accent2"/>
                </a:solidFill>
              </a:rPr>
              <a:t> )</a:t>
            </a:r>
            <a:r>
              <a:rPr kumimoji="0" lang="en-US" altLang="zh-CN" sz="2000" b="1"/>
              <a:t>] : T’ </a:t>
            </a:r>
            <a:r>
              <a:rPr kumimoji="0" lang="en-US" altLang="zh-CN" sz="2000" b="1">
                <a:sym typeface="Symbol" panose="05050102010706020507" pitchFamily="18" charset="2"/>
              </a:rPr>
              <a:t> </a:t>
            </a:r>
            <a:r>
              <a:rPr kumimoji="0" lang="en-US" altLang="zh-CN" sz="2000" b="1">
                <a:solidFill>
                  <a:schemeClr val="accent2"/>
                </a:solidFill>
                <a:latin typeface="Symbol" panose="05050102010706020507" pitchFamily="18" charset="2"/>
                <a:sym typeface="Symbol" panose="05050102010706020507" pitchFamily="18" charset="2"/>
              </a:rPr>
              <a:t>e</a:t>
            </a:r>
            <a:r>
              <a:rPr kumimoji="0" lang="en-US" altLang="zh-CN" sz="2000" b="1"/>
              <a:t> </a:t>
            </a:r>
            <a:r>
              <a:rPr kumimoji="0" lang="en-US" altLang="zh-CN" sz="2000" b="1">
                <a:solidFill>
                  <a:srgbClr val="FF3300"/>
                </a:solidFill>
              </a:rPr>
              <a:t>(3.1)</a:t>
            </a:r>
            <a:endParaRPr kumimoji="0" lang="en-US" altLang="zh-CN" sz="2000" b="1">
              <a:solidFill>
                <a:srgbClr val="FF3300"/>
              </a:solidFill>
            </a:endParaRPr>
          </a:p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b="1">
                <a:solidFill>
                  <a:srgbClr val="00CC00"/>
                </a:solidFill>
              </a:rPr>
              <a:t>), $ </a:t>
            </a:r>
            <a:r>
              <a:rPr kumimoji="0" lang="en-US" altLang="zh-CN" sz="2000" b="1">
                <a:solidFill>
                  <a:srgbClr val="00CC00"/>
                </a:solidFill>
                <a:latin typeface="宋体" panose="02010600030101010101" pitchFamily="2" charset="-122"/>
              </a:rPr>
              <a:t>∈</a:t>
            </a:r>
            <a:r>
              <a:rPr kumimoji="0" lang="en-US" altLang="zh-CN" sz="2000" b="1">
                <a:solidFill>
                  <a:srgbClr val="00CC00"/>
                </a:solidFill>
              </a:rPr>
              <a:t>Follow(E’)</a:t>
            </a:r>
            <a:r>
              <a:rPr kumimoji="0" lang="en-US" altLang="zh-CN" sz="2000" b="1"/>
              <a:t>                                    M[T’,</a:t>
            </a:r>
            <a:r>
              <a:rPr kumimoji="0" lang="en-US" altLang="zh-CN" sz="2000" b="1">
                <a:solidFill>
                  <a:schemeClr val="accent2"/>
                </a:solidFill>
              </a:rPr>
              <a:t> $</a:t>
            </a:r>
            <a:r>
              <a:rPr kumimoji="0" lang="en-US" altLang="zh-CN" sz="2000" b="1"/>
              <a:t>] : T’ </a:t>
            </a:r>
            <a:r>
              <a:rPr kumimoji="0" lang="en-US" altLang="zh-CN" sz="2000" b="1">
                <a:sym typeface="Symbol" panose="05050102010706020507" pitchFamily="18" charset="2"/>
              </a:rPr>
              <a:t> </a:t>
            </a:r>
            <a:r>
              <a:rPr kumimoji="0" lang="en-US" altLang="zh-CN" sz="2000" b="1">
                <a:solidFill>
                  <a:schemeClr val="accent2"/>
                </a:solidFill>
                <a:latin typeface="Symbol" panose="05050102010706020507" pitchFamily="18" charset="2"/>
                <a:sym typeface="Symbol" panose="05050102010706020507" pitchFamily="18" charset="2"/>
              </a:rPr>
              <a:t>e</a:t>
            </a:r>
            <a:r>
              <a:rPr kumimoji="0" lang="en-US" altLang="zh-CN" sz="2000" b="1"/>
              <a:t> </a:t>
            </a:r>
            <a:r>
              <a:rPr kumimoji="0" lang="en-US" altLang="zh-CN" sz="2000" b="1">
                <a:solidFill>
                  <a:srgbClr val="FF3300"/>
                </a:solidFill>
              </a:rPr>
              <a:t>(3.2)</a:t>
            </a:r>
            <a:endParaRPr kumimoji="0" lang="en-US" altLang="zh-CN" sz="2000" b="1">
              <a:solidFill>
                <a:srgbClr val="FF3300"/>
              </a:solidFill>
            </a:endParaRPr>
          </a:p>
        </p:txBody>
      </p:sp>
      <p:sp>
        <p:nvSpPr>
          <p:cNvPr id="120842" name="Rectangle 14"/>
          <p:cNvSpPr>
            <a:spLocks noChangeArrowheads="1"/>
          </p:cNvSpPr>
          <p:nvPr/>
        </p:nvSpPr>
        <p:spPr bwMode="auto">
          <a:xfrm>
            <a:off x="1214438" y="4414838"/>
            <a:ext cx="7394575" cy="1755775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>
              <a:latin typeface="Symbol" panose="05050102010706020507" pitchFamily="18" charset="2"/>
            </a:endParaRPr>
          </a:p>
        </p:txBody>
      </p:sp>
      <p:sp>
        <p:nvSpPr>
          <p:cNvPr id="120843" name="Line 15"/>
          <p:cNvSpPr>
            <a:spLocks noChangeShapeType="1"/>
          </p:cNvSpPr>
          <p:nvPr/>
        </p:nvSpPr>
        <p:spPr bwMode="auto">
          <a:xfrm>
            <a:off x="5181600" y="4419600"/>
            <a:ext cx="0" cy="175260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20844" name="Rectangle 16"/>
          <p:cNvSpPr>
            <a:spLocks noChangeArrowheads="1"/>
          </p:cNvSpPr>
          <p:nvPr/>
        </p:nvSpPr>
        <p:spPr bwMode="auto">
          <a:xfrm>
            <a:off x="1143000" y="1219200"/>
            <a:ext cx="1981200" cy="1447800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>
              <a:latin typeface="Symbol" panose="05050102010706020507" pitchFamily="18" charset="2"/>
            </a:endParaRPr>
          </a:p>
        </p:txBody>
      </p:sp>
    </p:spTree>
  </p:cSld>
  <p:clrMapOvr>
    <a:masterClrMapping/>
  </p:clrMapOvr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8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例</a:t>
            </a:r>
            <a:r>
              <a:rPr lang="en-US" altLang="zh-CN"/>
              <a:t>4.19</a:t>
            </a:r>
            <a:endParaRPr lang="en-US" altLang="zh-CN"/>
          </a:p>
        </p:txBody>
      </p:sp>
      <p:sp>
        <p:nvSpPr>
          <p:cNvPr id="121859" name="Text Box 4"/>
          <p:cNvSpPr txBox="1">
            <a:spLocks noChangeArrowheads="1"/>
          </p:cNvSpPr>
          <p:nvPr/>
        </p:nvSpPr>
        <p:spPr bwMode="auto">
          <a:xfrm>
            <a:off x="1219200" y="1295400"/>
            <a:ext cx="2057400" cy="1155700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8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b="1"/>
              <a:t>S </a:t>
            </a:r>
            <a:r>
              <a:rPr kumimoji="0" lang="en-US" altLang="zh-CN" sz="2000" b="1">
                <a:sym typeface="Symbol" panose="05050102010706020507" pitchFamily="18" charset="2"/>
              </a:rPr>
              <a:t>  </a:t>
            </a:r>
            <a:r>
              <a:rPr kumimoji="0" lang="en-US" altLang="zh-CN" sz="2000" b="1">
                <a:solidFill>
                  <a:schemeClr val="accent2"/>
                </a:solidFill>
                <a:sym typeface="Symbol" panose="05050102010706020507" pitchFamily="18" charset="2"/>
              </a:rPr>
              <a:t>i </a:t>
            </a:r>
            <a:r>
              <a:rPr kumimoji="0" lang="en-US" altLang="zh-CN" sz="2000" b="1">
                <a:sym typeface="Symbol" panose="05050102010706020507" pitchFamily="18" charset="2"/>
              </a:rPr>
              <a:t>E</a:t>
            </a:r>
            <a:r>
              <a:rPr kumimoji="0" lang="en-US" altLang="zh-CN" sz="2000" b="1">
                <a:solidFill>
                  <a:schemeClr val="accent2"/>
                </a:solidFill>
                <a:sym typeface="Symbol" panose="05050102010706020507" pitchFamily="18" charset="2"/>
              </a:rPr>
              <a:t> t </a:t>
            </a:r>
            <a:r>
              <a:rPr kumimoji="0" lang="en-US" altLang="zh-CN" sz="2000" b="1">
                <a:sym typeface="Symbol" panose="05050102010706020507" pitchFamily="18" charset="2"/>
              </a:rPr>
              <a:t>SS’ | </a:t>
            </a:r>
            <a:r>
              <a:rPr kumimoji="0" lang="en-US" altLang="zh-CN" sz="2000" b="1">
                <a:solidFill>
                  <a:schemeClr val="accent2"/>
                </a:solidFill>
                <a:sym typeface="Symbol" panose="05050102010706020507" pitchFamily="18" charset="2"/>
              </a:rPr>
              <a:t>a</a:t>
            </a:r>
            <a:endParaRPr kumimoji="0" lang="en-US" altLang="zh-CN" sz="2000" b="1">
              <a:sym typeface="Symbol" panose="05050102010706020507" pitchFamily="18" charset="2"/>
            </a:endParaRPr>
          </a:p>
          <a:p>
            <a:pPr eaLnBrk="1" hangingPunct="1">
              <a:lnSpc>
                <a:spcPct val="8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b="1">
                <a:sym typeface="Symbol" panose="05050102010706020507" pitchFamily="18" charset="2"/>
              </a:rPr>
              <a:t>S’  </a:t>
            </a:r>
            <a:r>
              <a:rPr kumimoji="0" lang="en-US" altLang="zh-CN" sz="2000" b="1">
                <a:solidFill>
                  <a:schemeClr val="accent2"/>
                </a:solidFill>
                <a:sym typeface="Symbol" panose="05050102010706020507" pitchFamily="18" charset="2"/>
              </a:rPr>
              <a:t>e</a:t>
            </a:r>
            <a:r>
              <a:rPr kumimoji="0" lang="en-US" altLang="zh-CN" sz="2000" b="1">
                <a:sym typeface="Symbol" panose="05050102010706020507" pitchFamily="18" charset="2"/>
              </a:rPr>
              <a:t>S | </a:t>
            </a:r>
            <a:r>
              <a:rPr kumimoji="0" lang="en-US" altLang="zh-CN" sz="2000" b="1">
                <a:solidFill>
                  <a:schemeClr val="accent2"/>
                </a:solidFill>
                <a:latin typeface="Symbol" panose="05050102010706020507" pitchFamily="18" charset="2"/>
                <a:sym typeface="Symbol" panose="05050102010706020507" pitchFamily="18" charset="2"/>
              </a:rPr>
              <a:t>e</a:t>
            </a:r>
            <a:endParaRPr kumimoji="0" lang="en-US" altLang="zh-CN" sz="2000" b="1">
              <a:sym typeface="Symbol" panose="05050102010706020507" pitchFamily="18" charset="2"/>
            </a:endParaRPr>
          </a:p>
          <a:p>
            <a:pPr eaLnBrk="1" hangingPunct="1">
              <a:lnSpc>
                <a:spcPct val="8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b="1">
                <a:sym typeface="Symbol" panose="05050102010706020507" pitchFamily="18" charset="2"/>
              </a:rPr>
              <a:t>E   </a:t>
            </a:r>
            <a:r>
              <a:rPr kumimoji="0" lang="en-US" altLang="zh-CN" sz="2000" b="1">
                <a:solidFill>
                  <a:schemeClr val="accent2"/>
                </a:solidFill>
                <a:sym typeface="Symbol" panose="05050102010706020507" pitchFamily="18" charset="2"/>
              </a:rPr>
              <a:t>b</a:t>
            </a:r>
            <a:endParaRPr kumimoji="0" lang="en-US" altLang="zh-CN" sz="2000" b="1">
              <a:solidFill>
                <a:schemeClr val="accent2"/>
              </a:solidFill>
              <a:sym typeface="Symbol" panose="05050102010706020507" pitchFamily="18" charset="2"/>
            </a:endParaRPr>
          </a:p>
        </p:txBody>
      </p:sp>
      <p:sp>
        <p:nvSpPr>
          <p:cNvPr id="121860" name="Text Box 5"/>
          <p:cNvSpPr txBox="1">
            <a:spLocks noChangeArrowheads="1"/>
          </p:cNvSpPr>
          <p:nvPr/>
        </p:nvSpPr>
        <p:spPr bwMode="auto">
          <a:xfrm>
            <a:off x="3276600" y="1295400"/>
            <a:ext cx="2286000" cy="1155700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8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b="1"/>
              <a:t>First(S) = { </a:t>
            </a:r>
            <a:r>
              <a:rPr kumimoji="0" lang="en-US" altLang="zh-CN" sz="2000" b="1">
                <a:solidFill>
                  <a:schemeClr val="accent2"/>
                </a:solidFill>
              </a:rPr>
              <a:t>i, a</a:t>
            </a:r>
            <a:r>
              <a:rPr kumimoji="0" lang="en-US" altLang="zh-CN" sz="2000" b="1"/>
              <a:t> }</a:t>
            </a:r>
            <a:endParaRPr kumimoji="0" lang="en-US" altLang="zh-CN" sz="2000" b="1">
              <a:sym typeface="Symbol" panose="05050102010706020507" pitchFamily="18" charset="2"/>
            </a:endParaRPr>
          </a:p>
          <a:p>
            <a:pPr eaLnBrk="1" hangingPunct="1">
              <a:lnSpc>
                <a:spcPct val="8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b="1">
                <a:sym typeface="Symbol" panose="05050102010706020507" pitchFamily="18" charset="2"/>
              </a:rPr>
              <a:t>First(S’) = { </a:t>
            </a:r>
            <a:r>
              <a:rPr kumimoji="0" lang="en-US" altLang="zh-CN" sz="2000" b="1">
                <a:solidFill>
                  <a:schemeClr val="accent2"/>
                </a:solidFill>
                <a:sym typeface="Symbol" panose="05050102010706020507" pitchFamily="18" charset="2"/>
              </a:rPr>
              <a:t>e,</a:t>
            </a:r>
            <a:r>
              <a:rPr kumimoji="0" lang="en-US" altLang="zh-CN" sz="2000" b="1">
                <a:sym typeface="Symbol" panose="05050102010706020507" pitchFamily="18" charset="2"/>
              </a:rPr>
              <a:t> </a:t>
            </a:r>
            <a:r>
              <a:rPr kumimoji="0" lang="en-US" altLang="zh-CN" sz="2000" b="1">
                <a:solidFill>
                  <a:schemeClr val="accent2"/>
                </a:solidFill>
                <a:latin typeface="Symbol" panose="05050102010706020507" pitchFamily="18" charset="2"/>
                <a:sym typeface="Symbol" panose="05050102010706020507" pitchFamily="18" charset="2"/>
              </a:rPr>
              <a:t>e</a:t>
            </a:r>
            <a:r>
              <a:rPr kumimoji="0" lang="en-US" altLang="zh-CN" sz="2000" b="1">
                <a:solidFill>
                  <a:schemeClr val="accent2"/>
                </a:solidFill>
                <a:sym typeface="Symbol" panose="05050102010706020507" pitchFamily="18" charset="2"/>
              </a:rPr>
              <a:t> </a:t>
            </a:r>
            <a:r>
              <a:rPr kumimoji="0" lang="en-US" altLang="zh-CN" sz="2000" b="1">
                <a:sym typeface="Symbol" panose="05050102010706020507" pitchFamily="18" charset="2"/>
              </a:rPr>
              <a:t>}</a:t>
            </a:r>
            <a:endParaRPr kumimoji="0" lang="en-US" altLang="zh-CN" sz="2000" b="1">
              <a:sym typeface="Symbol" panose="05050102010706020507" pitchFamily="18" charset="2"/>
            </a:endParaRPr>
          </a:p>
          <a:p>
            <a:pPr eaLnBrk="1" hangingPunct="1">
              <a:lnSpc>
                <a:spcPct val="8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b="1">
                <a:sym typeface="Symbol" panose="05050102010706020507" pitchFamily="18" charset="2"/>
              </a:rPr>
              <a:t>First(E) = { </a:t>
            </a:r>
            <a:r>
              <a:rPr kumimoji="0" lang="en-US" altLang="zh-CN" sz="2000" b="1">
                <a:solidFill>
                  <a:schemeClr val="accent2"/>
                </a:solidFill>
                <a:sym typeface="Symbol" panose="05050102010706020507" pitchFamily="18" charset="2"/>
              </a:rPr>
              <a:t>b </a:t>
            </a:r>
            <a:r>
              <a:rPr kumimoji="0" lang="en-US" altLang="zh-CN" sz="2000" b="1">
                <a:sym typeface="Symbol" panose="05050102010706020507" pitchFamily="18" charset="2"/>
              </a:rPr>
              <a:t>}</a:t>
            </a:r>
            <a:endParaRPr kumimoji="0" lang="en-US" altLang="zh-CN" sz="2000" b="1">
              <a:sym typeface="Symbol" panose="05050102010706020507" pitchFamily="18" charset="2"/>
            </a:endParaRPr>
          </a:p>
        </p:txBody>
      </p:sp>
      <p:sp>
        <p:nvSpPr>
          <p:cNvPr id="121861" name="Text Box 6"/>
          <p:cNvSpPr txBox="1">
            <a:spLocks noChangeArrowheads="1"/>
          </p:cNvSpPr>
          <p:nvPr/>
        </p:nvSpPr>
        <p:spPr bwMode="auto">
          <a:xfrm>
            <a:off x="5562600" y="1295400"/>
            <a:ext cx="2514600" cy="1155700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8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b="1"/>
              <a:t>Follow(S) = { </a:t>
            </a:r>
            <a:r>
              <a:rPr kumimoji="0" lang="en-US" altLang="zh-CN" sz="2000" b="1">
                <a:solidFill>
                  <a:schemeClr val="accent2"/>
                </a:solidFill>
                <a:sym typeface="Symbol" panose="05050102010706020507" pitchFamily="18" charset="2"/>
              </a:rPr>
              <a:t>e,</a:t>
            </a:r>
            <a:r>
              <a:rPr kumimoji="0" lang="en-US" altLang="zh-CN" sz="2000" b="1">
                <a:sym typeface="Symbol" panose="05050102010706020507" pitchFamily="18" charset="2"/>
              </a:rPr>
              <a:t> </a:t>
            </a:r>
            <a:r>
              <a:rPr kumimoji="0" lang="en-US" altLang="zh-CN" sz="2000" b="1">
                <a:solidFill>
                  <a:schemeClr val="accent2"/>
                </a:solidFill>
                <a:sym typeface="Symbol" panose="05050102010706020507" pitchFamily="18" charset="2"/>
              </a:rPr>
              <a:t>$ </a:t>
            </a:r>
            <a:r>
              <a:rPr kumimoji="0" lang="en-US" altLang="zh-CN" sz="2000" b="1"/>
              <a:t>}</a:t>
            </a:r>
            <a:endParaRPr kumimoji="0" lang="en-US" altLang="zh-CN" sz="2000" b="1">
              <a:sym typeface="Symbol" panose="05050102010706020507" pitchFamily="18" charset="2"/>
            </a:endParaRPr>
          </a:p>
          <a:p>
            <a:pPr eaLnBrk="1" hangingPunct="1">
              <a:lnSpc>
                <a:spcPct val="8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b="1">
                <a:sym typeface="Symbol" panose="05050102010706020507" pitchFamily="18" charset="2"/>
              </a:rPr>
              <a:t>Follow(S’) = { </a:t>
            </a:r>
            <a:r>
              <a:rPr kumimoji="0" lang="en-US" altLang="zh-CN" sz="2000" b="1">
                <a:solidFill>
                  <a:schemeClr val="accent2"/>
                </a:solidFill>
                <a:sym typeface="Symbol" panose="05050102010706020507" pitchFamily="18" charset="2"/>
              </a:rPr>
              <a:t>e,</a:t>
            </a:r>
            <a:r>
              <a:rPr kumimoji="0" lang="en-US" altLang="zh-CN" sz="2000" b="1">
                <a:sym typeface="Symbol" panose="05050102010706020507" pitchFamily="18" charset="2"/>
              </a:rPr>
              <a:t> </a:t>
            </a:r>
            <a:r>
              <a:rPr kumimoji="0" lang="en-US" altLang="zh-CN" sz="2000" b="1">
                <a:solidFill>
                  <a:schemeClr val="accent2"/>
                </a:solidFill>
                <a:sym typeface="Symbol" panose="05050102010706020507" pitchFamily="18" charset="2"/>
              </a:rPr>
              <a:t>$ </a:t>
            </a:r>
            <a:r>
              <a:rPr kumimoji="0" lang="en-US" altLang="zh-CN" sz="2000" b="1">
                <a:sym typeface="Symbol" panose="05050102010706020507" pitchFamily="18" charset="2"/>
              </a:rPr>
              <a:t>}</a:t>
            </a:r>
            <a:endParaRPr kumimoji="0" lang="en-US" altLang="zh-CN" sz="2000" b="1">
              <a:sym typeface="Symbol" panose="05050102010706020507" pitchFamily="18" charset="2"/>
            </a:endParaRPr>
          </a:p>
          <a:p>
            <a:pPr eaLnBrk="1" hangingPunct="1">
              <a:lnSpc>
                <a:spcPct val="8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b="1">
                <a:sym typeface="Symbol" panose="05050102010706020507" pitchFamily="18" charset="2"/>
              </a:rPr>
              <a:t>Follow(E) = { </a:t>
            </a:r>
            <a:r>
              <a:rPr kumimoji="0" lang="en-US" altLang="zh-CN" sz="2000" b="1">
                <a:solidFill>
                  <a:schemeClr val="accent2"/>
                </a:solidFill>
                <a:sym typeface="Symbol" panose="05050102010706020507" pitchFamily="18" charset="2"/>
              </a:rPr>
              <a:t>t </a:t>
            </a:r>
            <a:r>
              <a:rPr kumimoji="0" lang="en-US" altLang="zh-CN" sz="2000" b="1">
                <a:sym typeface="Symbol" panose="05050102010706020507" pitchFamily="18" charset="2"/>
              </a:rPr>
              <a:t>}</a:t>
            </a:r>
            <a:endParaRPr kumimoji="0" lang="en-US" altLang="zh-CN" sz="2000" b="1">
              <a:sym typeface="Symbol" panose="05050102010706020507" pitchFamily="18" charset="2"/>
            </a:endParaRPr>
          </a:p>
        </p:txBody>
      </p:sp>
      <p:sp>
        <p:nvSpPr>
          <p:cNvPr id="121862" name="Text Box 7"/>
          <p:cNvSpPr txBox="1">
            <a:spLocks noChangeArrowheads="1"/>
          </p:cNvSpPr>
          <p:nvPr/>
        </p:nvSpPr>
        <p:spPr bwMode="auto">
          <a:xfrm>
            <a:off x="1219200" y="2514600"/>
            <a:ext cx="7620000" cy="1770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b="1"/>
              <a:t>S </a:t>
            </a:r>
            <a:r>
              <a:rPr kumimoji="0" lang="en-US" altLang="zh-CN" sz="2000" b="1">
                <a:sym typeface="Symbol" panose="05050102010706020507" pitchFamily="18" charset="2"/>
              </a:rPr>
              <a:t>  </a:t>
            </a:r>
            <a:r>
              <a:rPr kumimoji="0" lang="en-US" altLang="zh-CN" sz="2000" b="1">
                <a:solidFill>
                  <a:schemeClr val="accent2"/>
                </a:solidFill>
                <a:sym typeface="Symbol" panose="05050102010706020507" pitchFamily="18" charset="2"/>
              </a:rPr>
              <a:t>i </a:t>
            </a:r>
            <a:r>
              <a:rPr kumimoji="0" lang="en-US" altLang="zh-CN" sz="2000" b="1">
                <a:sym typeface="Symbol" panose="05050102010706020507" pitchFamily="18" charset="2"/>
              </a:rPr>
              <a:t>E</a:t>
            </a:r>
            <a:r>
              <a:rPr kumimoji="0" lang="en-US" altLang="zh-CN" sz="2000" b="1">
                <a:solidFill>
                  <a:schemeClr val="accent2"/>
                </a:solidFill>
                <a:sym typeface="Symbol" panose="05050102010706020507" pitchFamily="18" charset="2"/>
              </a:rPr>
              <a:t> t </a:t>
            </a:r>
            <a:r>
              <a:rPr kumimoji="0" lang="en-US" altLang="zh-CN" sz="2000" b="1">
                <a:sym typeface="Symbol" panose="05050102010706020507" pitchFamily="18" charset="2"/>
              </a:rPr>
              <a:t>SS’                      S  </a:t>
            </a:r>
            <a:r>
              <a:rPr kumimoji="0" lang="en-US" altLang="zh-CN" sz="2000" b="1">
                <a:solidFill>
                  <a:schemeClr val="accent2"/>
                </a:solidFill>
                <a:sym typeface="Symbol" panose="05050102010706020507" pitchFamily="18" charset="2"/>
              </a:rPr>
              <a:t>a</a:t>
            </a:r>
            <a:r>
              <a:rPr kumimoji="0" lang="en-US" altLang="zh-CN" sz="2000" b="1">
                <a:sym typeface="Symbol" panose="05050102010706020507" pitchFamily="18" charset="2"/>
              </a:rPr>
              <a:t>                       E  </a:t>
            </a:r>
            <a:r>
              <a:rPr kumimoji="0" lang="en-US" altLang="zh-CN" sz="2000" b="1">
                <a:solidFill>
                  <a:schemeClr val="accent2"/>
                </a:solidFill>
                <a:sym typeface="Symbol" panose="05050102010706020507" pitchFamily="18" charset="2"/>
              </a:rPr>
              <a:t>b</a:t>
            </a:r>
            <a:endParaRPr kumimoji="0" lang="en-US" altLang="zh-CN" sz="2000" b="1">
              <a:solidFill>
                <a:schemeClr val="accent2"/>
              </a:solidFill>
              <a:sym typeface="Symbol" panose="05050102010706020507" pitchFamily="18" charset="2"/>
            </a:endParaRPr>
          </a:p>
          <a:p>
            <a:pPr eaLnBrk="1" hangingPunct="1">
              <a:lnSpc>
                <a:spcPct val="8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b="1">
                <a:sym typeface="Symbol" panose="05050102010706020507" pitchFamily="18" charset="2"/>
              </a:rPr>
              <a:t>First(</a:t>
            </a:r>
            <a:r>
              <a:rPr kumimoji="0" lang="en-US" altLang="zh-CN" sz="2000" b="1">
                <a:solidFill>
                  <a:schemeClr val="accent2"/>
                </a:solidFill>
                <a:sym typeface="Symbol" panose="05050102010706020507" pitchFamily="18" charset="2"/>
              </a:rPr>
              <a:t>i </a:t>
            </a:r>
            <a:r>
              <a:rPr kumimoji="0" lang="en-US" altLang="zh-CN" sz="2000" b="1">
                <a:sym typeface="Symbol" panose="05050102010706020507" pitchFamily="18" charset="2"/>
              </a:rPr>
              <a:t>E</a:t>
            </a:r>
            <a:r>
              <a:rPr kumimoji="0" lang="en-US" altLang="zh-CN" sz="2000" b="1">
                <a:solidFill>
                  <a:schemeClr val="accent2"/>
                </a:solidFill>
                <a:sym typeface="Symbol" panose="05050102010706020507" pitchFamily="18" charset="2"/>
              </a:rPr>
              <a:t> t </a:t>
            </a:r>
            <a:r>
              <a:rPr kumimoji="0" lang="en-US" altLang="zh-CN" sz="2000" b="1">
                <a:sym typeface="Symbol" panose="05050102010706020507" pitchFamily="18" charset="2"/>
              </a:rPr>
              <a:t>SS’)={</a:t>
            </a:r>
            <a:r>
              <a:rPr kumimoji="0" lang="en-US" altLang="zh-CN" sz="2000" b="1">
                <a:solidFill>
                  <a:schemeClr val="accent2"/>
                </a:solidFill>
                <a:sym typeface="Symbol" panose="05050102010706020507" pitchFamily="18" charset="2"/>
              </a:rPr>
              <a:t>i</a:t>
            </a:r>
            <a:r>
              <a:rPr kumimoji="0" lang="en-US" altLang="zh-CN" sz="2000" b="1">
                <a:sym typeface="Symbol" panose="05050102010706020507" pitchFamily="18" charset="2"/>
              </a:rPr>
              <a:t>}</a:t>
            </a:r>
            <a:r>
              <a:rPr kumimoji="0" lang="en-US" altLang="zh-CN" sz="2000" b="1">
                <a:solidFill>
                  <a:schemeClr val="accent2"/>
                </a:solidFill>
                <a:sym typeface="Symbol" panose="05050102010706020507" pitchFamily="18" charset="2"/>
              </a:rPr>
              <a:t>             </a:t>
            </a:r>
            <a:r>
              <a:rPr kumimoji="0" lang="en-US" altLang="zh-CN" sz="2000" b="1">
                <a:sym typeface="Symbol" panose="05050102010706020507" pitchFamily="18" charset="2"/>
              </a:rPr>
              <a:t>First(</a:t>
            </a:r>
            <a:r>
              <a:rPr kumimoji="0" lang="en-US" altLang="zh-CN" sz="2000" b="1">
                <a:solidFill>
                  <a:schemeClr val="accent2"/>
                </a:solidFill>
                <a:sym typeface="Symbol" panose="05050102010706020507" pitchFamily="18" charset="2"/>
              </a:rPr>
              <a:t>a</a:t>
            </a:r>
            <a:r>
              <a:rPr kumimoji="0" lang="en-US" altLang="zh-CN" sz="2000" b="1">
                <a:sym typeface="Symbol" panose="05050102010706020507" pitchFamily="18" charset="2"/>
              </a:rPr>
              <a:t>) = {</a:t>
            </a:r>
            <a:r>
              <a:rPr kumimoji="0" lang="en-US" altLang="zh-CN" sz="2000" b="1">
                <a:solidFill>
                  <a:schemeClr val="accent2"/>
                </a:solidFill>
                <a:sym typeface="Symbol" panose="05050102010706020507" pitchFamily="18" charset="2"/>
              </a:rPr>
              <a:t>a</a:t>
            </a:r>
            <a:r>
              <a:rPr kumimoji="0" lang="en-US" altLang="zh-CN" sz="2000" b="1">
                <a:sym typeface="Symbol" panose="05050102010706020507" pitchFamily="18" charset="2"/>
              </a:rPr>
              <a:t>}           First(</a:t>
            </a:r>
            <a:r>
              <a:rPr kumimoji="0" lang="en-US" altLang="zh-CN" sz="2000" b="1">
                <a:solidFill>
                  <a:schemeClr val="accent2"/>
                </a:solidFill>
                <a:sym typeface="Symbol" panose="05050102010706020507" pitchFamily="18" charset="2"/>
              </a:rPr>
              <a:t>b</a:t>
            </a:r>
            <a:r>
              <a:rPr kumimoji="0" lang="en-US" altLang="zh-CN" sz="2000" b="1">
                <a:sym typeface="Symbol" panose="05050102010706020507" pitchFamily="18" charset="2"/>
              </a:rPr>
              <a:t>) = {</a:t>
            </a:r>
            <a:r>
              <a:rPr kumimoji="0" lang="en-US" altLang="zh-CN" sz="2000" b="1">
                <a:solidFill>
                  <a:schemeClr val="accent2"/>
                </a:solidFill>
                <a:sym typeface="Symbol" panose="05050102010706020507" pitchFamily="18" charset="2"/>
              </a:rPr>
              <a:t>b</a:t>
            </a:r>
            <a:r>
              <a:rPr kumimoji="0" lang="en-US" altLang="zh-CN" sz="2000" b="1">
                <a:sym typeface="Symbol" panose="05050102010706020507" pitchFamily="18" charset="2"/>
              </a:rPr>
              <a:t>}</a:t>
            </a:r>
            <a:endParaRPr kumimoji="0" lang="en-US" altLang="zh-CN" sz="2000" b="1">
              <a:sym typeface="Symbol" panose="05050102010706020507" pitchFamily="18" charset="2"/>
            </a:endParaRPr>
          </a:p>
          <a:p>
            <a:pPr eaLnBrk="1" hangingPunct="1">
              <a:lnSpc>
                <a:spcPct val="80000"/>
              </a:lnSpc>
              <a:spcBef>
                <a:spcPct val="50000"/>
              </a:spcBef>
              <a:buClrTx/>
              <a:buSzTx/>
              <a:buFontTx/>
              <a:buNone/>
            </a:pPr>
            <a:endParaRPr kumimoji="0" lang="en-US" altLang="zh-CN" sz="2000" b="1">
              <a:sym typeface="Symbol" panose="05050102010706020507" pitchFamily="18" charset="2"/>
            </a:endParaRPr>
          </a:p>
          <a:p>
            <a:pPr eaLnBrk="1" hangingPunct="1">
              <a:lnSpc>
                <a:spcPct val="1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b="1">
                <a:sym typeface="Symbol" panose="05050102010706020507" pitchFamily="18" charset="2"/>
              </a:rPr>
              <a:t>S’  </a:t>
            </a:r>
            <a:r>
              <a:rPr kumimoji="0" lang="en-US" altLang="zh-CN" sz="2000" b="1">
                <a:solidFill>
                  <a:schemeClr val="accent2"/>
                </a:solidFill>
                <a:sym typeface="Symbol" panose="05050102010706020507" pitchFamily="18" charset="2"/>
              </a:rPr>
              <a:t>e</a:t>
            </a:r>
            <a:r>
              <a:rPr kumimoji="0" lang="en-US" altLang="zh-CN" sz="2000" b="1">
                <a:sym typeface="Symbol" panose="05050102010706020507" pitchFamily="18" charset="2"/>
              </a:rPr>
              <a:t>S                               S  </a:t>
            </a:r>
            <a:r>
              <a:rPr kumimoji="0" lang="en-US" altLang="zh-CN" sz="2000" b="1">
                <a:solidFill>
                  <a:schemeClr val="accent2"/>
                </a:solidFill>
                <a:latin typeface="Symbol" panose="05050102010706020507" pitchFamily="18" charset="2"/>
                <a:sym typeface="Symbol" panose="05050102010706020507" pitchFamily="18" charset="2"/>
              </a:rPr>
              <a:t>e</a:t>
            </a:r>
            <a:endParaRPr kumimoji="0" lang="en-US" altLang="zh-CN" sz="2000" b="1">
              <a:solidFill>
                <a:schemeClr val="accent2"/>
              </a:solidFill>
              <a:sym typeface="Symbol" panose="05050102010706020507" pitchFamily="18" charset="2"/>
            </a:endParaRPr>
          </a:p>
          <a:p>
            <a:pPr eaLnBrk="1" hangingPunct="1">
              <a:lnSpc>
                <a:spcPct val="8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b="1">
                <a:sym typeface="Symbol" panose="05050102010706020507" pitchFamily="18" charset="2"/>
              </a:rPr>
              <a:t>First(</a:t>
            </a:r>
            <a:r>
              <a:rPr kumimoji="0" lang="en-US" altLang="zh-CN" sz="2000" b="1">
                <a:solidFill>
                  <a:schemeClr val="accent2"/>
                </a:solidFill>
                <a:sym typeface="Symbol" panose="05050102010706020507" pitchFamily="18" charset="2"/>
              </a:rPr>
              <a:t>e</a:t>
            </a:r>
            <a:r>
              <a:rPr kumimoji="0" lang="en-US" altLang="zh-CN" sz="2000" b="1">
                <a:sym typeface="Symbol" panose="05050102010706020507" pitchFamily="18" charset="2"/>
              </a:rPr>
              <a:t>S) = {</a:t>
            </a:r>
            <a:r>
              <a:rPr kumimoji="0" lang="en-US" altLang="zh-CN" sz="2000" b="1">
                <a:solidFill>
                  <a:schemeClr val="accent2"/>
                </a:solidFill>
                <a:sym typeface="Symbol" panose="05050102010706020507" pitchFamily="18" charset="2"/>
              </a:rPr>
              <a:t>e</a:t>
            </a:r>
            <a:r>
              <a:rPr kumimoji="0" lang="en-US" altLang="zh-CN" sz="2000" b="1">
                <a:sym typeface="Symbol" panose="05050102010706020507" pitchFamily="18" charset="2"/>
              </a:rPr>
              <a:t>}                    First(</a:t>
            </a:r>
            <a:r>
              <a:rPr kumimoji="0" lang="en-US" altLang="zh-CN" sz="2000" b="1">
                <a:solidFill>
                  <a:schemeClr val="accent2"/>
                </a:solidFill>
                <a:latin typeface="Symbol" panose="05050102010706020507" pitchFamily="18" charset="2"/>
                <a:sym typeface="Symbol" panose="05050102010706020507" pitchFamily="18" charset="2"/>
              </a:rPr>
              <a:t>e</a:t>
            </a:r>
            <a:r>
              <a:rPr kumimoji="0" lang="en-US" altLang="zh-CN" sz="2000" b="1">
                <a:sym typeface="Symbol" panose="05050102010706020507" pitchFamily="18" charset="2"/>
              </a:rPr>
              <a:t>) = {</a:t>
            </a:r>
            <a:r>
              <a:rPr kumimoji="0" lang="en-US" altLang="zh-CN" sz="2000" b="1">
                <a:solidFill>
                  <a:schemeClr val="accent2"/>
                </a:solidFill>
                <a:latin typeface="Symbol" panose="05050102010706020507" pitchFamily="18" charset="2"/>
                <a:sym typeface="Symbol" panose="05050102010706020507" pitchFamily="18" charset="2"/>
              </a:rPr>
              <a:t>e</a:t>
            </a:r>
            <a:r>
              <a:rPr kumimoji="0" lang="en-US" altLang="zh-CN" sz="2000" b="1">
                <a:sym typeface="Symbol" panose="05050102010706020507" pitchFamily="18" charset="2"/>
              </a:rPr>
              <a:t>}         Follow(S’) = { </a:t>
            </a:r>
            <a:r>
              <a:rPr kumimoji="0" lang="en-US" altLang="zh-CN" sz="2000" b="1">
                <a:solidFill>
                  <a:schemeClr val="accent2"/>
                </a:solidFill>
                <a:sym typeface="Symbol" panose="05050102010706020507" pitchFamily="18" charset="2"/>
              </a:rPr>
              <a:t>e, $</a:t>
            </a:r>
            <a:r>
              <a:rPr kumimoji="0" lang="en-US" altLang="zh-CN" sz="2000" b="1">
                <a:sym typeface="Symbol" panose="05050102010706020507" pitchFamily="18" charset="2"/>
              </a:rPr>
              <a:t> }</a:t>
            </a:r>
            <a:endParaRPr kumimoji="0" lang="en-US" altLang="zh-CN" sz="2000" b="1">
              <a:sym typeface="Symbol" panose="05050102010706020507" pitchFamily="18" charset="2"/>
            </a:endParaRPr>
          </a:p>
        </p:txBody>
      </p:sp>
      <p:sp>
        <p:nvSpPr>
          <p:cNvPr id="121863" name="Line 8"/>
          <p:cNvSpPr>
            <a:spLocks noChangeShapeType="1"/>
          </p:cNvSpPr>
          <p:nvPr/>
        </p:nvSpPr>
        <p:spPr bwMode="auto">
          <a:xfrm>
            <a:off x="1143000" y="4343400"/>
            <a:ext cx="77724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21864" name="Line 9"/>
          <p:cNvSpPr>
            <a:spLocks noChangeShapeType="1"/>
          </p:cNvSpPr>
          <p:nvPr/>
        </p:nvSpPr>
        <p:spPr bwMode="auto">
          <a:xfrm>
            <a:off x="1143000" y="4419600"/>
            <a:ext cx="77724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21865" name="Line 10"/>
          <p:cNvSpPr>
            <a:spLocks noChangeShapeType="1"/>
          </p:cNvSpPr>
          <p:nvPr/>
        </p:nvSpPr>
        <p:spPr bwMode="auto">
          <a:xfrm>
            <a:off x="1143000" y="6629400"/>
            <a:ext cx="77724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21866" name="Line 11"/>
          <p:cNvSpPr>
            <a:spLocks noChangeShapeType="1"/>
          </p:cNvSpPr>
          <p:nvPr/>
        </p:nvSpPr>
        <p:spPr bwMode="auto">
          <a:xfrm>
            <a:off x="1143000" y="5638800"/>
            <a:ext cx="77724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21867" name="Line 12"/>
          <p:cNvSpPr>
            <a:spLocks noChangeShapeType="1"/>
          </p:cNvSpPr>
          <p:nvPr/>
        </p:nvSpPr>
        <p:spPr bwMode="auto">
          <a:xfrm>
            <a:off x="1143000" y="6172200"/>
            <a:ext cx="77724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21868" name="Line 13"/>
          <p:cNvSpPr>
            <a:spLocks noChangeShapeType="1"/>
          </p:cNvSpPr>
          <p:nvPr/>
        </p:nvSpPr>
        <p:spPr bwMode="auto">
          <a:xfrm>
            <a:off x="2209800" y="4800600"/>
            <a:ext cx="67056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21869" name="Line 14"/>
          <p:cNvSpPr>
            <a:spLocks noChangeShapeType="1"/>
          </p:cNvSpPr>
          <p:nvPr/>
        </p:nvSpPr>
        <p:spPr bwMode="auto">
          <a:xfrm>
            <a:off x="1143000" y="5181600"/>
            <a:ext cx="77724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21870" name="Line 15"/>
          <p:cNvSpPr>
            <a:spLocks noChangeShapeType="1"/>
          </p:cNvSpPr>
          <p:nvPr/>
        </p:nvSpPr>
        <p:spPr bwMode="auto">
          <a:xfrm>
            <a:off x="2209800" y="4419600"/>
            <a:ext cx="0" cy="22098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21871" name="Line 16"/>
          <p:cNvSpPr>
            <a:spLocks noChangeShapeType="1"/>
          </p:cNvSpPr>
          <p:nvPr/>
        </p:nvSpPr>
        <p:spPr bwMode="auto">
          <a:xfrm>
            <a:off x="3276600" y="4800600"/>
            <a:ext cx="0" cy="18288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21872" name="Line 17"/>
          <p:cNvSpPr>
            <a:spLocks noChangeShapeType="1"/>
          </p:cNvSpPr>
          <p:nvPr/>
        </p:nvSpPr>
        <p:spPr bwMode="auto">
          <a:xfrm>
            <a:off x="4343400" y="4800600"/>
            <a:ext cx="0" cy="18288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21873" name="Line 18"/>
          <p:cNvSpPr>
            <a:spLocks noChangeShapeType="1"/>
          </p:cNvSpPr>
          <p:nvPr/>
        </p:nvSpPr>
        <p:spPr bwMode="auto">
          <a:xfrm>
            <a:off x="5486400" y="4800600"/>
            <a:ext cx="0" cy="18288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21874" name="Line 19"/>
          <p:cNvSpPr>
            <a:spLocks noChangeShapeType="1"/>
          </p:cNvSpPr>
          <p:nvPr/>
        </p:nvSpPr>
        <p:spPr bwMode="auto">
          <a:xfrm>
            <a:off x="6705600" y="4800600"/>
            <a:ext cx="0" cy="18288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21875" name="Line 20"/>
          <p:cNvSpPr>
            <a:spLocks noChangeShapeType="1"/>
          </p:cNvSpPr>
          <p:nvPr/>
        </p:nvSpPr>
        <p:spPr bwMode="auto">
          <a:xfrm>
            <a:off x="7772400" y="4800600"/>
            <a:ext cx="0" cy="18288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21876" name="Text Box 21"/>
          <p:cNvSpPr txBox="1">
            <a:spLocks noChangeArrowheads="1"/>
          </p:cNvSpPr>
          <p:nvPr/>
        </p:nvSpPr>
        <p:spPr bwMode="auto">
          <a:xfrm>
            <a:off x="2286000" y="4495800"/>
            <a:ext cx="65532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1600" b="1"/>
              <a:t>INPUT SYMBOL</a:t>
            </a:r>
            <a:endParaRPr kumimoji="0" lang="en-US" altLang="zh-CN" sz="1600" b="1"/>
          </a:p>
        </p:txBody>
      </p:sp>
      <p:sp>
        <p:nvSpPr>
          <p:cNvPr id="121877" name="Text Box 22"/>
          <p:cNvSpPr txBox="1">
            <a:spLocks noChangeArrowheads="1"/>
          </p:cNvSpPr>
          <p:nvPr/>
        </p:nvSpPr>
        <p:spPr bwMode="auto">
          <a:xfrm>
            <a:off x="2209800" y="4800600"/>
            <a:ext cx="10668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b="1"/>
              <a:t>a</a:t>
            </a:r>
            <a:endParaRPr kumimoji="0" lang="en-US" altLang="zh-CN" sz="2000" b="1"/>
          </a:p>
        </p:txBody>
      </p:sp>
      <p:sp>
        <p:nvSpPr>
          <p:cNvPr id="121878" name="Text Box 23"/>
          <p:cNvSpPr txBox="1">
            <a:spLocks noChangeArrowheads="1"/>
          </p:cNvSpPr>
          <p:nvPr/>
        </p:nvSpPr>
        <p:spPr bwMode="auto">
          <a:xfrm>
            <a:off x="7772400" y="4800600"/>
            <a:ext cx="10668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b="1"/>
              <a:t>$</a:t>
            </a:r>
            <a:endParaRPr kumimoji="0" lang="en-US" altLang="zh-CN" sz="2000" b="1"/>
          </a:p>
        </p:txBody>
      </p:sp>
      <p:sp>
        <p:nvSpPr>
          <p:cNvPr id="121879" name="Text Box 24"/>
          <p:cNvSpPr txBox="1">
            <a:spLocks noChangeArrowheads="1"/>
          </p:cNvSpPr>
          <p:nvPr/>
        </p:nvSpPr>
        <p:spPr bwMode="auto">
          <a:xfrm>
            <a:off x="6629400" y="4800600"/>
            <a:ext cx="10668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b="1"/>
              <a:t>t</a:t>
            </a:r>
            <a:endParaRPr kumimoji="0" lang="en-US" altLang="zh-CN" sz="2000" b="1"/>
          </a:p>
        </p:txBody>
      </p:sp>
      <p:sp>
        <p:nvSpPr>
          <p:cNvPr id="121880" name="Text Box 25"/>
          <p:cNvSpPr txBox="1">
            <a:spLocks noChangeArrowheads="1"/>
          </p:cNvSpPr>
          <p:nvPr/>
        </p:nvSpPr>
        <p:spPr bwMode="auto">
          <a:xfrm>
            <a:off x="5486400" y="4800600"/>
            <a:ext cx="10668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b="1"/>
              <a:t>i</a:t>
            </a:r>
            <a:endParaRPr kumimoji="0" lang="en-US" altLang="zh-CN" sz="2000" b="1"/>
          </a:p>
        </p:txBody>
      </p:sp>
      <p:sp>
        <p:nvSpPr>
          <p:cNvPr id="121881" name="Text Box 26"/>
          <p:cNvSpPr txBox="1">
            <a:spLocks noChangeArrowheads="1"/>
          </p:cNvSpPr>
          <p:nvPr/>
        </p:nvSpPr>
        <p:spPr bwMode="auto">
          <a:xfrm>
            <a:off x="4419600" y="4800600"/>
            <a:ext cx="10668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b="1"/>
              <a:t>e</a:t>
            </a:r>
            <a:endParaRPr kumimoji="0" lang="en-US" altLang="zh-CN" sz="2000" b="1"/>
          </a:p>
        </p:txBody>
      </p:sp>
      <p:sp>
        <p:nvSpPr>
          <p:cNvPr id="121882" name="Text Box 27"/>
          <p:cNvSpPr txBox="1">
            <a:spLocks noChangeArrowheads="1"/>
          </p:cNvSpPr>
          <p:nvPr/>
        </p:nvSpPr>
        <p:spPr bwMode="auto">
          <a:xfrm>
            <a:off x="1143000" y="5181600"/>
            <a:ext cx="10668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b="1"/>
              <a:t>S</a:t>
            </a:r>
            <a:endParaRPr kumimoji="0" lang="en-US" altLang="zh-CN" sz="2000" b="1"/>
          </a:p>
        </p:txBody>
      </p:sp>
      <p:sp>
        <p:nvSpPr>
          <p:cNvPr id="121883" name="Text Box 28"/>
          <p:cNvSpPr txBox="1">
            <a:spLocks noChangeArrowheads="1"/>
          </p:cNvSpPr>
          <p:nvPr/>
        </p:nvSpPr>
        <p:spPr bwMode="auto">
          <a:xfrm>
            <a:off x="1143000" y="5638800"/>
            <a:ext cx="10668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b="1"/>
              <a:t>S’</a:t>
            </a:r>
            <a:endParaRPr kumimoji="0" lang="en-US" altLang="zh-CN" sz="2000" b="1"/>
          </a:p>
        </p:txBody>
      </p:sp>
      <p:sp>
        <p:nvSpPr>
          <p:cNvPr id="121884" name="Text Box 29"/>
          <p:cNvSpPr txBox="1">
            <a:spLocks noChangeArrowheads="1"/>
          </p:cNvSpPr>
          <p:nvPr/>
        </p:nvSpPr>
        <p:spPr bwMode="auto">
          <a:xfrm>
            <a:off x="1143000" y="6172200"/>
            <a:ext cx="10668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b="1"/>
              <a:t>E</a:t>
            </a:r>
            <a:endParaRPr kumimoji="0" lang="en-US" altLang="zh-CN" sz="2000" b="1"/>
          </a:p>
        </p:txBody>
      </p:sp>
      <p:sp>
        <p:nvSpPr>
          <p:cNvPr id="121885" name="Text Box 30"/>
          <p:cNvSpPr txBox="1">
            <a:spLocks noChangeArrowheads="1"/>
          </p:cNvSpPr>
          <p:nvPr/>
        </p:nvSpPr>
        <p:spPr bwMode="auto">
          <a:xfrm>
            <a:off x="3276600" y="4800600"/>
            <a:ext cx="10668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b="1"/>
              <a:t>b</a:t>
            </a:r>
            <a:endParaRPr kumimoji="0" lang="en-US" altLang="zh-CN" sz="2000" b="1"/>
          </a:p>
        </p:txBody>
      </p:sp>
      <p:sp>
        <p:nvSpPr>
          <p:cNvPr id="121886" name="Text Box 31"/>
          <p:cNvSpPr txBox="1">
            <a:spLocks noChangeArrowheads="1"/>
          </p:cNvSpPr>
          <p:nvPr/>
        </p:nvSpPr>
        <p:spPr bwMode="auto">
          <a:xfrm>
            <a:off x="1143000" y="4495800"/>
            <a:ext cx="114300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1800" b="1"/>
              <a:t>Non-terminal</a:t>
            </a:r>
            <a:endParaRPr kumimoji="0" lang="en-US" altLang="zh-CN" sz="1800" b="1"/>
          </a:p>
        </p:txBody>
      </p:sp>
      <p:sp>
        <p:nvSpPr>
          <p:cNvPr id="121887" name="Text Box 32"/>
          <p:cNvSpPr txBox="1">
            <a:spLocks noChangeArrowheads="1"/>
          </p:cNvSpPr>
          <p:nvPr/>
        </p:nvSpPr>
        <p:spPr bwMode="auto">
          <a:xfrm>
            <a:off x="2209800" y="5181600"/>
            <a:ext cx="10668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b="1"/>
              <a:t>S </a:t>
            </a:r>
            <a:r>
              <a:rPr kumimoji="0" lang="en-US" altLang="zh-CN" sz="2000" b="1">
                <a:sym typeface="Symbol" panose="05050102010706020507" pitchFamily="18" charset="2"/>
              </a:rPr>
              <a:t>a</a:t>
            </a:r>
            <a:endParaRPr kumimoji="0" lang="en-US" altLang="zh-CN" sz="2000" b="1"/>
          </a:p>
        </p:txBody>
      </p:sp>
      <p:sp>
        <p:nvSpPr>
          <p:cNvPr id="121888" name="Text Box 33"/>
          <p:cNvSpPr txBox="1">
            <a:spLocks noChangeArrowheads="1"/>
          </p:cNvSpPr>
          <p:nvPr/>
        </p:nvSpPr>
        <p:spPr bwMode="auto">
          <a:xfrm>
            <a:off x="5410200" y="5181600"/>
            <a:ext cx="1371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b="1"/>
              <a:t>S </a:t>
            </a:r>
            <a:r>
              <a:rPr kumimoji="0" lang="en-US" altLang="zh-CN" sz="2000" b="1">
                <a:sym typeface="Symbol" panose="05050102010706020507" pitchFamily="18" charset="2"/>
              </a:rPr>
              <a:t>iEtSS’</a:t>
            </a:r>
            <a:endParaRPr kumimoji="0" lang="en-US" altLang="zh-CN" sz="2000" b="1"/>
          </a:p>
        </p:txBody>
      </p:sp>
      <p:sp>
        <p:nvSpPr>
          <p:cNvPr id="121889" name="Text Box 34"/>
          <p:cNvSpPr txBox="1">
            <a:spLocks noChangeArrowheads="1"/>
          </p:cNvSpPr>
          <p:nvPr/>
        </p:nvSpPr>
        <p:spPr bwMode="auto">
          <a:xfrm>
            <a:off x="7772400" y="5715000"/>
            <a:ext cx="10668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b="1"/>
              <a:t>S </a:t>
            </a:r>
            <a:r>
              <a:rPr kumimoji="0" lang="en-US" altLang="zh-CN" sz="2000" b="1">
                <a:sym typeface="Symbol" panose="05050102010706020507" pitchFamily="18" charset="2"/>
              </a:rPr>
              <a:t> </a:t>
            </a:r>
            <a:r>
              <a:rPr kumimoji="0" lang="en-US" altLang="zh-CN" sz="2000" b="1">
                <a:latin typeface="Symbol" panose="05050102010706020507" pitchFamily="18" charset="2"/>
                <a:sym typeface="Symbol" panose="05050102010706020507" pitchFamily="18" charset="2"/>
              </a:rPr>
              <a:t>e</a:t>
            </a:r>
            <a:endParaRPr kumimoji="0" lang="en-US" altLang="zh-CN" sz="2000" b="1">
              <a:latin typeface="Symbol" panose="05050102010706020507" pitchFamily="18" charset="2"/>
              <a:sym typeface="Symbol" panose="05050102010706020507" pitchFamily="18" charset="2"/>
            </a:endParaRPr>
          </a:p>
        </p:txBody>
      </p:sp>
      <p:sp>
        <p:nvSpPr>
          <p:cNvPr id="121890" name="Text Box 35"/>
          <p:cNvSpPr txBox="1">
            <a:spLocks noChangeArrowheads="1"/>
          </p:cNvSpPr>
          <p:nvPr/>
        </p:nvSpPr>
        <p:spPr bwMode="auto">
          <a:xfrm>
            <a:off x="3276600" y="6172200"/>
            <a:ext cx="10668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b="1"/>
              <a:t>E </a:t>
            </a:r>
            <a:r>
              <a:rPr kumimoji="0" lang="en-US" altLang="zh-CN" sz="2000" b="1">
                <a:sym typeface="Symbol" panose="05050102010706020507" pitchFamily="18" charset="2"/>
              </a:rPr>
              <a:t>b</a:t>
            </a:r>
            <a:endParaRPr kumimoji="0" lang="en-US" altLang="zh-CN" sz="2000" b="1"/>
          </a:p>
        </p:txBody>
      </p:sp>
      <p:sp>
        <p:nvSpPr>
          <p:cNvPr id="121891" name="Text Box 36"/>
          <p:cNvSpPr txBox="1">
            <a:spLocks noChangeArrowheads="1"/>
          </p:cNvSpPr>
          <p:nvPr/>
        </p:nvSpPr>
        <p:spPr bwMode="auto">
          <a:xfrm>
            <a:off x="4343400" y="5638800"/>
            <a:ext cx="10668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lnSpc>
                <a:spcPct val="8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b="1"/>
              <a:t>S’ </a:t>
            </a:r>
            <a:r>
              <a:rPr kumimoji="0" lang="en-US" altLang="zh-CN" sz="2000" b="1">
                <a:sym typeface="Symbol" panose="05050102010706020507" pitchFamily="18" charset="2"/>
              </a:rPr>
              <a:t> </a:t>
            </a:r>
            <a:r>
              <a:rPr kumimoji="0" lang="en-US" altLang="zh-CN" sz="2000" b="1">
                <a:latin typeface="Symbol" panose="05050102010706020507" pitchFamily="18" charset="2"/>
                <a:sym typeface="Symbol" panose="05050102010706020507" pitchFamily="18" charset="2"/>
              </a:rPr>
              <a:t>e</a:t>
            </a:r>
            <a:endParaRPr kumimoji="0" lang="en-US" altLang="zh-CN" sz="2000" b="1">
              <a:sym typeface="Symbol" panose="05050102010706020507" pitchFamily="18" charset="2"/>
            </a:endParaRPr>
          </a:p>
          <a:p>
            <a:pPr algn="ctr" eaLnBrk="1" hangingPunct="1">
              <a:lnSpc>
                <a:spcPct val="1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b="1">
                <a:sym typeface="Symbol" panose="05050102010706020507" pitchFamily="18" charset="2"/>
              </a:rPr>
              <a:t>S’ eS</a:t>
            </a:r>
            <a:endParaRPr kumimoji="0" lang="en-US" altLang="zh-CN" sz="2000" b="1">
              <a:sym typeface="Symbol" panose="05050102010706020507" pitchFamily="18" charset="2"/>
            </a:endParaRPr>
          </a:p>
        </p:txBody>
      </p:sp>
      <p:sp>
        <p:nvSpPr>
          <p:cNvPr id="121892" name="Line 37"/>
          <p:cNvSpPr>
            <a:spLocks noChangeShapeType="1"/>
          </p:cNvSpPr>
          <p:nvPr/>
        </p:nvSpPr>
        <p:spPr bwMode="auto">
          <a:xfrm>
            <a:off x="1219200" y="4267200"/>
            <a:ext cx="1600200" cy="0"/>
          </a:xfrm>
          <a:prstGeom prst="line">
            <a:avLst/>
          </a:prstGeom>
          <a:noFill/>
          <a:ln w="25400">
            <a:solidFill>
              <a:srgbClr val="00CC00"/>
            </a:solidFill>
            <a:round/>
            <a:head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21893" name="Line 38"/>
          <p:cNvSpPr>
            <a:spLocks noChangeShapeType="1"/>
          </p:cNvSpPr>
          <p:nvPr/>
        </p:nvSpPr>
        <p:spPr bwMode="auto">
          <a:xfrm>
            <a:off x="6172200" y="4267200"/>
            <a:ext cx="2057400" cy="0"/>
          </a:xfrm>
          <a:prstGeom prst="line">
            <a:avLst/>
          </a:prstGeom>
          <a:noFill/>
          <a:ln w="25400">
            <a:solidFill>
              <a:srgbClr val="00CC00"/>
            </a:solidFill>
            <a:round/>
            <a:head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21894" name="Line 39"/>
          <p:cNvSpPr>
            <a:spLocks noChangeShapeType="1"/>
          </p:cNvSpPr>
          <p:nvPr/>
        </p:nvSpPr>
        <p:spPr bwMode="auto">
          <a:xfrm>
            <a:off x="4038600" y="4267200"/>
            <a:ext cx="1600200" cy="0"/>
          </a:xfrm>
          <a:prstGeom prst="line">
            <a:avLst/>
          </a:prstGeom>
          <a:noFill/>
          <a:ln w="25400">
            <a:solidFill>
              <a:srgbClr val="00CC00"/>
            </a:solidFill>
            <a:round/>
            <a:head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21895" name="Line 40"/>
          <p:cNvSpPr>
            <a:spLocks noChangeShapeType="1"/>
          </p:cNvSpPr>
          <p:nvPr/>
        </p:nvSpPr>
        <p:spPr bwMode="auto">
          <a:xfrm>
            <a:off x="6172200" y="3276600"/>
            <a:ext cx="1600200" cy="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21896" name="Line 41"/>
          <p:cNvSpPr>
            <a:spLocks noChangeShapeType="1"/>
          </p:cNvSpPr>
          <p:nvPr/>
        </p:nvSpPr>
        <p:spPr bwMode="auto">
          <a:xfrm>
            <a:off x="4038600" y="3276600"/>
            <a:ext cx="1600200" cy="0"/>
          </a:xfrm>
          <a:prstGeom prst="line">
            <a:avLst/>
          </a:prstGeom>
          <a:noFill/>
          <a:ln w="25400">
            <a:solidFill>
              <a:schemeClr val="accent2"/>
            </a:solidFill>
            <a:round/>
            <a:head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21897" name="Line 42"/>
          <p:cNvSpPr>
            <a:spLocks noChangeShapeType="1"/>
          </p:cNvSpPr>
          <p:nvPr/>
        </p:nvSpPr>
        <p:spPr bwMode="auto">
          <a:xfrm>
            <a:off x="1295400" y="3276600"/>
            <a:ext cx="1905000" cy="0"/>
          </a:xfrm>
          <a:prstGeom prst="line">
            <a:avLst/>
          </a:prstGeom>
          <a:noFill/>
          <a:ln w="25400">
            <a:solidFill>
              <a:schemeClr val="accent2"/>
            </a:solidFill>
            <a:round/>
            <a:head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21898" name="Line 43"/>
          <p:cNvSpPr>
            <a:spLocks noChangeShapeType="1"/>
          </p:cNvSpPr>
          <p:nvPr/>
        </p:nvSpPr>
        <p:spPr bwMode="auto">
          <a:xfrm>
            <a:off x="4495800" y="6172200"/>
            <a:ext cx="762000" cy="0"/>
          </a:xfrm>
          <a:prstGeom prst="line">
            <a:avLst/>
          </a:prstGeom>
          <a:noFill/>
          <a:ln w="25400">
            <a:solidFill>
              <a:srgbClr val="00CC00"/>
            </a:solidFill>
            <a:round/>
            <a:head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21899" name="Line 44"/>
          <p:cNvSpPr>
            <a:spLocks noChangeShapeType="1"/>
          </p:cNvSpPr>
          <p:nvPr/>
        </p:nvSpPr>
        <p:spPr bwMode="auto">
          <a:xfrm>
            <a:off x="4495800" y="5867400"/>
            <a:ext cx="762000" cy="0"/>
          </a:xfrm>
          <a:prstGeom prst="line">
            <a:avLst/>
          </a:prstGeom>
          <a:noFill/>
          <a:ln w="25400">
            <a:solidFill>
              <a:srgbClr val="00CC00"/>
            </a:solidFill>
            <a:round/>
            <a:head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21900" name="Line 45"/>
          <p:cNvSpPr>
            <a:spLocks noChangeShapeType="1"/>
          </p:cNvSpPr>
          <p:nvPr/>
        </p:nvSpPr>
        <p:spPr bwMode="auto">
          <a:xfrm>
            <a:off x="3429000" y="6477000"/>
            <a:ext cx="762000" cy="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21901" name="Line 46"/>
          <p:cNvSpPr>
            <a:spLocks noChangeShapeType="1"/>
          </p:cNvSpPr>
          <p:nvPr/>
        </p:nvSpPr>
        <p:spPr bwMode="auto">
          <a:xfrm>
            <a:off x="7924800" y="6019800"/>
            <a:ext cx="762000" cy="0"/>
          </a:xfrm>
          <a:prstGeom prst="line">
            <a:avLst/>
          </a:prstGeom>
          <a:noFill/>
          <a:ln w="25400">
            <a:solidFill>
              <a:srgbClr val="00CC00"/>
            </a:solidFill>
            <a:round/>
            <a:head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21902" name="Line 47"/>
          <p:cNvSpPr>
            <a:spLocks noChangeShapeType="1"/>
          </p:cNvSpPr>
          <p:nvPr/>
        </p:nvSpPr>
        <p:spPr bwMode="auto">
          <a:xfrm>
            <a:off x="5486400" y="5486400"/>
            <a:ext cx="1066800" cy="0"/>
          </a:xfrm>
          <a:prstGeom prst="line">
            <a:avLst/>
          </a:prstGeom>
          <a:noFill/>
          <a:ln w="25400">
            <a:solidFill>
              <a:schemeClr val="accent2"/>
            </a:solidFill>
            <a:round/>
            <a:head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21903" name="Line 48"/>
          <p:cNvSpPr>
            <a:spLocks noChangeShapeType="1"/>
          </p:cNvSpPr>
          <p:nvPr/>
        </p:nvSpPr>
        <p:spPr bwMode="auto">
          <a:xfrm>
            <a:off x="2362200" y="5486400"/>
            <a:ext cx="762000" cy="0"/>
          </a:xfrm>
          <a:prstGeom prst="line">
            <a:avLst/>
          </a:prstGeom>
          <a:noFill/>
          <a:ln w="25400">
            <a:solidFill>
              <a:schemeClr val="accent2"/>
            </a:solidFill>
            <a:round/>
            <a:head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4.4.7  LL(1)</a:t>
            </a:r>
            <a:r>
              <a:rPr lang="zh-CN" altLang="en-US"/>
              <a:t>文法</a:t>
            </a:r>
            <a:endParaRPr lang="zh-CN" altLang="en-US"/>
          </a:p>
        </p:txBody>
      </p:sp>
      <p:sp>
        <p:nvSpPr>
          <p:cNvPr id="12288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例</a:t>
            </a:r>
            <a:r>
              <a:rPr lang="en-US" altLang="zh-CN"/>
              <a:t>4.19</a:t>
            </a:r>
            <a:r>
              <a:rPr lang="zh-CN" altLang="en-US"/>
              <a:t>，</a:t>
            </a:r>
            <a:r>
              <a:rPr lang="en-US" altLang="zh-CN"/>
              <a:t>M[S’, e]</a:t>
            </a:r>
            <a:r>
              <a:rPr lang="zh-CN" altLang="en-US"/>
              <a:t>有两个值</a:t>
            </a:r>
            <a:endParaRPr lang="zh-CN" altLang="en-US"/>
          </a:p>
          <a:p>
            <a:pPr eaLnBrk="1" hangingPunct="1"/>
            <a:r>
              <a:rPr lang="zh-CN" altLang="en-US"/>
              <a:t>预测分析表项无多值</a:t>
            </a:r>
            <a:r>
              <a:rPr lang="en-US" altLang="zh-CN"/>
              <a:t>——</a:t>
            </a:r>
            <a:r>
              <a:rPr lang="en-US" altLang="zh-CN">
                <a:solidFill>
                  <a:schemeClr val="folHlink"/>
                </a:solidFill>
              </a:rPr>
              <a:t>L</a:t>
            </a:r>
            <a:r>
              <a:rPr lang="en-US" altLang="zh-CN">
                <a:solidFill>
                  <a:srgbClr val="FF3300"/>
                </a:solidFill>
              </a:rPr>
              <a:t>L</a:t>
            </a:r>
            <a:r>
              <a:rPr lang="en-US" altLang="zh-CN"/>
              <a:t>(1)</a:t>
            </a:r>
            <a:r>
              <a:rPr lang="zh-CN" altLang="en-US"/>
              <a:t>文法</a:t>
            </a:r>
            <a:endParaRPr lang="zh-CN" altLang="en-US"/>
          </a:p>
          <a:p>
            <a:pPr lvl="1" eaLnBrk="1" hangingPunct="1"/>
            <a:r>
              <a:rPr lang="en-US" altLang="zh-CN"/>
              <a:t>L</a:t>
            </a:r>
            <a:r>
              <a:rPr lang="zh-CN" altLang="en-US"/>
              <a:t>：由左至右扫描输入</a:t>
            </a:r>
            <a:endParaRPr lang="zh-CN" altLang="en-US"/>
          </a:p>
          <a:p>
            <a:pPr lvl="1" eaLnBrk="1" hangingPunct="1"/>
            <a:r>
              <a:rPr lang="en-US" altLang="zh-CN">
                <a:solidFill>
                  <a:srgbClr val="FF3300"/>
                </a:solidFill>
              </a:rPr>
              <a:t>L</a:t>
            </a:r>
            <a:r>
              <a:rPr lang="zh-CN" altLang="en-US"/>
              <a:t>：构造最左推导</a:t>
            </a:r>
            <a:endParaRPr lang="zh-CN" altLang="en-US"/>
          </a:p>
          <a:p>
            <a:pPr lvl="1" eaLnBrk="1" hangingPunct="1"/>
            <a:r>
              <a:rPr lang="en-US" altLang="zh-CN"/>
              <a:t>1</a:t>
            </a:r>
            <a:r>
              <a:rPr lang="zh-CN" altLang="en-US"/>
              <a:t>：向前搜索一个输入符号，结合栈中符号，即可确定分析器动作</a:t>
            </a:r>
            <a:endParaRPr lang="zh-CN" altLang="en-US"/>
          </a:p>
        </p:txBody>
      </p:sp>
    </p:spTree>
  </p:cSld>
  <p:clrMapOvr>
    <a:masterClrMapping/>
  </p:clrMapOvr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9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LL(1)</a:t>
            </a:r>
            <a:r>
              <a:rPr lang="zh-CN" altLang="en-US"/>
              <a:t>文法的特性</a:t>
            </a:r>
            <a:endParaRPr lang="zh-CN" altLang="en-US"/>
          </a:p>
        </p:txBody>
      </p:sp>
      <p:sp>
        <p:nvSpPr>
          <p:cNvPr id="12390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609600" indent="-609600" eaLnBrk="1" hangingPunct="1">
              <a:buFont typeface="Wingdings" panose="05000000000000000000" pitchFamily="2" charset="2"/>
              <a:buAutoNum type="arabicPeriod"/>
            </a:pPr>
            <a:r>
              <a:rPr lang="zh-CN" altLang="en-US"/>
              <a:t>无二义性，无左递归</a:t>
            </a:r>
            <a:endParaRPr lang="zh-CN" altLang="en-US"/>
          </a:p>
          <a:p>
            <a:pPr marL="609600" indent="-609600" eaLnBrk="1" hangingPunct="1">
              <a:buFont typeface="Wingdings" panose="05000000000000000000" pitchFamily="2" charset="2"/>
              <a:buAutoNum type="arabicPeriod"/>
            </a:pPr>
            <a:r>
              <a:rPr lang="zh-CN" altLang="en-US"/>
              <a:t>若</a:t>
            </a:r>
            <a:r>
              <a:rPr kumimoji="0" lang="en-US" altLang="zh-CN">
                <a:sym typeface="Symbol" panose="05050102010706020507" pitchFamily="18" charset="2"/>
              </a:rPr>
              <a:t>A </a:t>
            </a:r>
            <a:r>
              <a:rPr kumimoji="0" lang="zh-CN" altLang="en-US">
                <a:sym typeface="Symbol" panose="05050102010706020507" pitchFamily="18" charset="2"/>
              </a:rPr>
              <a:t>，则</a:t>
            </a:r>
            <a:endParaRPr kumimoji="0" lang="zh-CN" altLang="en-US">
              <a:sym typeface="Symbol" panose="05050102010706020507" pitchFamily="18" charset="2"/>
            </a:endParaRPr>
          </a:p>
          <a:p>
            <a:pPr marL="990600" lvl="1" indent="-533400" eaLnBrk="1" hangingPunct="1">
              <a:buFont typeface="Wingdings" panose="05000000000000000000" pitchFamily="2" charset="2"/>
              <a:buAutoNum type="arabicParenR"/>
            </a:pPr>
            <a:r>
              <a:rPr kumimoji="0" lang="zh-CN" altLang="en-US">
                <a:sym typeface="Symbol" panose="05050102010706020507" pitchFamily="18" charset="2"/>
              </a:rPr>
              <a:t>、推导出的符号串，不能以同样的终结符</a:t>
            </a:r>
            <a:r>
              <a:rPr kumimoji="0" lang="en-US" altLang="zh-CN">
                <a:sym typeface="Symbol" panose="05050102010706020507" pitchFamily="18" charset="2"/>
              </a:rPr>
              <a:t>a</a:t>
            </a:r>
            <a:r>
              <a:rPr kumimoji="0" lang="zh-CN" altLang="en-US">
                <a:sym typeface="Symbol" panose="05050102010706020507" pitchFamily="18" charset="2"/>
              </a:rPr>
              <a:t>开头</a:t>
            </a:r>
            <a:endParaRPr kumimoji="0" lang="zh-CN" altLang="en-US">
              <a:sym typeface="Symbol" panose="05050102010706020507" pitchFamily="18" charset="2"/>
            </a:endParaRPr>
          </a:p>
          <a:p>
            <a:pPr marL="990600" lvl="1" indent="-533400" eaLnBrk="1" hangingPunct="1">
              <a:buFont typeface="Wingdings" panose="05000000000000000000" pitchFamily="2" charset="2"/>
              <a:buAutoNum type="arabicParenR"/>
            </a:pPr>
            <a:r>
              <a:rPr kumimoji="0" lang="zh-CN" altLang="en-US">
                <a:sym typeface="Symbol" panose="05050102010706020507" pitchFamily="18" charset="2"/>
              </a:rPr>
              <a:t>、至多有一个可推导出</a:t>
            </a:r>
            <a:r>
              <a:rPr kumimoji="0" lang="en-US" altLang="zh-CN">
                <a:solidFill>
                  <a:schemeClr val="accent2"/>
                </a:solidFill>
                <a:latin typeface="Symbol" panose="05050102010706020507" pitchFamily="18" charset="2"/>
                <a:sym typeface="Symbol" panose="05050102010706020507" pitchFamily="18" charset="2"/>
              </a:rPr>
              <a:t>e</a:t>
            </a:r>
            <a:endParaRPr kumimoji="0" lang="en-US" altLang="zh-CN">
              <a:solidFill>
                <a:schemeClr val="accent2"/>
              </a:solidFill>
              <a:latin typeface="Symbol" panose="05050102010706020507" pitchFamily="18" charset="2"/>
              <a:sym typeface="Symbol" panose="05050102010706020507" pitchFamily="18" charset="2"/>
            </a:endParaRPr>
          </a:p>
          <a:p>
            <a:pPr marL="990600" lvl="1" indent="-533400" eaLnBrk="1" hangingPunct="1">
              <a:buFont typeface="Wingdings" panose="05000000000000000000" pitchFamily="2" charset="2"/>
              <a:buAutoNum type="arabicParenR"/>
            </a:pPr>
            <a:r>
              <a:rPr kumimoji="0" lang="zh-CN" altLang="en-US">
                <a:sym typeface="Symbol" panose="05050102010706020507" pitchFamily="18" charset="2"/>
              </a:rPr>
              <a:t>若 </a:t>
            </a:r>
            <a:r>
              <a:rPr kumimoji="0" lang="en-US" altLang="zh-CN">
                <a:solidFill>
                  <a:schemeClr val="accent2"/>
                </a:solidFill>
                <a:latin typeface="Symbol" panose="05050102010706020507" pitchFamily="18" charset="2"/>
                <a:sym typeface="Symbol" panose="05050102010706020507" pitchFamily="18" charset="2"/>
              </a:rPr>
              <a:t>e</a:t>
            </a:r>
            <a:r>
              <a:rPr kumimoji="0" lang="en-US" altLang="zh-CN">
                <a:sym typeface="Symbol" panose="05050102010706020507" pitchFamily="18" charset="2"/>
              </a:rPr>
              <a:t> </a:t>
            </a:r>
            <a:r>
              <a:rPr kumimoji="0" lang="zh-CN" altLang="en-US">
                <a:sym typeface="Symbol" panose="05050102010706020507" pitchFamily="18" charset="2"/>
              </a:rPr>
              <a:t>，</a:t>
            </a:r>
            <a:r>
              <a:rPr kumimoji="0" lang="en-US" altLang="zh-CN">
                <a:sym typeface="Symbol" panose="05050102010706020507" pitchFamily="18" charset="2"/>
              </a:rPr>
              <a:t>FIRST()</a:t>
            </a:r>
            <a:r>
              <a:rPr kumimoji="0" lang="en-US" altLang="zh-CN">
                <a:solidFill>
                  <a:srgbClr val="000000"/>
                </a:solidFill>
                <a:sym typeface="Symbol" panose="05050102010706020507" pitchFamily="18" charset="2"/>
              </a:rPr>
              <a:t>∩</a:t>
            </a:r>
            <a:r>
              <a:rPr kumimoji="0" lang="en-US" altLang="zh-CN">
                <a:sym typeface="Symbol" panose="05050102010706020507" pitchFamily="18" charset="2"/>
              </a:rPr>
              <a:t>FOLLOW(A)=</a:t>
            </a:r>
            <a:r>
              <a:rPr kumimoji="0" lang="en-US" altLang="zh-CN">
                <a:latin typeface="Symbol" panose="05050102010706020507" pitchFamily="18" charset="2"/>
                <a:sym typeface="Symbol" panose="05050102010706020507" pitchFamily="18" charset="2"/>
              </a:rPr>
              <a:t>F</a:t>
            </a:r>
            <a:endParaRPr kumimoji="0" lang="en-US" altLang="zh-CN">
              <a:latin typeface="Symbol" panose="05050102010706020507" pitchFamily="18" charset="2"/>
              <a:sym typeface="Symbol" panose="05050102010706020507" pitchFamily="18" charset="2"/>
            </a:endParaRPr>
          </a:p>
          <a:p>
            <a:pPr marL="609600" indent="-609600" eaLnBrk="1" hangingPunct="1"/>
            <a:r>
              <a:rPr kumimoji="0" lang="zh-CN" altLang="en-US">
                <a:sym typeface="Symbol" panose="05050102010706020507" pitchFamily="18" charset="2"/>
              </a:rPr>
              <a:t>某些语言不存在</a:t>
            </a:r>
            <a:r>
              <a:rPr kumimoji="0" lang="en-US" altLang="zh-CN">
                <a:sym typeface="Symbol" panose="05050102010706020507" pitchFamily="18" charset="2"/>
              </a:rPr>
              <a:t>LL(1)</a:t>
            </a:r>
            <a:r>
              <a:rPr kumimoji="0" lang="zh-CN" altLang="en-US">
                <a:sym typeface="Symbol" panose="05050102010706020507" pitchFamily="18" charset="2"/>
              </a:rPr>
              <a:t>文法，例</a:t>
            </a:r>
            <a:r>
              <a:rPr kumimoji="0" lang="en-US" altLang="zh-CN">
                <a:sym typeface="Symbol" panose="05050102010706020507" pitchFamily="18" charset="2"/>
              </a:rPr>
              <a:t>4.19</a:t>
            </a:r>
            <a:endParaRPr kumimoji="0" lang="en-US" altLang="zh-CN">
              <a:sym typeface="Symbol" panose="05050102010706020507" pitchFamily="18" charset="2"/>
            </a:endParaRPr>
          </a:p>
        </p:txBody>
      </p:sp>
      <p:sp>
        <p:nvSpPr>
          <p:cNvPr id="123908" name="Text Box 4"/>
          <p:cNvSpPr txBox="1">
            <a:spLocks noChangeArrowheads="1"/>
          </p:cNvSpPr>
          <p:nvPr/>
        </p:nvSpPr>
        <p:spPr bwMode="auto">
          <a:xfrm>
            <a:off x="2819400" y="3962400"/>
            <a:ext cx="304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b="1">
                <a:solidFill>
                  <a:srgbClr val="3333CC"/>
                </a:solidFill>
              </a:rPr>
              <a:t>*</a:t>
            </a:r>
            <a:endParaRPr kumimoji="0" lang="en-US" altLang="zh-CN" sz="2400" b="1">
              <a:solidFill>
                <a:srgbClr val="3333CC"/>
              </a:solidFill>
            </a:endParaRPr>
          </a:p>
        </p:txBody>
      </p:sp>
    </p:spTree>
  </p:cSld>
  <p:clrMapOvr>
    <a:masterClrMapping/>
  </p:clrMapOvr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4.4.8  </a:t>
            </a:r>
            <a:r>
              <a:rPr lang="zh-CN" altLang="en-US"/>
              <a:t>预测分析法的错误恢复</a:t>
            </a:r>
            <a:endParaRPr lang="zh-CN" altLang="en-US"/>
          </a:p>
        </p:txBody>
      </p:sp>
      <p:sp>
        <p:nvSpPr>
          <p:cNvPr id="12493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182688" y="3733800"/>
            <a:ext cx="7772400" cy="2819400"/>
          </a:xfrm>
        </p:spPr>
        <p:txBody>
          <a:bodyPr/>
          <a:lstStyle/>
          <a:p>
            <a:pPr marL="609600" indent="-609600" eaLnBrk="1" hangingPunct="1"/>
            <a:r>
              <a:rPr lang="zh-CN" altLang="en-US" sz="2800"/>
              <a:t>何时发生错误？</a:t>
            </a:r>
            <a:endParaRPr lang="zh-CN" altLang="en-US" sz="2800"/>
          </a:p>
          <a:p>
            <a:pPr marL="990600" lvl="1" indent="-533400" eaLnBrk="1" hangingPunct="1">
              <a:buFont typeface="Wingdings" panose="05000000000000000000" pitchFamily="2" charset="2"/>
              <a:buAutoNum type="arabicPeriod"/>
            </a:pPr>
            <a:r>
              <a:rPr lang="en-US" altLang="zh-CN" sz="2400"/>
              <a:t>X</a:t>
            </a:r>
            <a:r>
              <a:rPr lang="en-US" altLang="zh-CN" sz="2400">
                <a:cs typeface="Times New Roman" panose="02020603050405020304" pitchFamily="18" charset="0"/>
              </a:rPr>
              <a:t>∈</a:t>
            </a:r>
            <a:r>
              <a:rPr lang="en-US" altLang="zh-CN" sz="2400"/>
              <a:t>T</a:t>
            </a:r>
            <a:r>
              <a:rPr lang="zh-CN" altLang="en-US" sz="2400"/>
              <a:t>，</a:t>
            </a:r>
            <a:r>
              <a:rPr lang="en-US" altLang="zh-CN" sz="2400"/>
              <a:t>X</a:t>
            </a:r>
            <a:r>
              <a:rPr lang="en-US" altLang="zh-CN" sz="2400">
                <a:ea typeface="Arial Unicode MS" pitchFamily="34" charset="-122"/>
              </a:rPr>
              <a:t>≠</a:t>
            </a:r>
            <a:r>
              <a:rPr lang="zh-CN" altLang="en-US" sz="2400"/>
              <a:t>输入符号</a:t>
            </a:r>
            <a:endParaRPr lang="zh-CN" altLang="en-US" sz="2400"/>
          </a:p>
          <a:p>
            <a:pPr marL="990600" lvl="1" indent="-533400" eaLnBrk="1" hangingPunct="1">
              <a:buFont typeface="Wingdings" panose="05000000000000000000" pitchFamily="2" charset="2"/>
              <a:buAutoNum type="arabicPeriod"/>
            </a:pPr>
            <a:r>
              <a:rPr lang="en-US" altLang="zh-CN" sz="2400"/>
              <a:t>X</a:t>
            </a:r>
            <a:r>
              <a:rPr lang="en-US" altLang="zh-CN" sz="2400">
                <a:cs typeface="Times New Roman" panose="02020603050405020304" pitchFamily="18" charset="0"/>
              </a:rPr>
              <a:t>∈N</a:t>
            </a:r>
            <a:r>
              <a:rPr lang="en-US" altLang="zh-CN" sz="2400"/>
              <a:t>T</a:t>
            </a:r>
            <a:r>
              <a:rPr lang="zh-CN" altLang="en-US" sz="2400"/>
              <a:t>，</a:t>
            </a:r>
            <a:r>
              <a:rPr lang="en-US" altLang="zh-CN" sz="2400"/>
              <a:t>M[X, </a:t>
            </a:r>
            <a:r>
              <a:rPr lang="zh-CN" altLang="en-US" sz="2400"/>
              <a:t>输入符号</a:t>
            </a:r>
            <a:r>
              <a:rPr lang="en-US" altLang="zh-CN" sz="2400"/>
              <a:t>]</a:t>
            </a:r>
            <a:r>
              <a:rPr lang="zh-CN" altLang="en-US" sz="2400"/>
              <a:t>为空</a:t>
            </a:r>
            <a:endParaRPr lang="zh-CN" altLang="en-US" sz="2400"/>
          </a:p>
          <a:p>
            <a:pPr marL="609600" indent="-609600" eaLnBrk="1" hangingPunct="1"/>
            <a:r>
              <a:rPr lang="zh-CN" altLang="en-US" sz="2800"/>
              <a:t>两种策略：</a:t>
            </a:r>
            <a:r>
              <a:rPr lang="en-US" altLang="zh-CN" sz="2800"/>
              <a:t>Panic</a:t>
            </a:r>
            <a:r>
              <a:rPr lang="zh-CN" altLang="en-US" sz="2800"/>
              <a:t>模式、短语级恢复</a:t>
            </a:r>
            <a:endParaRPr lang="zh-CN" altLang="en-US" sz="2800"/>
          </a:p>
        </p:txBody>
      </p:sp>
      <p:grpSp>
        <p:nvGrpSpPr>
          <p:cNvPr id="124932" name="Group 4"/>
          <p:cNvGrpSpPr/>
          <p:nvPr/>
        </p:nvGrpSpPr>
        <p:grpSpPr bwMode="auto">
          <a:xfrm>
            <a:off x="1752600" y="1314450"/>
            <a:ext cx="6096000" cy="2384425"/>
            <a:chOff x="1056" y="768"/>
            <a:chExt cx="3840" cy="1600"/>
          </a:xfrm>
        </p:grpSpPr>
        <p:grpSp>
          <p:nvGrpSpPr>
            <p:cNvPr id="124933" name="Group 5"/>
            <p:cNvGrpSpPr/>
            <p:nvPr/>
          </p:nvGrpSpPr>
          <p:grpSpPr bwMode="auto">
            <a:xfrm>
              <a:off x="2496" y="768"/>
              <a:ext cx="960" cy="243"/>
              <a:chOff x="2064" y="1344"/>
              <a:chExt cx="960" cy="243"/>
            </a:xfrm>
          </p:grpSpPr>
          <p:sp>
            <p:nvSpPr>
              <p:cNvPr id="124948" name="Text Box 6"/>
              <p:cNvSpPr txBox="1">
                <a:spLocks noChangeArrowheads="1"/>
              </p:cNvSpPr>
              <p:nvPr/>
            </p:nvSpPr>
            <p:spPr bwMode="auto">
              <a:xfrm>
                <a:off x="2064" y="1344"/>
                <a:ext cx="192" cy="243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 type="none" w="sm" len="sm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3300"/>
                  </a:buClr>
                  <a:buSzPct val="75000"/>
                  <a:buFont typeface="Wingdings" panose="05000000000000000000" pitchFamily="2" charset="2"/>
                  <a:buChar char="m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69000"/>
                  <a:buFont typeface="Wingdings" panose="05000000000000000000" pitchFamily="2" charset="2"/>
                  <a:buChar char="q"/>
                  <a:defRPr kumimoji="1" sz="2800">
                    <a:solidFill>
                      <a:srgbClr val="3333CC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3300"/>
                  </a:buClr>
                  <a:buFont typeface="Wingdings" panose="05000000000000000000" pitchFamily="2" charset="2"/>
                  <a:buChar char="Ø"/>
                  <a:defRPr kumimoji="1" sz="2400">
                    <a:solidFill>
                      <a:srgbClr val="FF33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endParaRPr kumimoji="0" lang="zh-CN" altLang="zh-CN" sz="1600" b="1"/>
              </a:p>
            </p:txBody>
          </p:sp>
          <p:sp>
            <p:nvSpPr>
              <p:cNvPr id="124949" name="Text Box 7"/>
              <p:cNvSpPr txBox="1">
                <a:spLocks noChangeArrowheads="1"/>
              </p:cNvSpPr>
              <p:nvPr/>
            </p:nvSpPr>
            <p:spPr bwMode="auto">
              <a:xfrm>
                <a:off x="2256" y="1344"/>
                <a:ext cx="192" cy="243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 type="none" w="sm" len="sm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3300"/>
                  </a:buClr>
                  <a:buSzPct val="75000"/>
                  <a:buFont typeface="Wingdings" panose="05000000000000000000" pitchFamily="2" charset="2"/>
                  <a:buChar char="m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69000"/>
                  <a:buFont typeface="Wingdings" panose="05000000000000000000" pitchFamily="2" charset="2"/>
                  <a:buChar char="q"/>
                  <a:defRPr kumimoji="1" sz="2800">
                    <a:solidFill>
                      <a:srgbClr val="3333CC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3300"/>
                  </a:buClr>
                  <a:buFont typeface="Wingdings" panose="05000000000000000000" pitchFamily="2" charset="2"/>
                  <a:buChar char="Ø"/>
                  <a:defRPr kumimoji="1" sz="2400">
                    <a:solidFill>
                      <a:srgbClr val="FF33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kumimoji="0" lang="en-US" altLang="zh-CN" sz="1600" b="1"/>
                  <a:t>a</a:t>
                </a:r>
                <a:endParaRPr kumimoji="0" lang="en-US" altLang="zh-CN" sz="1600" b="1"/>
              </a:p>
            </p:txBody>
          </p:sp>
          <p:sp>
            <p:nvSpPr>
              <p:cNvPr id="124950" name="Text Box 8"/>
              <p:cNvSpPr txBox="1">
                <a:spLocks noChangeArrowheads="1"/>
              </p:cNvSpPr>
              <p:nvPr/>
            </p:nvSpPr>
            <p:spPr bwMode="auto">
              <a:xfrm>
                <a:off x="2448" y="1344"/>
                <a:ext cx="192" cy="243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 type="none" w="sm" len="sm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3300"/>
                  </a:buClr>
                  <a:buSzPct val="75000"/>
                  <a:buFont typeface="Wingdings" panose="05000000000000000000" pitchFamily="2" charset="2"/>
                  <a:buChar char="m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69000"/>
                  <a:buFont typeface="Wingdings" panose="05000000000000000000" pitchFamily="2" charset="2"/>
                  <a:buChar char="q"/>
                  <a:defRPr kumimoji="1" sz="2800">
                    <a:solidFill>
                      <a:srgbClr val="3333CC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3300"/>
                  </a:buClr>
                  <a:buFont typeface="Wingdings" panose="05000000000000000000" pitchFamily="2" charset="2"/>
                  <a:buChar char="Ø"/>
                  <a:defRPr kumimoji="1" sz="2400">
                    <a:solidFill>
                      <a:srgbClr val="FF33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kumimoji="0" lang="en-US" altLang="zh-CN" sz="1600" b="1"/>
                  <a:t>+</a:t>
                </a:r>
                <a:endParaRPr kumimoji="0" lang="en-US" altLang="zh-CN" sz="1600" b="1"/>
              </a:p>
            </p:txBody>
          </p:sp>
          <p:sp>
            <p:nvSpPr>
              <p:cNvPr id="124951" name="Text Box 9"/>
              <p:cNvSpPr txBox="1">
                <a:spLocks noChangeArrowheads="1"/>
              </p:cNvSpPr>
              <p:nvPr/>
            </p:nvSpPr>
            <p:spPr bwMode="auto">
              <a:xfrm>
                <a:off x="2640" y="1344"/>
                <a:ext cx="192" cy="243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 type="none" w="sm" len="sm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3300"/>
                  </a:buClr>
                  <a:buSzPct val="75000"/>
                  <a:buFont typeface="Wingdings" panose="05000000000000000000" pitchFamily="2" charset="2"/>
                  <a:buChar char="m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69000"/>
                  <a:buFont typeface="Wingdings" panose="05000000000000000000" pitchFamily="2" charset="2"/>
                  <a:buChar char="q"/>
                  <a:defRPr kumimoji="1" sz="2800">
                    <a:solidFill>
                      <a:srgbClr val="3333CC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3300"/>
                  </a:buClr>
                  <a:buFont typeface="Wingdings" panose="05000000000000000000" pitchFamily="2" charset="2"/>
                  <a:buChar char="Ø"/>
                  <a:defRPr kumimoji="1" sz="2400">
                    <a:solidFill>
                      <a:srgbClr val="FF33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kumimoji="0" lang="en-US" altLang="zh-CN" sz="1600" b="1"/>
                  <a:t>b</a:t>
                </a:r>
                <a:endParaRPr kumimoji="0" lang="en-US" altLang="zh-CN" sz="1600" b="1"/>
              </a:p>
            </p:txBody>
          </p:sp>
          <p:sp>
            <p:nvSpPr>
              <p:cNvPr id="124952" name="Text Box 10"/>
              <p:cNvSpPr txBox="1">
                <a:spLocks noChangeArrowheads="1"/>
              </p:cNvSpPr>
              <p:nvPr/>
            </p:nvSpPr>
            <p:spPr bwMode="auto">
              <a:xfrm>
                <a:off x="2832" y="1344"/>
                <a:ext cx="192" cy="243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 type="none" w="sm" len="sm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3300"/>
                  </a:buClr>
                  <a:buSzPct val="75000"/>
                  <a:buFont typeface="Wingdings" panose="05000000000000000000" pitchFamily="2" charset="2"/>
                  <a:buChar char="m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69000"/>
                  <a:buFont typeface="Wingdings" panose="05000000000000000000" pitchFamily="2" charset="2"/>
                  <a:buChar char="q"/>
                  <a:defRPr kumimoji="1" sz="2800">
                    <a:solidFill>
                      <a:srgbClr val="3333CC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3300"/>
                  </a:buClr>
                  <a:buFont typeface="Wingdings" panose="05000000000000000000" pitchFamily="2" charset="2"/>
                  <a:buChar char="Ø"/>
                  <a:defRPr kumimoji="1" sz="2400">
                    <a:solidFill>
                      <a:srgbClr val="FF33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kumimoji="0" lang="en-US" altLang="zh-CN" sz="1600" b="1"/>
                  <a:t>$</a:t>
                </a:r>
                <a:endParaRPr kumimoji="0" lang="en-US" altLang="zh-CN" sz="1600" b="1"/>
              </a:p>
            </p:txBody>
          </p:sp>
        </p:grpSp>
        <p:grpSp>
          <p:nvGrpSpPr>
            <p:cNvPr id="124934" name="Group 11"/>
            <p:cNvGrpSpPr/>
            <p:nvPr/>
          </p:nvGrpSpPr>
          <p:grpSpPr bwMode="auto">
            <a:xfrm>
              <a:off x="1680" y="1344"/>
              <a:ext cx="192" cy="963"/>
              <a:chOff x="2880" y="2832"/>
              <a:chExt cx="192" cy="963"/>
            </a:xfrm>
          </p:grpSpPr>
          <p:sp>
            <p:nvSpPr>
              <p:cNvPr id="124944" name="Text Box 12"/>
              <p:cNvSpPr txBox="1">
                <a:spLocks noChangeArrowheads="1"/>
              </p:cNvSpPr>
              <p:nvPr/>
            </p:nvSpPr>
            <p:spPr bwMode="auto">
              <a:xfrm>
                <a:off x="2880" y="3072"/>
                <a:ext cx="192" cy="243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 type="none" w="sm" len="sm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3300"/>
                  </a:buClr>
                  <a:buSzPct val="75000"/>
                  <a:buFont typeface="Wingdings" panose="05000000000000000000" pitchFamily="2" charset="2"/>
                  <a:buChar char="m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69000"/>
                  <a:buFont typeface="Wingdings" panose="05000000000000000000" pitchFamily="2" charset="2"/>
                  <a:buChar char="q"/>
                  <a:defRPr kumimoji="1" sz="2800">
                    <a:solidFill>
                      <a:srgbClr val="3333CC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3300"/>
                  </a:buClr>
                  <a:buFont typeface="Wingdings" panose="05000000000000000000" pitchFamily="2" charset="2"/>
                  <a:buChar char="Ø"/>
                  <a:defRPr kumimoji="1" sz="2400">
                    <a:solidFill>
                      <a:srgbClr val="FF33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kumimoji="0" lang="en-US" altLang="zh-CN" sz="1600" b="1"/>
                  <a:t>Y</a:t>
                </a:r>
                <a:endParaRPr kumimoji="0" lang="en-US" altLang="zh-CN" sz="1600" b="1"/>
              </a:p>
            </p:txBody>
          </p:sp>
          <p:sp>
            <p:nvSpPr>
              <p:cNvPr id="124945" name="Text Box 13"/>
              <p:cNvSpPr txBox="1">
                <a:spLocks noChangeArrowheads="1"/>
              </p:cNvSpPr>
              <p:nvPr/>
            </p:nvSpPr>
            <p:spPr bwMode="auto">
              <a:xfrm>
                <a:off x="2880" y="2832"/>
                <a:ext cx="192" cy="243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 type="none" w="sm" len="sm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3300"/>
                  </a:buClr>
                  <a:buSzPct val="75000"/>
                  <a:buFont typeface="Wingdings" panose="05000000000000000000" pitchFamily="2" charset="2"/>
                  <a:buChar char="m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69000"/>
                  <a:buFont typeface="Wingdings" panose="05000000000000000000" pitchFamily="2" charset="2"/>
                  <a:buChar char="q"/>
                  <a:defRPr kumimoji="1" sz="2800">
                    <a:solidFill>
                      <a:srgbClr val="3333CC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3300"/>
                  </a:buClr>
                  <a:buFont typeface="Wingdings" panose="05000000000000000000" pitchFamily="2" charset="2"/>
                  <a:buChar char="Ø"/>
                  <a:defRPr kumimoji="1" sz="2400">
                    <a:solidFill>
                      <a:srgbClr val="FF33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kumimoji="0" lang="en-US" altLang="zh-CN" sz="1600" b="1"/>
                  <a:t>X</a:t>
                </a:r>
                <a:endParaRPr kumimoji="0" lang="en-US" altLang="zh-CN" sz="1600" b="1"/>
              </a:p>
            </p:txBody>
          </p:sp>
          <p:sp>
            <p:nvSpPr>
              <p:cNvPr id="124946" name="Text Box 14"/>
              <p:cNvSpPr txBox="1">
                <a:spLocks noChangeArrowheads="1"/>
              </p:cNvSpPr>
              <p:nvPr/>
            </p:nvSpPr>
            <p:spPr bwMode="auto">
              <a:xfrm>
                <a:off x="2880" y="3552"/>
                <a:ext cx="192" cy="243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 type="none" w="sm" len="sm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3300"/>
                  </a:buClr>
                  <a:buSzPct val="75000"/>
                  <a:buFont typeface="Wingdings" panose="05000000000000000000" pitchFamily="2" charset="2"/>
                  <a:buChar char="m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69000"/>
                  <a:buFont typeface="Wingdings" panose="05000000000000000000" pitchFamily="2" charset="2"/>
                  <a:buChar char="q"/>
                  <a:defRPr kumimoji="1" sz="2800">
                    <a:solidFill>
                      <a:srgbClr val="3333CC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3300"/>
                  </a:buClr>
                  <a:buFont typeface="Wingdings" panose="05000000000000000000" pitchFamily="2" charset="2"/>
                  <a:buChar char="Ø"/>
                  <a:defRPr kumimoji="1" sz="2400">
                    <a:solidFill>
                      <a:srgbClr val="FF33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kumimoji="0" lang="en-US" altLang="zh-CN" sz="1600" b="1"/>
                  <a:t>$</a:t>
                </a:r>
                <a:endParaRPr kumimoji="0" lang="en-US" altLang="zh-CN" sz="1600" b="1"/>
              </a:p>
            </p:txBody>
          </p:sp>
          <p:sp>
            <p:nvSpPr>
              <p:cNvPr id="124947" name="Text Box 15"/>
              <p:cNvSpPr txBox="1">
                <a:spLocks noChangeArrowheads="1"/>
              </p:cNvSpPr>
              <p:nvPr/>
            </p:nvSpPr>
            <p:spPr bwMode="auto">
              <a:xfrm>
                <a:off x="2880" y="3313"/>
                <a:ext cx="192" cy="243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 type="none" w="sm" len="sm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3300"/>
                  </a:buClr>
                  <a:buSzPct val="75000"/>
                  <a:buFont typeface="Wingdings" panose="05000000000000000000" pitchFamily="2" charset="2"/>
                  <a:buChar char="m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69000"/>
                  <a:buFont typeface="Wingdings" panose="05000000000000000000" pitchFamily="2" charset="2"/>
                  <a:buChar char="q"/>
                  <a:defRPr kumimoji="1" sz="2800">
                    <a:solidFill>
                      <a:srgbClr val="3333CC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3300"/>
                  </a:buClr>
                  <a:buFont typeface="Wingdings" panose="05000000000000000000" pitchFamily="2" charset="2"/>
                  <a:buChar char="Ø"/>
                  <a:defRPr kumimoji="1" sz="2400">
                    <a:solidFill>
                      <a:srgbClr val="FF33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kumimoji="0" lang="en-US" altLang="zh-CN" sz="1600" b="1"/>
                  <a:t>Z</a:t>
                </a:r>
                <a:endParaRPr kumimoji="0" lang="en-US" altLang="zh-CN" sz="1600" b="1"/>
              </a:p>
            </p:txBody>
          </p:sp>
        </p:grpSp>
        <p:sp>
          <p:nvSpPr>
            <p:cNvPr id="124935" name="Text Box 16"/>
            <p:cNvSpPr txBox="1">
              <a:spLocks noChangeArrowheads="1"/>
            </p:cNvSpPr>
            <p:nvPr/>
          </p:nvSpPr>
          <p:spPr bwMode="auto">
            <a:xfrm>
              <a:off x="3648" y="768"/>
              <a:ext cx="528" cy="2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 type="none" w="sm" len="sm"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1800" b="1"/>
                <a:t>Input</a:t>
              </a:r>
              <a:endParaRPr kumimoji="0" lang="en-US" altLang="zh-CN" sz="1800" b="1"/>
            </a:p>
          </p:txBody>
        </p:sp>
        <p:sp>
          <p:nvSpPr>
            <p:cNvPr id="124936" name="Text Box 17"/>
            <p:cNvSpPr txBox="1">
              <a:spLocks noChangeArrowheads="1"/>
            </p:cNvSpPr>
            <p:nvPr/>
          </p:nvSpPr>
          <p:spPr bwMode="auto">
            <a:xfrm>
              <a:off x="2352" y="1296"/>
              <a:ext cx="1344" cy="448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1800" b="1"/>
                <a:t>Predictive Parsing Program</a:t>
              </a:r>
              <a:endParaRPr kumimoji="0" lang="en-US" altLang="zh-CN" sz="1800" b="1"/>
            </a:p>
          </p:txBody>
        </p:sp>
        <p:sp>
          <p:nvSpPr>
            <p:cNvPr id="124937" name="Text Box 18"/>
            <p:cNvSpPr txBox="1">
              <a:spLocks noChangeArrowheads="1"/>
            </p:cNvSpPr>
            <p:nvPr/>
          </p:nvSpPr>
          <p:spPr bwMode="auto">
            <a:xfrm>
              <a:off x="1056" y="1344"/>
              <a:ext cx="528" cy="2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 type="none" w="sm" len="sm"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1800" b="1"/>
                <a:t>Stack</a:t>
              </a:r>
              <a:endParaRPr kumimoji="0" lang="en-US" altLang="zh-CN" sz="1800" b="1"/>
            </a:p>
          </p:txBody>
        </p:sp>
        <p:sp>
          <p:nvSpPr>
            <p:cNvPr id="124938" name="Text Box 19"/>
            <p:cNvSpPr txBox="1">
              <a:spLocks noChangeArrowheads="1"/>
            </p:cNvSpPr>
            <p:nvPr/>
          </p:nvSpPr>
          <p:spPr bwMode="auto">
            <a:xfrm>
              <a:off x="4176" y="1344"/>
              <a:ext cx="720" cy="2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 type="none" w="sm" len="sm"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1800" b="1"/>
                <a:t>Output</a:t>
              </a:r>
              <a:endParaRPr kumimoji="0" lang="en-US" altLang="zh-CN" sz="1800" b="1"/>
            </a:p>
          </p:txBody>
        </p:sp>
        <p:sp>
          <p:nvSpPr>
            <p:cNvPr id="124939" name="Text Box 20"/>
            <p:cNvSpPr txBox="1">
              <a:spLocks noChangeArrowheads="1"/>
            </p:cNvSpPr>
            <p:nvPr/>
          </p:nvSpPr>
          <p:spPr bwMode="auto">
            <a:xfrm>
              <a:off x="2352" y="1920"/>
              <a:ext cx="1344" cy="448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1800" b="1"/>
                <a:t>Parsing Table M[A,a]</a:t>
              </a:r>
              <a:endParaRPr kumimoji="0" lang="en-US" altLang="zh-CN" sz="1800" b="1"/>
            </a:p>
          </p:txBody>
        </p:sp>
        <p:sp>
          <p:nvSpPr>
            <p:cNvPr id="124940" name="Line 21"/>
            <p:cNvSpPr>
              <a:spLocks noChangeShapeType="1"/>
            </p:cNvSpPr>
            <p:nvPr/>
          </p:nvSpPr>
          <p:spPr bwMode="auto">
            <a:xfrm flipV="1">
              <a:off x="2976" y="1008"/>
              <a:ext cx="0" cy="28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24941" name="Line 22"/>
            <p:cNvSpPr>
              <a:spLocks noChangeShapeType="1"/>
            </p:cNvSpPr>
            <p:nvPr/>
          </p:nvSpPr>
          <p:spPr bwMode="auto">
            <a:xfrm flipH="1">
              <a:off x="1872" y="1440"/>
              <a:ext cx="480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24942" name="Line 23"/>
            <p:cNvSpPr>
              <a:spLocks noChangeShapeType="1"/>
            </p:cNvSpPr>
            <p:nvPr/>
          </p:nvSpPr>
          <p:spPr bwMode="auto">
            <a:xfrm>
              <a:off x="2976" y="1728"/>
              <a:ext cx="0" cy="19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24943" name="Line 24"/>
            <p:cNvSpPr>
              <a:spLocks noChangeShapeType="1"/>
            </p:cNvSpPr>
            <p:nvPr/>
          </p:nvSpPr>
          <p:spPr bwMode="auto">
            <a:xfrm>
              <a:off x="3696" y="1488"/>
              <a:ext cx="480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</p:spTree>
  </p:cSld>
  <p:clrMapOvr>
    <a:masterClrMapping/>
  </p:clrMapOvr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9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Panic</a:t>
            </a:r>
            <a:r>
              <a:rPr lang="zh-CN" altLang="en-US"/>
              <a:t>模式恢复策略</a:t>
            </a:r>
            <a:endParaRPr lang="zh-CN" altLang="en-US"/>
          </a:p>
        </p:txBody>
      </p:sp>
      <p:sp>
        <p:nvSpPr>
          <p:cNvPr id="12595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182688" y="1371600"/>
            <a:ext cx="7772400" cy="5257800"/>
          </a:xfrm>
        </p:spPr>
        <p:txBody>
          <a:bodyPr/>
          <a:lstStyle/>
          <a:p>
            <a:pPr marL="609600" indent="-609600" eaLnBrk="1" hangingPunct="1"/>
            <a:r>
              <a:rPr lang="zh-CN" altLang="en-US" sz="2800" dirty="0"/>
              <a:t>考虑</a:t>
            </a:r>
            <a:r>
              <a:rPr lang="en-US" altLang="zh-CN" sz="2800" dirty="0"/>
              <a:t>NT</a:t>
            </a:r>
            <a:r>
              <a:rPr lang="zh-CN" altLang="en-US" sz="2800" dirty="0"/>
              <a:t>的同步单词集</a:t>
            </a:r>
            <a:endParaRPr lang="zh-CN" altLang="en-US" sz="2800" dirty="0"/>
          </a:p>
          <a:p>
            <a:pPr marL="990600" lvl="1" indent="-533400" eaLnBrk="1" hangingPunct="1">
              <a:buFont typeface="Wingdings" panose="05000000000000000000" pitchFamily="2" charset="2"/>
              <a:buAutoNum type="arabicPeriod"/>
            </a:pPr>
            <a:r>
              <a:rPr lang="en-US" altLang="zh-CN" sz="2400" dirty="0"/>
              <a:t>FOLLOW(A)——</a:t>
            </a:r>
            <a:r>
              <a:rPr lang="zh-CN" altLang="en-US" sz="2400" dirty="0"/>
              <a:t>略过</a:t>
            </a:r>
            <a:r>
              <a:rPr lang="en-US" altLang="zh-CN" sz="2400" dirty="0"/>
              <a:t>A</a:t>
            </a:r>
            <a:endParaRPr lang="en-US" altLang="zh-CN" sz="2400" dirty="0"/>
          </a:p>
          <a:p>
            <a:pPr marL="990600" lvl="1" indent="-533400" eaLnBrk="1" hangingPunct="1">
              <a:buFont typeface="Wingdings" panose="05000000000000000000" pitchFamily="2" charset="2"/>
              <a:buAutoNum type="arabicPeriod"/>
            </a:pPr>
            <a:r>
              <a:rPr lang="en-US" altLang="zh-CN" sz="2400" dirty="0">
                <a:sym typeface="Wingdings" panose="05000000000000000000" pitchFamily="2" charset="2"/>
              </a:rPr>
              <a:t>FIRST(A)——</a:t>
            </a:r>
            <a:r>
              <a:rPr lang="zh-CN" altLang="en-US" sz="2400" dirty="0">
                <a:sym typeface="Wingdings" panose="05000000000000000000" pitchFamily="2" charset="2"/>
              </a:rPr>
              <a:t>重新开始分析</a:t>
            </a:r>
            <a:r>
              <a:rPr lang="en-US" altLang="zh-CN" sz="2400" dirty="0">
                <a:sym typeface="Wingdings" panose="05000000000000000000" pitchFamily="2" charset="2"/>
              </a:rPr>
              <a:t>A</a:t>
            </a:r>
            <a:endParaRPr lang="en-US" altLang="zh-CN" sz="2400" dirty="0">
              <a:sym typeface="Wingdings" panose="05000000000000000000" pitchFamily="2" charset="2"/>
            </a:endParaRPr>
          </a:p>
          <a:p>
            <a:pPr lvl="1" eaLnBrk="1" hangingPunct="1">
              <a:buClr>
                <a:srgbClr val="FF3300"/>
              </a:buClr>
              <a:buFont typeface=".苹方-简 常规体"/>
              <a:buChar char="？"/>
            </a:pPr>
            <a:r>
              <a:rPr lang="zh-CN" altLang="en-US" sz="2400" dirty="0">
                <a:solidFill>
                  <a:srgbClr val="FF0000"/>
                </a:solidFill>
                <a:sym typeface="Wingdings" panose="05000000000000000000" pitchFamily="2" charset="2"/>
              </a:rPr>
              <a:t>如何相应操作栈和输入缓冲区？如何给出恰当的错误信息？</a:t>
            </a:r>
            <a:endParaRPr lang="en-US" altLang="zh-CN" sz="2400" dirty="0">
              <a:solidFill>
                <a:srgbClr val="FF0000"/>
              </a:solidFill>
              <a:sym typeface="Wingdings" panose="05000000000000000000" pitchFamily="2" charset="2"/>
            </a:endParaRPr>
          </a:p>
          <a:p>
            <a:pPr marL="609600" indent="-609600" eaLnBrk="1" hangingPunct="1"/>
            <a:r>
              <a:rPr lang="zh-CN" altLang="en-US" sz="2800" dirty="0"/>
              <a:t>其他方法</a:t>
            </a:r>
            <a:endParaRPr lang="zh-CN" altLang="en-US" sz="2800" dirty="0"/>
          </a:p>
          <a:p>
            <a:pPr marL="990600" lvl="1" indent="-533400" eaLnBrk="1" hangingPunct="1">
              <a:buFont typeface="+mj-lt"/>
              <a:buAutoNum type="arabicPeriod" startAt="3"/>
            </a:pPr>
            <a:r>
              <a:rPr kumimoji="0" lang="zh-CN" altLang="en-US" sz="2400" dirty="0">
                <a:sym typeface="Symbol" panose="05050102010706020507" pitchFamily="18" charset="2"/>
              </a:rPr>
              <a:t>若</a:t>
            </a:r>
            <a:r>
              <a:rPr kumimoji="0" lang="en-US" altLang="zh-CN" sz="2400" dirty="0" err="1">
                <a:sym typeface="Symbol" panose="05050102010706020507" pitchFamily="18" charset="2"/>
              </a:rPr>
              <a:t>A</a:t>
            </a:r>
            <a:r>
              <a:rPr kumimoji="0" lang="en-US" altLang="zh-CN" sz="2400" dirty="0" err="1">
                <a:latin typeface="Symbol" panose="05050102010706020507" pitchFamily="18" charset="2"/>
                <a:sym typeface="Symbol" panose="05050102010706020507" pitchFamily="18" charset="2"/>
              </a:rPr>
              <a:t>e</a:t>
            </a:r>
            <a:r>
              <a:rPr kumimoji="0" lang="zh-CN" altLang="en-US" sz="2400" dirty="0">
                <a:sym typeface="Symbol" panose="05050102010706020507" pitchFamily="18" charset="2"/>
              </a:rPr>
              <a:t>，使用它</a:t>
            </a:r>
            <a:r>
              <a:rPr kumimoji="0" lang="en-US" altLang="zh-CN" sz="2400" dirty="0">
                <a:sym typeface="Symbol" panose="05050102010706020507" pitchFamily="18" charset="2"/>
              </a:rPr>
              <a:t>——</a:t>
            </a:r>
            <a:r>
              <a:rPr kumimoji="0" lang="zh-CN" altLang="en-US" sz="2400" dirty="0">
                <a:sym typeface="Symbol" panose="05050102010706020507" pitchFamily="18" charset="2"/>
              </a:rPr>
              <a:t>推迟错误，减少</a:t>
            </a:r>
            <a:r>
              <a:rPr kumimoji="0" lang="en-US" altLang="zh-CN" sz="2400" dirty="0">
                <a:sym typeface="Symbol" panose="05050102010706020507" pitchFamily="18" charset="2"/>
              </a:rPr>
              <a:t>NT</a:t>
            </a:r>
            <a:endParaRPr kumimoji="0" lang="en-US" altLang="zh-CN" sz="2400" dirty="0">
              <a:sym typeface="Symbol" panose="05050102010706020507" pitchFamily="18" charset="2"/>
            </a:endParaRPr>
          </a:p>
          <a:p>
            <a:pPr marL="990600" lvl="1" indent="-533400" eaLnBrk="1" hangingPunct="1">
              <a:buFont typeface="Wingdings" panose="05000000000000000000" pitchFamily="2" charset="2"/>
              <a:buAutoNum type="arabicPeriod" startAt="3"/>
            </a:pPr>
            <a:r>
              <a:rPr kumimoji="0" lang="zh-CN" altLang="en-US" sz="2400" dirty="0">
                <a:sym typeface="Symbol" panose="05050102010706020507" pitchFamily="18" charset="2"/>
              </a:rPr>
              <a:t>若</a:t>
            </a:r>
            <a:r>
              <a:rPr kumimoji="0" lang="en-US" altLang="zh-CN" sz="2400" dirty="0">
                <a:sym typeface="Symbol" panose="05050102010706020507" pitchFamily="18" charset="2"/>
              </a:rPr>
              <a:t>T</a:t>
            </a:r>
            <a:r>
              <a:rPr kumimoji="0" lang="zh-CN" altLang="en-US" sz="2400" dirty="0">
                <a:sym typeface="Symbol" panose="05050102010706020507" pitchFamily="18" charset="2"/>
              </a:rPr>
              <a:t>不匹配，可弹出它，报告应插入符号</a:t>
            </a:r>
            <a:r>
              <a:rPr kumimoji="0" lang="en-US" altLang="zh-CN" sz="2400" dirty="0">
                <a:sym typeface="Symbol" panose="05050102010706020507" pitchFamily="18" charset="2"/>
              </a:rPr>
              <a:t>——</a:t>
            </a:r>
            <a:r>
              <a:rPr kumimoji="0" lang="zh-CN" altLang="en-US" sz="2400" dirty="0">
                <a:sym typeface="Symbol" panose="05050102010706020507" pitchFamily="18" charset="2"/>
              </a:rPr>
              <a:t>同步集设置为所有其他单词</a:t>
            </a:r>
            <a:endParaRPr kumimoji="0" lang="zh-CN" altLang="en-US" sz="2400" dirty="0">
              <a:sym typeface="Symbol" panose="05050102010706020507" pitchFamily="18" charset="2"/>
            </a:endParaRPr>
          </a:p>
        </p:txBody>
      </p:sp>
      <p:sp>
        <p:nvSpPr>
          <p:cNvPr id="125956" name="Text Box 4"/>
          <p:cNvSpPr txBox="1">
            <a:spLocks noChangeArrowheads="1"/>
          </p:cNvSpPr>
          <p:nvPr/>
        </p:nvSpPr>
        <p:spPr bwMode="auto">
          <a:xfrm>
            <a:off x="2699792" y="4000500"/>
            <a:ext cx="304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b="1" dirty="0">
                <a:solidFill>
                  <a:srgbClr val="3333CC"/>
                </a:solidFill>
              </a:rPr>
              <a:t>*</a:t>
            </a:r>
            <a:endParaRPr kumimoji="0" lang="en-US" altLang="zh-CN" sz="2400" b="1" dirty="0">
              <a:solidFill>
                <a:srgbClr val="3333CC"/>
              </a:solidFill>
            </a:endParaRPr>
          </a:p>
        </p:txBody>
      </p:sp>
    </p:spTree>
  </p:cSld>
  <p:clrMapOvr>
    <a:masterClrMapping/>
  </p:clrMapOvr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9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例</a:t>
            </a:r>
            <a:r>
              <a:rPr lang="en-US" altLang="zh-CN"/>
              <a:t>4.20</a:t>
            </a:r>
            <a:endParaRPr lang="en-US" altLang="zh-CN"/>
          </a:p>
        </p:txBody>
      </p:sp>
      <p:grpSp>
        <p:nvGrpSpPr>
          <p:cNvPr id="126979" name="Group 4"/>
          <p:cNvGrpSpPr/>
          <p:nvPr/>
        </p:nvGrpSpPr>
        <p:grpSpPr bwMode="auto">
          <a:xfrm>
            <a:off x="7924800" y="2211388"/>
            <a:ext cx="1066800" cy="366712"/>
            <a:chOff x="1728" y="3360"/>
            <a:chExt cx="672" cy="231"/>
          </a:xfrm>
        </p:grpSpPr>
        <p:sp>
          <p:nvSpPr>
            <p:cNvPr id="127058" name="Text Box 5"/>
            <p:cNvSpPr txBox="1">
              <a:spLocks noChangeArrowheads="1"/>
            </p:cNvSpPr>
            <p:nvPr/>
          </p:nvSpPr>
          <p:spPr bwMode="auto">
            <a:xfrm>
              <a:off x="1728" y="3360"/>
              <a:ext cx="672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 type="none" w="sm" len="sm"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1800" b="1">
                  <a:solidFill>
                    <a:srgbClr val="FF3300"/>
                  </a:solidFill>
                </a:rPr>
                <a:t>sync</a:t>
              </a:r>
              <a:endParaRPr kumimoji="0" lang="en-US" altLang="zh-CN" sz="1800" b="1">
                <a:solidFill>
                  <a:srgbClr val="FF3300"/>
                </a:solidFill>
              </a:endParaRPr>
            </a:p>
          </p:txBody>
        </p:sp>
        <p:sp>
          <p:nvSpPr>
            <p:cNvPr id="127059" name="Line 6"/>
            <p:cNvSpPr>
              <a:spLocks noChangeShapeType="1"/>
            </p:cNvSpPr>
            <p:nvPr/>
          </p:nvSpPr>
          <p:spPr bwMode="auto">
            <a:xfrm>
              <a:off x="1776" y="3552"/>
              <a:ext cx="384" cy="0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26980" name="Group 7"/>
          <p:cNvGrpSpPr/>
          <p:nvPr/>
        </p:nvGrpSpPr>
        <p:grpSpPr bwMode="auto">
          <a:xfrm>
            <a:off x="7924800" y="2973388"/>
            <a:ext cx="1066800" cy="366712"/>
            <a:chOff x="1728" y="3360"/>
            <a:chExt cx="672" cy="231"/>
          </a:xfrm>
        </p:grpSpPr>
        <p:sp>
          <p:nvSpPr>
            <p:cNvPr id="127056" name="Text Box 8"/>
            <p:cNvSpPr txBox="1">
              <a:spLocks noChangeArrowheads="1"/>
            </p:cNvSpPr>
            <p:nvPr/>
          </p:nvSpPr>
          <p:spPr bwMode="auto">
            <a:xfrm>
              <a:off x="1728" y="3360"/>
              <a:ext cx="672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 type="none" w="sm" len="sm"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1800" b="1">
                  <a:solidFill>
                    <a:srgbClr val="FF3300"/>
                  </a:solidFill>
                </a:rPr>
                <a:t>sync</a:t>
              </a:r>
              <a:endParaRPr kumimoji="0" lang="en-US" altLang="zh-CN" sz="1800" b="1">
                <a:solidFill>
                  <a:srgbClr val="FF3300"/>
                </a:solidFill>
              </a:endParaRPr>
            </a:p>
          </p:txBody>
        </p:sp>
        <p:sp>
          <p:nvSpPr>
            <p:cNvPr id="127057" name="Line 9"/>
            <p:cNvSpPr>
              <a:spLocks noChangeShapeType="1"/>
            </p:cNvSpPr>
            <p:nvPr/>
          </p:nvSpPr>
          <p:spPr bwMode="auto">
            <a:xfrm>
              <a:off x="1776" y="3552"/>
              <a:ext cx="384" cy="0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26981" name="Group 10"/>
          <p:cNvGrpSpPr/>
          <p:nvPr/>
        </p:nvGrpSpPr>
        <p:grpSpPr bwMode="auto">
          <a:xfrm>
            <a:off x="914400" y="1449388"/>
            <a:ext cx="7848600" cy="2667000"/>
            <a:chOff x="720" y="2400"/>
            <a:chExt cx="4944" cy="1680"/>
          </a:xfrm>
        </p:grpSpPr>
        <p:grpSp>
          <p:nvGrpSpPr>
            <p:cNvPr id="127012" name="Group 11"/>
            <p:cNvGrpSpPr/>
            <p:nvPr/>
          </p:nvGrpSpPr>
          <p:grpSpPr bwMode="auto">
            <a:xfrm>
              <a:off x="720" y="2400"/>
              <a:ext cx="4944" cy="1680"/>
              <a:chOff x="720" y="2400"/>
              <a:chExt cx="4944" cy="1680"/>
            </a:xfrm>
          </p:grpSpPr>
          <p:sp>
            <p:nvSpPr>
              <p:cNvPr id="127040" name="Line 12"/>
              <p:cNvSpPr>
                <a:spLocks noChangeShapeType="1"/>
              </p:cNvSpPr>
              <p:nvPr/>
            </p:nvSpPr>
            <p:spPr bwMode="auto">
              <a:xfrm>
                <a:off x="720" y="2400"/>
                <a:ext cx="4944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27041" name="Line 13"/>
              <p:cNvSpPr>
                <a:spLocks noChangeShapeType="1"/>
              </p:cNvSpPr>
              <p:nvPr/>
            </p:nvSpPr>
            <p:spPr bwMode="auto">
              <a:xfrm>
                <a:off x="720" y="2448"/>
                <a:ext cx="4944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27042" name="Line 14"/>
              <p:cNvSpPr>
                <a:spLocks noChangeShapeType="1"/>
              </p:cNvSpPr>
              <p:nvPr/>
            </p:nvSpPr>
            <p:spPr bwMode="auto">
              <a:xfrm>
                <a:off x="1440" y="2688"/>
                <a:ext cx="4223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27043" name="Line 15"/>
              <p:cNvSpPr>
                <a:spLocks noChangeShapeType="1"/>
              </p:cNvSpPr>
              <p:nvPr/>
            </p:nvSpPr>
            <p:spPr bwMode="auto">
              <a:xfrm>
                <a:off x="720" y="2880"/>
                <a:ext cx="4944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27044" name="Line 16"/>
              <p:cNvSpPr>
                <a:spLocks noChangeShapeType="1"/>
              </p:cNvSpPr>
              <p:nvPr/>
            </p:nvSpPr>
            <p:spPr bwMode="auto">
              <a:xfrm>
                <a:off x="720" y="4080"/>
                <a:ext cx="4944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27045" name="Line 17"/>
              <p:cNvSpPr>
                <a:spLocks noChangeShapeType="1"/>
              </p:cNvSpPr>
              <p:nvPr/>
            </p:nvSpPr>
            <p:spPr bwMode="auto">
              <a:xfrm>
                <a:off x="5664" y="2400"/>
                <a:ext cx="0" cy="168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27046" name="Line 18"/>
              <p:cNvSpPr>
                <a:spLocks noChangeShapeType="1"/>
              </p:cNvSpPr>
              <p:nvPr/>
            </p:nvSpPr>
            <p:spPr bwMode="auto">
              <a:xfrm>
                <a:off x="1440" y="2448"/>
                <a:ext cx="0" cy="1632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27047" name="Line 19"/>
              <p:cNvSpPr>
                <a:spLocks noChangeShapeType="1"/>
              </p:cNvSpPr>
              <p:nvPr/>
            </p:nvSpPr>
            <p:spPr bwMode="auto">
              <a:xfrm>
                <a:off x="2160" y="2688"/>
                <a:ext cx="0" cy="1392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27048" name="Line 20"/>
              <p:cNvSpPr>
                <a:spLocks noChangeShapeType="1"/>
              </p:cNvSpPr>
              <p:nvPr/>
            </p:nvSpPr>
            <p:spPr bwMode="auto">
              <a:xfrm>
                <a:off x="3600" y="2688"/>
                <a:ext cx="0" cy="1392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27049" name="Line 21"/>
              <p:cNvSpPr>
                <a:spLocks noChangeShapeType="1"/>
              </p:cNvSpPr>
              <p:nvPr/>
            </p:nvSpPr>
            <p:spPr bwMode="auto">
              <a:xfrm>
                <a:off x="4320" y="2688"/>
                <a:ext cx="0" cy="1392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27050" name="Line 22"/>
              <p:cNvSpPr>
                <a:spLocks noChangeShapeType="1"/>
              </p:cNvSpPr>
              <p:nvPr/>
            </p:nvSpPr>
            <p:spPr bwMode="auto">
              <a:xfrm>
                <a:off x="4992" y="2688"/>
                <a:ext cx="0" cy="1392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27051" name="Line 23"/>
              <p:cNvSpPr>
                <a:spLocks noChangeShapeType="1"/>
              </p:cNvSpPr>
              <p:nvPr/>
            </p:nvSpPr>
            <p:spPr bwMode="auto">
              <a:xfrm>
                <a:off x="2880" y="2688"/>
                <a:ext cx="0" cy="1392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27052" name="Line 24"/>
              <p:cNvSpPr>
                <a:spLocks noChangeShapeType="1"/>
              </p:cNvSpPr>
              <p:nvPr/>
            </p:nvSpPr>
            <p:spPr bwMode="auto">
              <a:xfrm>
                <a:off x="720" y="3120"/>
                <a:ext cx="4944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27053" name="Line 25"/>
              <p:cNvSpPr>
                <a:spLocks noChangeShapeType="1"/>
              </p:cNvSpPr>
              <p:nvPr/>
            </p:nvSpPr>
            <p:spPr bwMode="auto">
              <a:xfrm>
                <a:off x="720" y="3360"/>
                <a:ext cx="4944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27054" name="Line 26"/>
              <p:cNvSpPr>
                <a:spLocks noChangeShapeType="1"/>
              </p:cNvSpPr>
              <p:nvPr/>
            </p:nvSpPr>
            <p:spPr bwMode="auto">
              <a:xfrm>
                <a:off x="720" y="3600"/>
                <a:ext cx="4944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27055" name="Line 27"/>
              <p:cNvSpPr>
                <a:spLocks noChangeShapeType="1"/>
              </p:cNvSpPr>
              <p:nvPr/>
            </p:nvSpPr>
            <p:spPr bwMode="auto">
              <a:xfrm>
                <a:off x="720" y="3840"/>
                <a:ext cx="4944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127013" name="Text Box 28"/>
            <p:cNvSpPr txBox="1">
              <a:spLocks noChangeArrowheads="1"/>
            </p:cNvSpPr>
            <p:nvPr/>
          </p:nvSpPr>
          <p:spPr bwMode="auto">
            <a:xfrm>
              <a:off x="720" y="2544"/>
              <a:ext cx="672" cy="2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 type="none" w="sm" len="sm"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lnSpc>
                  <a:spcPct val="70000"/>
                </a:lnSpc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1600" b="1"/>
                <a:t>Non-terminal</a:t>
              </a:r>
              <a:endParaRPr kumimoji="0" lang="en-US" altLang="zh-CN" sz="1600" b="1"/>
            </a:p>
          </p:txBody>
        </p:sp>
        <p:sp>
          <p:nvSpPr>
            <p:cNvPr id="127014" name="Text Box 29"/>
            <p:cNvSpPr txBox="1">
              <a:spLocks noChangeArrowheads="1"/>
            </p:cNvSpPr>
            <p:nvPr/>
          </p:nvSpPr>
          <p:spPr bwMode="auto">
            <a:xfrm>
              <a:off x="2736" y="2448"/>
              <a:ext cx="2112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 type="none" w="sm" len="sm"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1800" b="1"/>
                <a:t>INPUT SYMBOL</a:t>
              </a:r>
              <a:endParaRPr kumimoji="0" lang="en-US" altLang="zh-CN" sz="1800" b="1"/>
            </a:p>
          </p:txBody>
        </p:sp>
        <p:sp>
          <p:nvSpPr>
            <p:cNvPr id="127015" name="Text Box 30"/>
            <p:cNvSpPr txBox="1">
              <a:spLocks noChangeArrowheads="1"/>
            </p:cNvSpPr>
            <p:nvPr/>
          </p:nvSpPr>
          <p:spPr bwMode="auto">
            <a:xfrm>
              <a:off x="1584" y="2688"/>
              <a:ext cx="432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 type="none" w="sm" len="sm"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1600" b="1">
                  <a:solidFill>
                    <a:schemeClr val="accent2"/>
                  </a:solidFill>
                </a:rPr>
                <a:t>id</a:t>
              </a:r>
              <a:endParaRPr kumimoji="0" lang="en-US" altLang="zh-CN" sz="1600" b="1">
                <a:solidFill>
                  <a:schemeClr val="accent2"/>
                </a:solidFill>
              </a:endParaRPr>
            </a:p>
          </p:txBody>
        </p:sp>
        <p:sp>
          <p:nvSpPr>
            <p:cNvPr id="127016" name="Text Box 31"/>
            <p:cNvSpPr txBox="1">
              <a:spLocks noChangeArrowheads="1"/>
            </p:cNvSpPr>
            <p:nvPr/>
          </p:nvSpPr>
          <p:spPr bwMode="auto">
            <a:xfrm>
              <a:off x="2304" y="2688"/>
              <a:ext cx="432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 type="none" w="sm" len="sm"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1600" b="1">
                  <a:solidFill>
                    <a:schemeClr val="accent2"/>
                  </a:solidFill>
                </a:rPr>
                <a:t>+</a:t>
              </a:r>
              <a:endParaRPr kumimoji="0" lang="en-US" altLang="zh-CN" sz="1600" b="1">
                <a:solidFill>
                  <a:schemeClr val="accent2"/>
                </a:solidFill>
              </a:endParaRPr>
            </a:p>
          </p:txBody>
        </p:sp>
        <p:sp>
          <p:nvSpPr>
            <p:cNvPr id="127017" name="Text Box 32"/>
            <p:cNvSpPr txBox="1">
              <a:spLocks noChangeArrowheads="1"/>
            </p:cNvSpPr>
            <p:nvPr/>
          </p:nvSpPr>
          <p:spPr bwMode="auto">
            <a:xfrm>
              <a:off x="3024" y="2688"/>
              <a:ext cx="432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 type="none" w="sm" len="sm"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1600" b="1">
                  <a:solidFill>
                    <a:schemeClr val="accent2"/>
                  </a:solidFill>
                </a:rPr>
                <a:t>*</a:t>
              </a:r>
              <a:endParaRPr kumimoji="0" lang="en-US" altLang="zh-CN" sz="1600" b="1">
                <a:solidFill>
                  <a:schemeClr val="accent2"/>
                </a:solidFill>
              </a:endParaRPr>
            </a:p>
          </p:txBody>
        </p:sp>
        <p:sp>
          <p:nvSpPr>
            <p:cNvPr id="127018" name="Text Box 33"/>
            <p:cNvSpPr txBox="1">
              <a:spLocks noChangeArrowheads="1"/>
            </p:cNvSpPr>
            <p:nvPr/>
          </p:nvSpPr>
          <p:spPr bwMode="auto">
            <a:xfrm>
              <a:off x="3744" y="2688"/>
              <a:ext cx="432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 type="none" w="sm" len="sm"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1600" b="1">
                  <a:solidFill>
                    <a:schemeClr val="accent2"/>
                  </a:solidFill>
                </a:rPr>
                <a:t>(</a:t>
              </a:r>
              <a:endParaRPr kumimoji="0" lang="en-US" altLang="zh-CN" sz="1600" b="1">
                <a:solidFill>
                  <a:schemeClr val="accent2"/>
                </a:solidFill>
              </a:endParaRPr>
            </a:p>
          </p:txBody>
        </p:sp>
        <p:sp>
          <p:nvSpPr>
            <p:cNvPr id="127019" name="Text Box 34"/>
            <p:cNvSpPr txBox="1">
              <a:spLocks noChangeArrowheads="1"/>
            </p:cNvSpPr>
            <p:nvPr/>
          </p:nvSpPr>
          <p:spPr bwMode="auto">
            <a:xfrm>
              <a:off x="4416" y="2688"/>
              <a:ext cx="432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 type="none" w="sm" len="sm"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1600" b="1">
                  <a:solidFill>
                    <a:schemeClr val="accent2"/>
                  </a:solidFill>
                </a:rPr>
                <a:t>)</a:t>
              </a:r>
              <a:endParaRPr kumimoji="0" lang="en-US" altLang="zh-CN" sz="1600" b="1">
                <a:solidFill>
                  <a:schemeClr val="accent2"/>
                </a:solidFill>
              </a:endParaRPr>
            </a:p>
          </p:txBody>
        </p:sp>
        <p:sp>
          <p:nvSpPr>
            <p:cNvPr id="127020" name="Text Box 35"/>
            <p:cNvSpPr txBox="1">
              <a:spLocks noChangeArrowheads="1"/>
            </p:cNvSpPr>
            <p:nvPr/>
          </p:nvSpPr>
          <p:spPr bwMode="auto">
            <a:xfrm>
              <a:off x="5088" y="2688"/>
              <a:ext cx="432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 type="none" w="sm" len="sm"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1600" b="1">
                  <a:solidFill>
                    <a:schemeClr val="accent2"/>
                  </a:solidFill>
                </a:rPr>
                <a:t>$</a:t>
              </a:r>
              <a:endParaRPr kumimoji="0" lang="en-US" altLang="zh-CN" sz="1600" b="1">
                <a:solidFill>
                  <a:schemeClr val="accent2"/>
                </a:solidFill>
              </a:endParaRPr>
            </a:p>
          </p:txBody>
        </p:sp>
        <p:sp>
          <p:nvSpPr>
            <p:cNvPr id="127021" name="Text Box 36"/>
            <p:cNvSpPr txBox="1">
              <a:spLocks noChangeArrowheads="1"/>
            </p:cNvSpPr>
            <p:nvPr/>
          </p:nvSpPr>
          <p:spPr bwMode="auto">
            <a:xfrm>
              <a:off x="768" y="2880"/>
              <a:ext cx="57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 type="none" w="sm" len="sm"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1800" b="1"/>
                <a:t>E</a:t>
              </a:r>
              <a:endParaRPr kumimoji="0" lang="en-US" altLang="zh-CN" sz="1800" b="1"/>
            </a:p>
          </p:txBody>
        </p:sp>
        <p:sp>
          <p:nvSpPr>
            <p:cNvPr id="127022" name="Text Box 37"/>
            <p:cNvSpPr txBox="1">
              <a:spLocks noChangeArrowheads="1"/>
            </p:cNvSpPr>
            <p:nvPr/>
          </p:nvSpPr>
          <p:spPr bwMode="auto">
            <a:xfrm>
              <a:off x="768" y="3120"/>
              <a:ext cx="57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 type="none" w="sm" len="sm"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1800" b="1"/>
                <a:t>E’</a:t>
              </a:r>
              <a:endParaRPr kumimoji="0" lang="en-US" altLang="zh-CN" sz="1800" b="1"/>
            </a:p>
          </p:txBody>
        </p:sp>
        <p:sp>
          <p:nvSpPr>
            <p:cNvPr id="127023" name="Text Box 38"/>
            <p:cNvSpPr txBox="1">
              <a:spLocks noChangeArrowheads="1"/>
            </p:cNvSpPr>
            <p:nvPr/>
          </p:nvSpPr>
          <p:spPr bwMode="auto">
            <a:xfrm>
              <a:off x="768" y="3360"/>
              <a:ext cx="57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 type="none" w="sm" len="sm"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1800" b="1"/>
                <a:t>T</a:t>
              </a:r>
              <a:endParaRPr kumimoji="0" lang="en-US" altLang="zh-CN" sz="1800" b="1"/>
            </a:p>
          </p:txBody>
        </p:sp>
        <p:sp>
          <p:nvSpPr>
            <p:cNvPr id="127024" name="Text Box 39"/>
            <p:cNvSpPr txBox="1">
              <a:spLocks noChangeArrowheads="1"/>
            </p:cNvSpPr>
            <p:nvPr/>
          </p:nvSpPr>
          <p:spPr bwMode="auto">
            <a:xfrm>
              <a:off x="768" y="3600"/>
              <a:ext cx="57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 type="none" w="sm" len="sm"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1800" b="1"/>
                <a:t>T’</a:t>
              </a:r>
              <a:endParaRPr kumimoji="0" lang="en-US" altLang="zh-CN" sz="1800" b="1"/>
            </a:p>
          </p:txBody>
        </p:sp>
        <p:sp>
          <p:nvSpPr>
            <p:cNvPr id="127025" name="Text Box 40"/>
            <p:cNvSpPr txBox="1">
              <a:spLocks noChangeArrowheads="1"/>
            </p:cNvSpPr>
            <p:nvPr/>
          </p:nvSpPr>
          <p:spPr bwMode="auto">
            <a:xfrm>
              <a:off x="768" y="3840"/>
              <a:ext cx="57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 type="none" w="sm" len="sm"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1800" b="1"/>
                <a:t>F</a:t>
              </a:r>
              <a:endParaRPr kumimoji="0" lang="en-US" altLang="zh-CN" sz="1800" b="1"/>
            </a:p>
          </p:txBody>
        </p:sp>
        <p:sp>
          <p:nvSpPr>
            <p:cNvPr id="127026" name="Text Box 41"/>
            <p:cNvSpPr txBox="1">
              <a:spLocks noChangeArrowheads="1"/>
            </p:cNvSpPr>
            <p:nvPr/>
          </p:nvSpPr>
          <p:spPr bwMode="auto">
            <a:xfrm>
              <a:off x="1440" y="2880"/>
              <a:ext cx="72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 type="none" w="sm" len="sm"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1800" b="1"/>
                <a:t>E</a:t>
              </a:r>
              <a:r>
                <a:rPr kumimoji="0" lang="en-US" altLang="zh-CN" sz="1800" b="1">
                  <a:sym typeface="Symbol" panose="05050102010706020507" pitchFamily="18" charset="2"/>
                </a:rPr>
                <a:t>TE’</a:t>
              </a:r>
              <a:endParaRPr kumimoji="0" lang="en-US" altLang="zh-CN" sz="1800" b="1"/>
            </a:p>
          </p:txBody>
        </p:sp>
        <p:sp>
          <p:nvSpPr>
            <p:cNvPr id="127027" name="Text Box 42"/>
            <p:cNvSpPr txBox="1">
              <a:spLocks noChangeArrowheads="1"/>
            </p:cNvSpPr>
            <p:nvPr/>
          </p:nvSpPr>
          <p:spPr bwMode="auto">
            <a:xfrm>
              <a:off x="1440" y="3360"/>
              <a:ext cx="72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 type="none" w="sm" len="sm"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1800" b="1"/>
                <a:t>T</a:t>
              </a:r>
              <a:r>
                <a:rPr kumimoji="0" lang="en-US" altLang="zh-CN" sz="1800" b="1">
                  <a:sym typeface="Symbol" panose="05050102010706020507" pitchFamily="18" charset="2"/>
                </a:rPr>
                <a:t>FT’</a:t>
              </a:r>
              <a:endParaRPr kumimoji="0" lang="en-US" altLang="zh-CN" sz="1800" b="1"/>
            </a:p>
          </p:txBody>
        </p:sp>
        <p:sp>
          <p:nvSpPr>
            <p:cNvPr id="127028" name="Text Box 43"/>
            <p:cNvSpPr txBox="1">
              <a:spLocks noChangeArrowheads="1"/>
            </p:cNvSpPr>
            <p:nvPr/>
          </p:nvSpPr>
          <p:spPr bwMode="auto">
            <a:xfrm>
              <a:off x="1440" y="3840"/>
              <a:ext cx="72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 type="none" w="sm" len="sm"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1800" b="1"/>
                <a:t>F</a:t>
              </a:r>
              <a:r>
                <a:rPr kumimoji="0" lang="en-US" altLang="zh-CN" sz="1800" b="1">
                  <a:sym typeface="Symbol" panose="05050102010706020507" pitchFamily="18" charset="2"/>
                </a:rPr>
                <a:t></a:t>
              </a:r>
              <a:r>
                <a:rPr kumimoji="0" lang="en-US" altLang="zh-CN" sz="1800" b="1">
                  <a:solidFill>
                    <a:schemeClr val="accent2"/>
                  </a:solidFill>
                  <a:sym typeface="Symbol" panose="05050102010706020507" pitchFamily="18" charset="2"/>
                </a:rPr>
                <a:t>id</a:t>
              </a:r>
              <a:endParaRPr kumimoji="0" lang="en-US" altLang="zh-CN" sz="1800" b="1"/>
            </a:p>
          </p:txBody>
        </p:sp>
        <p:sp>
          <p:nvSpPr>
            <p:cNvPr id="127029" name="Text Box 44"/>
            <p:cNvSpPr txBox="1">
              <a:spLocks noChangeArrowheads="1"/>
            </p:cNvSpPr>
            <p:nvPr/>
          </p:nvSpPr>
          <p:spPr bwMode="auto">
            <a:xfrm>
              <a:off x="2112" y="3120"/>
              <a:ext cx="768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 type="none" w="sm" len="sm"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1800" b="1"/>
                <a:t>E’</a:t>
              </a:r>
              <a:r>
                <a:rPr kumimoji="0" lang="en-US" altLang="zh-CN" sz="1800" b="1">
                  <a:sym typeface="Symbol" panose="05050102010706020507" pitchFamily="18" charset="2"/>
                </a:rPr>
                <a:t></a:t>
              </a:r>
              <a:r>
                <a:rPr kumimoji="0" lang="en-US" altLang="zh-CN" sz="1800" b="1">
                  <a:solidFill>
                    <a:schemeClr val="accent2"/>
                  </a:solidFill>
                  <a:sym typeface="Symbol" panose="05050102010706020507" pitchFamily="18" charset="2"/>
                </a:rPr>
                <a:t>+</a:t>
              </a:r>
              <a:r>
                <a:rPr kumimoji="0" lang="en-US" altLang="zh-CN" sz="1800" b="1">
                  <a:sym typeface="Symbol" panose="05050102010706020507" pitchFamily="18" charset="2"/>
                </a:rPr>
                <a:t>TE’</a:t>
              </a:r>
              <a:endParaRPr kumimoji="0" lang="en-US" altLang="zh-CN" sz="1800" b="1"/>
            </a:p>
          </p:txBody>
        </p:sp>
        <p:sp>
          <p:nvSpPr>
            <p:cNvPr id="127030" name="Text Box 45"/>
            <p:cNvSpPr txBox="1">
              <a:spLocks noChangeArrowheads="1"/>
            </p:cNvSpPr>
            <p:nvPr/>
          </p:nvSpPr>
          <p:spPr bwMode="auto">
            <a:xfrm>
              <a:off x="2160" y="3600"/>
              <a:ext cx="72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 type="none" w="sm" len="sm"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1800" b="1"/>
                <a:t>T’</a:t>
              </a:r>
              <a:r>
                <a:rPr kumimoji="0" lang="en-US" altLang="zh-CN" sz="1800" b="1">
                  <a:sym typeface="Symbol" panose="05050102010706020507" pitchFamily="18" charset="2"/>
                </a:rPr>
                <a:t> </a:t>
              </a:r>
              <a:r>
                <a:rPr kumimoji="0" lang="en-US" altLang="zh-CN" sz="1800" b="1">
                  <a:solidFill>
                    <a:schemeClr val="accent2"/>
                  </a:solidFill>
                  <a:latin typeface="Symbol" panose="05050102010706020507" pitchFamily="18" charset="2"/>
                  <a:sym typeface="Symbol" panose="05050102010706020507" pitchFamily="18" charset="2"/>
                </a:rPr>
                <a:t>e</a:t>
              </a:r>
              <a:endParaRPr kumimoji="0" lang="en-US" altLang="zh-CN" sz="1800" b="1">
                <a:solidFill>
                  <a:schemeClr val="accent2"/>
                </a:solidFill>
                <a:latin typeface="Symbol" panose="05050102010706020507" pitchFamily="18" charset="2"/>
                <a:sym typeface="Symbol" panose="05050102010706020507" pitchFamily="18" charset="2"/>
              </a:endParaRPr>
            </a:p>
          </p:txBody>
        </p:sp>
        <p:sp>
          <p:nvSpPr>
            <p:cNvPr id="127031" name="Text Box 46"/>
            <p:cNvSpPr txBox="1">
              <a:spLocks noChangeArrowheads="1"/>
            </p:cNvSpPr>
            <p:nvPr/>
          </p:nvSpPr>
          <p:spPr bwMode="auto">
            <a:xfrm>
              <a:off x="2880" y="3600"/>
              <a:ext cx="72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 type="none" w="sm" len="sm"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1800" b="1"/>
                <a:t>T’</a:t>
              </a:r>
              <a:r>
                <a:rPr kumimoji="0" lang="en-US" altLang="zh-CN" sz="1800" b="1">
                  <a:sym typeface="Symbol" panose="05050102010706020507" pitchFamily="18" charset="2"/>
                </a:rPr>
                <a:t></a:t>
              </a:r>
              <a:r>
                <a:rPr kumimoji="0" lang="en-US" altLang="zh-CN" sz="1800" b="1">
                  <a:solidFill>
                    <a:schemeClr val="accent2"/>
                  </a:solidFill>
                  <a:sym typeface="Symbol" panose="05050102010706020507" pitchFamily="18" charset="2"/>
                </a:rPr>
                <a:t>*</a:t>
              </a:r>
              <a:r>
                <a:rPr kumimoji="0" lang="en-US" altLang="zh-CN" sz="1800" b="1">
                  <a:sym typeface="Symbol" panose="05050102010706020507" pitchFamily="18" charset="2"/>
                </a:rPr>
                <a:t>FT’</a:t>
              </a:r>
              <a:endParaRPr kumimoji="0" lang="en-US" altLang="zh-CN" sz="1800" b="1"/>
            </a:p>
          </p:txBody>
        </p:sp>
        <p:sp>
          <p:nvSpPr>
            <p:cNvPr id="127032" name="Text Box 47"/>
            <p:cNvSpPr txBox="1">
              <a:spLocks noChangeArrowheads="1"/>
            </p:cNvSpPr>
            <p:nvPr/>
          </p:nvSpPr>
          <p:spPr bwMode="auto">
            <a:xfrm>
              <a:off x="3600" y="3840"/>
              <a:ext cx="72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 type="none" w="sm" len="sm"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1800" b="1"/>
                <a:t>F</a:t>
              </a:r>
              <a:r>
                <a:rPr kumimoji="0" lang="en-US" altLang="zh-CN" sz="1800" b="1">
                  <a:sym typeface="Symbol" panose="05050102010706020507" pitchFamily="18" charset="2"/>
                </a:rPr>
                <a:t></a:t>
              </a:r>
              <a:r>
                <a:rPr kumimoji="0" lang="en-US" altLang="zh-CN" sz="1800" b="1">
                  <a:solidFill>
                    <a:schemeClr val="accent2"/>
                  </a:solidFill>
                  <a:sym typeface="Symbol" panose="05050102010706020507" pitchFamily="18" charset="2"/>
                </a:rPr>
                <a:t>(</a:t>
              </a:r>
              <a:r>
                <a:rPr kumimoji="0" lang="en-US" altLang="zh-CN" sz="1800" b="1">
                  <a:sym typeface="Symbol" panose="05050102010706020507" pitchFamily="18" charset="2"/>
                </a:rPr>
                <a:t>E</a:t>
              </a:r>
              <a:r>
                <a:rPr kumimoji="0" lang="en-US" altLang="zh-CN" sz="1800" b="1">
                  <a:solidFill>
                    <a:schemeClr val="accent2"/>
                  </a:solidFill>
                  <a:sym typeface="Symbol" panose="05050102010706020507" pitchFamily="18" charset="2"/>
                </a:rPr>
                <a:t>)</a:t>
              </a:r>
              <a:endParaRPr kumimoji="0" lang="en-US" altLang="zh-CN" sz="1800" b="1"/>
            </a:p>
          </p:txBody>
        </p:sp>
        <p:sp>
          <p:nvSpPr>
            <p:cNvPr id="127033" name="Text Box 48"/>
            <p:cNvSpPr txBox="1">
              <a:spLocks noChangeArrowheads="1"/>
            </p:cNvSpPr>
            <p:nvPr/>
          </p:nvSpPr>
          <p:spPr bwMode="auto">
            <a:xfrm>
              <a:off x="3600" y="3360"/>
              <a:ext cx="72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 type="none" w="sm" len="sm"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1800" b="1"/>
                <a:t>T</a:t>
              </a:r>
              <a:r>
                <a:rPr kumimoji="0" lang="en-US" altLang="zh-CN" sz="1800" b="1">
                  <a:sym typeface="Symbol" panose="05050102010706020507" pitchFamily="18" charset="2"/>
                </a:rPr>
                <a:t>FT’</a:t>
              </a:r>
              <a:endParaRPr kumimoji="0" lang="en-US" altLang="zh-CN" sz="1800" b="1"/>
            </a:p>
          </p:txBody>
        </p:sp>
        <p:sp>
          <p:nvSpPr>
            <p:cNvPr id="127034" name="Text Box 49"/>
            <p:cNvSpPr txBox="1">
              <a:spLocks noChangeArrowheads="1"/>
            </p:cNvSpPr>
            <p:nvPr/>
          </p:nvSpPr>
          <p:spPr bwMode="auto">
            <a:xfrm>
              <a:off x="3600" y="2880"/>
              <a:ext cx="72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 type="none" w="sm" len="sm"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1800" b="1"/>
                <a:t>E</a:t>
              </a:r>
              <a:r>
                <a:rPr kumimoji="0" lang="en-US" altLang="zh-CN" sz="1800" b="1">
                  <a:sym typeface="Symbol" panose="05050102010706020507" pitchFamily="18" charset="2"/>
                </a:rPr>
                <a:t>TE’</a:t>
              </a:r>
              <a:endParaRPr kumimoji="0" lang="en-US" altLang="zh-CN" sz="1800" b="1"/>
            </a:p>
          </p:txBody>
        </p:sp>
        <p:sp>
          <p:nvSpPr>
            <p:cNvPr id="127035" name="Text Box 50"/>
            <p:cNvSpPr txBox="1">
              <a:spLocks noChangeArrowheads="1"/>
            </p:cNvSpPr>
            <p:nvPr/>
          </p:nvSpPr>
          <p:spPr bwMode="auto">
            <a:xfrm>
              <a:off x="4272" y="3600"/>
              <a:ext cx="72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 type="none" w="sm" len="sm"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1800" b="1"/>
                <a:t>T’</a:t>
              </a:r>
              <a:r>
                <a:rPr kumimoji="0" lang="en-US" altLang="zh-CN" sz="1800" b="1">
                  <a:sym typeface="Symbol" panose="05050102010706020507" pitchFamily="18" charset="2"/>
                </a:rPr>
                <a:t> </a:t>
              </a:r>
              <a:r>
                <a:rPr kumimoji="0" lang="en-US" altLang="zh-CN" sz="1800" b="1">
                  <a:solidFill>
                    <a:schemeClr val="accent2"/>
                  </a:solidFill>
                  <a:latin typeface="Symbol" panose="05050102010706020507" pitchFamily="18" charset="2"/>
                  <a:sym typeface="Symbol" panose="05050102010706020507" pitchFamily="18" charset="2"/>
                </a:rPr>
                <a:t>e</a:t>
              </a:r>
              <a:endParaRPr kumimoji="0" lang="en-US" altLang="zh-CN" sz="1800" b="1">
                <a:solidFill>
                  <a:schemeClr val="accent2"/>
                </a:solidFill>
                <a:latin typeface="Symbol" panose="05050102010706020507" pitchFamily="18" charset="2"/>
                <a:sym typeface="Symbol" panose="05050102010706020507" pitchFamily="18" charset="2"/>
              </a:endParaRPr>
            </a:p>
          </p:txBody>
        </p:sp>
        <p:sp>
          <p:nvSpPr>
            <p:cNvPr id="127036" name="Text Box 51"/>
            <p:cNvSpPr txBox="1">
              <a:spLocks noChangeArrowheads="1"/>
            </p:cNvSpPr>
            <p:nvPr/>
          </p:nvSpPr>
          <p:spPr bwMode="auto">
            <a:xfrm>
              <a:off x="4272" y="3120"/>
              <a:ext cx="72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 type="none" w="sm" len="sm"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1800" b="1"/>
                <a:t>E’</a:t>
              </a:r>
              <a:r>
                <a:rPr kumimoji="0" lang="en-US" altLang="zh-CN" sz="1800" b="1">
                  <a:sym typeface="Symbol" panose="05050102010706020507" pitchFamily="18" charset="2"/>
                </a:rPr>
                <a:t></a:t>
              </a:r>
              <a:r>
                <a:rPr kumimoji="0" lang="en-US" altLang="zh-CN" sz="1800" b="1">
                  <a:solidFill>
                    <a:schemeClr val="accent2"/>
                  </a:solidFill>
                  <a:latin typeface="Symbol" panose="05050102010706020507" pitchFamily="18" charset="2"/>
                  <a:sym typeface="Symbol" panose="05050102010706020507" pitchFamily="18" charset="2"/>
                </a:rPr>
                <a:t>e</a:t>
              </a:r>
              <a:endParaRPr kumimoji="0" lang="en-US" altLang="zh-CN" sz="1800" b="1">
                <a:solidFill>
                  <a:schemeClr val="accent2"/>
                </a:solidFill>
                <a:latin typeface="Symbol" panose="05050102010706020507" pitchFamily="18" charset="2"/>
                <a:sym typeface="Symbol" panose="05050102010706020507" pitchFamily="18" charset="2"/>
              </a:endParaRPr>
            </a:p>
          </p:txBody>
        </p:sp>
        <p:sp>
          <p:nvSpPr>
            <p:cNvPr id="127037" name="Text Box 52"/>
            <p:cNvSpPr txBox="1">
              <a:spLocks noChangeArrowheads="1"/>
            </p:cNvSpPr>
            <p:nvPr/>
          </p:nvSpPr>
          <p:spPr bwMode="auto">
            <a:xfrm>
              <a:off x="4944" y="3120"/>
              <a:ext cx="72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 type="none" w="sm" len="sm"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1800" b="1"/>
                <a:t>E’</a:t>
              </a:r>
              <a:r>
                <a:rPr kumimoji="0" lang="en-US" altLang="zh-CN" sz="1800" b="1">
                  <a:sym typeface="Symbol" panose="05050102010706020507" pitchFamily="18" charset="2"/>
                </a:rPr>
                <a:t> </a:t>
              </a:r>
              <a:r>
                <a:rPr kumimoji="0" lang="en-US" altLang="zh-CN" sz="1800" b="1">
                  <a:solidFill>
                    <a:schemeClr val="accent2"/>
                  </a:solidFill>
                  <a:latin typeface="Symbol" panose="05050102010706020507" pitchFamily="18" charset="2"/>
                  <a:sym typeface="Symbol" panose="05050102010706020507" pitchFamily="18" charset="2"/>
                </a:rPr>
                <a:t>e</a:t>
              </a:r>
              <a:endParaRPr kumimoji="0" lang="en-US" altLang="zh-CN" sz="1800" b="1">
                <a:solidFill>
                  <a:schemeClr val="accent2"/>
                </a:solidFill>
                <a:latin typeface="Symbol" panose="05050102010706020507" pitchFamily="18" charset="2"/>
                <a:sym typeface="Symbol" panose="05050102010706020507" pitchFamily="18" charset="2"/>
              </a:endParaRPr>
            </a:p>
          </p:txBody>
        </p:sp>
        <p:sp>
          <p:nvSpPr>
            <p:cNvPr id="127038" name="Text Box 53"/>
            <p:cNvSpPr txBox="1">
              <a:spLocks noChangeArrowheads="1"/>
            </p:cNvSpPr>
            <p:nvPr/>
          </p:nvSpPr>
          <p:spPr bwMode="auto">
            <a:xfrm>
              <a:off x="4944" y="3600"/>
              <a:ext cx="72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 type="none" w="sm" len="sm"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1800" b="1"/>
                <a:t>T’</a:t>
              </a:r>
              <a:r>
                <a:rPr kumimoji="0" lang="en-US" altLang="zh-CN" sz="1800" b="1">
                  <a:sym typeface="Symbol" panose="05050102010706020507" pitchFamily="18" charset="2"/>
                </a:rPr>
                <a:t> </a:t>
              </a:r>
              <a:r>
                <a:rPr kumimoji="0" lang="en-US" altLang="zh-CN" sz="1800" b="1">
                  <a:solidFill>
                    <a:schemeClr val="accent2"/>
                  </a:solidFill>
                  <a:latin typeface="Symbol" panose="05050102010706020507" pitchFamily="18" charset="2"/>
                  <a:sym typeface="Symbol" panose="05050102010706020507" pitchFamily="18" charset="2"/>
                </a:rPr>
                <a:t>e</a:t>
              </a:r>
              <a:endParaRPr kumimoji="0" lang="en-US" altLang="zh-CN" sz="1800" b="1">
                <a:solidFill>
                  <a:schemeClr val="accent2"/>
                </a:solidFill>
                <a:latin typeface="Symbol" panose="05050102010706020507" pitchFamily="18" charset="2"/>
                <a:sym typeface="Symbol" panose="05050102010706020507" pitchFamily="18" charset="2"/>
              </a:endParaRPr>
            </a:p>
          </p:txBody>
        </p:sp>
        <p:sp>
          <p:nvSpPr>
            <p:cNvPr id="127039" name="Line 54"/>
            <p:cNvSpPr>
              <a:spLocks noChangeShapeType="1"/>
            </p:cNvSpPr>
            <p:nvPr/>
          </p:nvSpPr>
          <p:spPr bwMode="auto">
            <a:xfrm>
              <a:off x="720" y="2400"/>
              <a:ext cx="0" cy="168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126982" name="Group 55"/>
          <p:cNvGrpSpPr/>
          <p:nvPr/>
        </p:nvGrpSpPr>
        <p:grpSpPr bwMode="auto">
          <a:xfrm>
            <a:off x="3276600" y="2973388"/>
            <a:ext cx="1066800" cy="366712"/>
            <a:chOff x="1728" y="3360"/>
            <a:chExt cx="672" cy="231"/>
          </a:xfrm>
        </p:grpSpPr>
        <p:sp>
          <p:nvSpPr>
            <p:cNvPr id="127010" name="Text Box 56"/>
            <p:cNvSpPr txBox="1">
              <a:spLocks noChangeArrowheads="1"/>
            </p:cNvSpPr>
            <p:nvPr/>
          </p:nvSpPr>
          <p:spPr bwMode="auto">
            <a:xfrm>
              <a:off x="1728" y="3360"/>
              <a:ext cx="672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 type="none" w="sm" len="sm"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1800" b="1">
                  <a:solidFill>
                    <a:srgbClr val="FF3300"/>
                  </a:solidFill>
                </a:rPr>
                <a:t>sync</a:t>
              </a:r>
              <a:endParaRPr kumimoji="0" lang="en-US" altLang="zh-CN" sz="1800" b="1">
                <a:solidFill>
                  <a:srgbClr val="FF3300"/>
                </a:solidFill>
              </a:endParaRPr>
            </a:p>
          </p:txBody>
        </p:sp>
        <p:sp>
          <p:nvSpPr>
            <p:cNvPr id="127011" name="Line 57"/>
            <p:cNvSpPr>
              <a:spLocks noChangeShapeType="1"/>
            </p:cNvSpPr>
            <p:nvPr/>
          </p:nvSpPr>
          <p:spPr bwMode="auto">
            <a:xfrm>
              <a:off x="1776" y="3552"/>
              <a:ext cx="384" cy="0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26983" name="Group 58"/>
          <p:cNvGrpSpPr/>
          <p:nvPr/>
        </p:nvGrpSpPr>
        <p:grpSpPr bwMode="auto">
          <a:xfrm>
            <a:off x="3352800" y="3735388"/>
            <a:ext cx="1066800" cy="366712"/>
            <a:chOff x="1728" y="3360"/>
            <a:chExt cx="672" cy="231"/>
          </a:xfrm>
        </p:grpSpPr>
        <p:sp>
          <p:nvSpPr>
            <p:cNvPr id="127008" name="Text Box 59"/>
            <p:cNvSpPr txBox="1">
              <a:spLocks noChangeArrowheads="1"/>
            </p:cNvSpPr>
            <p:nvPr/>
          </p:nvSpPr>
          <p:spPr bwMode="auto">
            <a:xfrm>
              <a:off x="1728" y="3360"/>
              <a:ext cx="672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 type="none" w="sm" len="sm"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1800" b="1">
                  <a:solidFill>
                    <a:srgbClr val="FF3300"/>
                  </a:solidFill>
                </a:rPr>
                <a:t>sync</a:t>
              </a:r>
              <a:endParaRPr kumimoji="0" lang="en-US" altLang="zh-CN" sz="1800" b="1">
                <a:solidFill>
                  <a:srgbClr val="FF3300"/>
                </a:solidFill>
              </a:endParaRPr>
            </a:p>
          </p:txBody>
        </p:sp>
        <p:sp>
          <p:nvSpPr>
            <p:cNvPr id="127009" name="Line 60"/>
            <p:cNvSpPr>
              <a:spLocks noChangeShapeType="1"/>
            </p:cNvSpPr>
            <p:nvPr/>
          </p:nvSpPr>
          <p:spPr bwMode="auto">
            <a:xfrm>
              <a:off x="1776" y="3552"/>
              <a:ext cx="384" cy="0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26984" name="Group 61"/>
          <p:cNvGrpSpPr/>
          <p:nvPr/>
        </p:nvGrpSpPr>
        <p:grpSpPr bwMode="auto">
          <a:xfrm>
            <a:off x="4495800" y="3735388"/>
            <a:ext cx="1066800" cy="366712"/>
            <a:chOff x="1728" y="3360"/>
            <a:chExt cx="672" cy="231"/>
          </a:xfrm>
        </p:grpSpPr>
        <p:sp>
          <p:nvSpPr>
            <p:cNvPr id="127006" name="Text Box 62"/>
            <p:cNvSpPr txBox="1">
              <a:spLocks noChangeArrowheads="1"/>
            </p:cNvSpPr>
            <p:nvPr/>
          </p:nvSpPr>
          <p:spPr bwMode="auto">
            <a:xfrm>
              <a:off x="1728" y="3360"/>
              <a:ext cx="672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 type="none" w="sm" len="sm"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1800" b="1">
                  <a:solidFill>
                    <a:srgbClr val="FF3300"/>
                  </a:solidFill>
                </a:rPr>
                <a:t>sync</a:t>
              </a:r>
              <a:endParaRPr kumimoji="0" lang="en-US" altLang="zh-CN" sz="1800" b="1">
                <a:solidFill>
                  <a:srgbClr val="FF3300"/>
                </a:solidFill>
              </a:endParaRPr>
            </a:p>
          </p:txBody>
        </p:sp>
        <p:sp>
          <p:nvSpPr>
            <p:cNvPr id="127007" name="Line 63"/>
            <p:cNvSpPr>
              <a:spLocks noChangeShapeType="1"/>
            </p:cNvSpPr>
            <p:nvPr/>
          </p:nvSpPr>
          <p:spPr bwMode="auto">
            <a:xfrm>
              <a:off x="1776" y="3552"/>
              <a:ext cx="384" cy="0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126985" name="Text Box 64"/>
          <p:cNvSpPr txBox="1">
            <a:spLocks noChangeArrowheads="1"/>
          </p:cNvSpPr>
          <p:nvPr/>
        </p:nvSpPr>
        <p:spPr bwMode="auto">
          <a:xfrm>
            <a:off x="6781800" y="2973388"/>
            <a:ext cx="10668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1800" b="1">
                <a:solidFill>
                  <a:srgbClr val="FF3300"/>
                </a:solidFill>
              </a:rPr>
              <a:t>sync</a:t>
            </a:r>
            <a:endParaRPr kumimoji="0" lang="en-US" altLang="zh-CN" sz="1800" b="1">
              <a:solidFill>
                <a:srgbClr val="FF3300"/>
              </a:solidFill>
            </a:endParaRPr>
          </a:p>
        </p:txBody>
      </p:sp>
      <p:sp>
        <p:nvSpPr>
          <p:cNvPr id="126986" name="Line 65"/>
          <p:cNvSpPr>
            <a:spLocks noChangeShapeType="1"/>
          </p:cNvSpPr>
          <p:nvPr/>
        </p:nvSpPr>
        <p:spPr bwMode="auto">
          <a:xfrm>
            <a:off x="6858000" y="3278188"/>
            <a:ext cx="609600" cy="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126987" name="Group 66"/>
          <p:cNvGrpSpPr/>
          <p:nvPr/>
        </p:nvGrpSpPr>
        <p:grpSpPr bwMode="auto">
          <a:xfrm>
            <a:off x="6781800" y="2211388"/>
            <a:ext cx="1066800" cy="366712"/>
            <a:chOff x="1728" y="3360"/>
            <a:chExt cx="672" cy="231"/>
          </a:xfrm>
        </p:grpSpPr>
        <p:sp>
          <p:nvSpPr>
            <p:cNvPr id="127004" name="Text Box 67"/>
            <p:cNvSpPr txBox="1">
              <a:spLocks noChangeArrowheads="1"/>
            </p:cNvSpPr>
            <p:nvPr/>
          </p:nvSpPr>
          <p:spPr bwMode="auto">
            <a:xfrm>
              <a:off x="1728" y="3360"/>
              <a:ext cx="672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 type="none" w="sm" len="sm"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1800" b="1">
                  <a:solidFill>
                    <a:srgbClr val="FF3300"/>
                  </a:solidFill>
                </a:rPr>
                <a:t>sync</a:t>
              </a:r>
              <a:endParaRPr kumimoji="0" lang="en-US" altLang="zh-CN" sz="1800" b="1">
                <a:solidFill>
                  <a:srgbClr val="FF3300"/>
                </a:solidFill>
              </a:endParaRPr>
            </a:p>
          </p:txBody>
        </p:sp>
        <p:sp>
          <p:nvSpPr>
            <p:cNvPr id="127005" name="Line 68"/>
            <p:cNvSpPr>
              <a:spLocks noChangeShapeType="1"/>
            </p:cNvSpPr>
            <p:nvPr/>
          </p:nvSpPr>
          <p:spPr bwMode="auto">
            <a:xfrm>
              <a:off x="1776" y="3552"/>
              <a:ext cx="384" cy="0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126988" name="Line 69"/>
          <p:cNvSpPr>
            <a:spLocks noChangeShapeType="1"/>
          </p:cNvSpPr>
          <p:nvPr/>
        </p:nvSpPr>
        <p:spPr bwMode="auto">
          <a:xfrm>
            <a:off x="4572000" y="3278188"/>
            <a:ext cx="609600" cy="0"/>
          </a:xfrm>
          <a:prstGeom prst="line">
            <a:avLst/>
          </a:prstGeom>
          <a:noFill/>
          <a:ln w="25400">
            <a:solidFill>
              <a:schemeClr val="accent2"/>
            </a:solidFill>
            <a:round/>
            <a:head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26989" name="Line 70"/>
          <p:cNvSpPr>
            <a:spLocks noChangeShapeType="1"/>
          </p:cNvSpPr>
          <p:nvPr/>
        </p:nvSpPr>
        <p:spPr bwMode="auto">
          <a:xfrm>
            <a:off x="5715000" y="3659188"/>
            <a:ext cx="609600" cy="0"/>
          </a:xfrm>
          <a:prstGeom prst="line">
            <a:avLst/>
          </a:prstGeom>
          <a:noFill/>
          <a:ln w="25400">
            <a:solidFill>
              <a:schemeClr val="accent2"/>
            </a:solidFill>
            <a:round/>
            <a:head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26990" name="Text Box 71"/>
          <p:cNvSpPr txBox="1">
            <a:spLocks noChangeArrowheads="1"/>
          </p:cNvSpPr>
          <p:nvPr/>
        </p:nvSpPr>
        <p:spPr bwMode="auto">
          <a:xfrm>
            <a:off x="1752600" y="4649788"/>
            <a:ext cx="3505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zh-CN" altLang="en-US" sz="2400" b="1" dirty="0">
                <a:solidFill>
                  <a:srgbClr val="FF3300"/>
                </a:solidFill>
              </a:rPr>
              <a:t>同步集</a:t>
            </a:r>
            <a:r>
              <a:rPr kumimoji="0" lang="en-US" altLang="zh-CN" sz="2400" b="1" dirty="0">
                <a:solidFill>
                  <a:srgbClr val="FF3300"/>
                </a:solidFill>
              </a:rPr>
              <a:t>——FOLLOW</a:t>
            </a:r>
            <a:r>
              <a:rPr kumimoji="0" lang="zh-CN" altLang="en-US" sz="2400" b="1" dirty="0">
                <a:solidFill>
                  <a:srgbClr val="FF3300"/>
                </a:solidFill>
              </a:rPr>
              <a:t>集</a:t>
            </a:r>
            <a:endParaRPr kumimoji="0" lang="zh-CN" altLang="en-US" sz="2400" b="1" dirty="0">
              <a:solidFill>
                <a:srgbClr val="FF3300"/>
              </a:solidFill>
            </a:endParaRPr>
          </a:p>
        </p:txBody>
      </p:sp>
      <p:sp>
        <p:nvSpPr>
          <p:cNvPr id="126991" name="Line 72"/>
          <p:cNvSpPr>
            <a:spLocks noChangeShapeType="1"/>
          </p:cNvSpPr>
          <p:nvPr/>
        </p:nvSpPr>
        <p:spPr bwMode="auto">
          <a:xfrm flipV="1">
            <a:off x="3200400" y="4116388"/>
            <a:ext cx="457200" cy="45720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 type="none" w="sm" len="sm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26992" name="Text Box 73"/>
          <p:cNvSpPr txBox="1">
            <a:spLocks noChangeArrowheads="1"/>
          </p:cNvSpPr>
          <p:nvPr/>
        </p:nvSpPr>
        <p:spPr bwMode="auto">
          <a:xfrm>
            <a:off x="5486400" y="4573588"/>
            <a:ext cx="3549650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zh-CN" altLang="en-US" sz="2400" b="1">
                <a:solidFill>
                  <a:schemeClr val="accent2"/>
                </a:solidFill>
              </a:rPr>
              <a:t>跳过输入符号，</a:t>
            </a:r>
            <a:r>
              <a:rPr kumimoji="0" lang="en-US" altLang="zh-CN" sz="2400" b="1">
                <a:solidFill>
                  <a:schemeClr val="accent2"/>
                </a:solidFill>
              </a:rPr>
              <a:t>FIRST</a:t>
            </a:r>
            <a:r>
              <a:rPr kumimoji="0" lang="zh-CN" altLang="en-US" sz="2400" b="1">
                <a:solidFill>
                  <a:schemeClr val="accent2"/>
                </a:solidFill>
              </a:rPr>
              <a:t>集</a:t>
            </a:r>
            <a:endParaRPr kumimoji="0" lang="zh-CN" altLang="en-US" sz="2400" b="1">
              <a:solidFill>
                <a:schemeClr val="accent2"/>
              </a:solidFill>
            </a:endParaRPr>
          </a:p>
        </p:txBody>
      </p:sp>
      <p:sp>
        <p:nvSpPr>
          <p:cNvPr id="126993" name="Line 74"/>
          <p:cNvSpPr>
            <a:spLocks noChangeShapeType="1"/>
          </p:cNvSpPr>
          <p:nvPr/>
        </p:nvSpPr>
        <p:spPr bwMode="auto">
          <a:xfrm flipH="1" flipV="1">
            <a:off x="6324600" y="3735388"/>
            <a:ext cx="381000" cy="762000"/>
          </a:xfrm>
          <a:prstGeom prst="line">
            <a:avLst/>
          </a:prstGeom>
          <a:noFill/>
          <a:ln w="25400">
            <a:solidFill>
              <a:schemeClr val="accent2"/>
            </a:solidFill>
            <a:round/>
            <a:headEnd type="none" w="sm" len="sm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26994" name="Line 75"/>
          <p:cNvSpPr>
            <a:spLocks noChangeShapeType="1"/>
          </p:cNvSpPr>
          <p:nvPr/>
        </p:nvSpPr>
        <p:spPr bwMode="auto">
          <a:xfrm>
            <a:off x="4572000" y="2897188"/>
            <a:ext cx="609600" cy="0"/>
          </a:xfrm>
          <a:prstGeom prst="line">
            <a:avLst/>
          </a:prstGeom>
          <a:noFill/>
          <a:ln w="25400">
            <a:solidFill>
              <a:schemeClr val="accent2"/>
            </a:solidFill>
            <a:round/>
            <a:head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26995" name="Line 76"/>
          <p:cNvSpPr>
            <a:spLocks noChangeShapeType="1"/>
          </p:cNvSpPr>
          <p:nvPr/>
        </p:nvSpPr>
        <p:spPr bwMode="auto">
          <a:xfrm>
            <a:off x="5791200" y="2897188"/>
            <a:ext cx="609600" cy="0"/>
          </a:xfrm>
          <a:prstGeom prst="line">
            <a:avLst/>
          </a:prstGeom>
          <a:noFill/>
          <a:ln w="25400">
            <a:solidFill>
              <a:schemeClr val="accent2"/>
            </a:solidFill>
            <a:round/>
            <a:head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26996" name="Line 77"/>
          <p:cNvSpPr>
            <a:spLocks noChangeShapeType="1"/>
          </p:cNvSpPr>
          <p:nvPr/>
        </p:nvSpPr>
        <p:spPr bwMode="auto">
          <a:xfrm>
            <a:off x="4572000" y="2516188"/>
            <a:ext cx="609600" cy="0"/>
          </a:xfrm>
          <a:prstGeom prst="line">
            <a:avLst/>
          </a:prstGeom>
          <a:noFill/>
          <a:ln w="25400">
            <a:solidFill>
              <a:schemeClr val="accent2"/>
            </a:solidFill>
            <a:round/>
            <a:head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26997" name="Line 78"/>
          <p:cNvSpPr>
            <a:spLocks noChangeShapeType="1"/>
          </p:cNvSpPr>
          <p:nvPr/>
        </p:nvSpPr>
        <p:spPr bwMode="auto">
          <a:xfrm>
            <a:off x="3429000" y="2516188"/>
            <a:ext cx="609600" cy="0"/>
          </a:xfrm>
          <a:prstGeom prst="line">
            <a:avLst/>
          </a:prstGeom>
          <a:noFill/>
          <a:ln w="25400">
            <a:solidFill>
              <a:schemeClr val="accent2"/>
            </a:solidFill>
            <a:round/>
            <a:head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26998" name="Line 79"/>
          <p:cNvSpPr>
            <a:spLocks noChangeShapeType="1"/>
          </p:cNvSpPr>
          <p:nvPr/>
        </p:nvSpPr>
        <p:spPr bwMode="auto">
          <a:xfrm>
            <a:off x="2286000" y="3659188"/>
            <a:ext cx="609600" cy="0"/>
          </a:xfrm>
          <a:prstGeom prst="line">
            <a:avLst/>
          </a:prstGeom>
          <a:noFill/>
          <a:ln w="25400">
            <a:solidFill>
              <a:schemeClr val="accent2"/>
            </a:solidFill>
            <a:round/>
            <a:head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26999" name="Line 80"/>
          <p:cNvSpPr>
            <a:spLocks noChangeShapeType="1"/>
          </p:cNvSpPr>
          <p:nvPr/>
        </p:nvSpPr>
        <p:spPr bwMode="auto">
          <a:xfrm>
            <a:off x="2286000" y="2897188"/>
            <a:ext cx="609600" cy="0"/>
          </a:xfrm>
          <a:prstGeom prst="line">
            <a:avLst/>
          </a:prstGeom>
          <a:noFill/>
          <a:ln w="25400">
            <a:solidFill>
              <a:schemeClr val="accent2"/>
            </a:solidFill>
            <a:round/>
            <a:head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27000" name="Line 81"/>
          <p:cNvSpPr>
            <a:spLocks noChangeShapeType="1"/>
          </p:cNvSpPr>
          <p:nvPr/>
        </p:nvSpPr>
        <p:spPr bwMode="auto">
          <a:xfrm>
            <a:off x="6858000" y="4040188"/>
            <a:ext cx="609600" cy="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27001" name="Line 82"/>
          <p:cNvSpPr>
            <a:spLocks noChangeShapeType="1"/>
          </p:cNvSpPr>
          <p:nvPr/>
        </p:nvSpPr>
        <p:spPr bwMode="auto">
          <a:xfrm>
            <a:off x="8001000" y="4040188"/>
            <a:ext cx="609600" cy="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27002" name="Rectangle 86"/>
          <p:cNvSpPr>
            <a:spLocks noChangeArrowheads="1"/>
          </p:cNvSpPr>
          <p:nvPr/>
        </p:nvSpPr>
        <p:spPr bwMode="ltGray">
          <a:xfrm>
            <a:off x="6781800" y="3733800"/>
            <a:ext cx="6159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CN" sz="1800" b="1">
                <a:solidFill>
                  <a:srgbClr val="FF3300"/>
                </a:solidFill>
              </a:rPr>
              <a:t>sync</a:t>
            </a:r>
            <a:endParaRPr kumimoji="0" lang="en-US" altLang="zh-CN" sz="1800" b="1">
              <a:solidFill>
                <a:srgbClr val="FF3300"/>
              </a:solidFill>
            </a:endParaRPr>
          </a:p>
        </p:txBody>
      </p:sp>
      <p:sp>
        <p:nvSpPr>
          <p:cNvPr id="127003" name="Rectangle 87"/>
          <p:cNvSpPr>
            <a:spLocks noChangeArrowheads="1"/>
          </p:cNvSpPr>
          <p:nvPr/>
        </p:nvSpPr>
        <p:spPr bwMode="ltGray">
          <a:xfrm>
            <a:off x="7918450" y="3733800"/>
            <a:ext cx="6159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CN" sz="1800" b="1">
                <a:solidFill>
                  <a:srgbClr val="FF3300"/>
                </a:solidFill>
              </a:rPr>
              <a:t>sync</a:t>
            </a:r>
            <a:endParaRPr kumimoji="0" lang="en-US" altLang="zh-CN" sz="1800" b="1">
              <a:solidFill>
                <a:srgbClr val="FF3300"/>
              </a:solidFill>
            </a:endParaRPr>
          </a:p>
        </p:txBody>
      </p:sp>
      <p:sp>
        <p:nvSpPr>
          <p:cNvPr id="84" name="Text Box 71"/>
          <p:cNvSpPr txBox="1">
            <a:spLocks noChangeArrowheads="1"/>
          </p:cNvSpPr>
          <p:nvPr/>
        </p:nvSpPr>
        <p:spPr bwMode="auto">
          <a:xfrm>
            <a:off x="3294856" y="5645149"/>
            <a:ext cx="3505200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zh-CN" altLang="en-US" sz="2400" b="1" dirty="0">
                <a:solidFill>
                  <a:srgbClr val="FF3300"/>
                </a:solidFill>
              </a:rPr>
              <a:t>选择两种方式的原因？</a:t>
            </a:r>
            <a:br>
              <a:rPr kumimoji="0" lang="en-US" altLang="zh-CN" sz="2400" b="1" dirty="0">
                <a:solidFill>
                  <a:srgbClr val="FF3300"/>
                </a:solidFill>
              </a:rPr>
            </a:br>
            <a:r>
              <a:rPr kumimoji="0" lang="zh-CN" altLang="en-US" sz="2400" b="1" dirty="0">
                <a:solidFill>
                  <a:srgbClr val="FF3300"/>
                </a:solidFill>
              </a:rPr>
              <a:t>有什么一般性原则吗？</a:t>
            </a:r>
            <a:endParaRPr kumimoji="0" lang="en-US" altLang="zh-CN" sz="2400" b="1" dirty="0">
              <a:solidFill>
                <a:srgbClr val="FF33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4" grpId="0"/>
    </p:bldLst>
  </p:timing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0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例</a:t>
            </a:r>
            <a:r>
              <a:rPr lang="en-US" altLang="zh-CN"/>
              <a:t>4.20</a:t>
            </a:r>
            <a:r>
              <a:rPr lang="zh-CN" altLang="en-US"/>
              <a:t>（续）</a:t>
            </a:r>
            <a:endParaRPr lang="zh-CN" altLang="en-US"/>
          </a:p>
        </p:txBody>
      </p:sp>
      <p:grpSp>
        <p:nvGrpSpPr>
          <p:cNvPr id="128003" name="Group 4"/>
          <p:cNvGrpSpPr/>
          <p:nvPr/>
        </p:nvGrpSpPr>
        <p:grpSpPr bwMode="auto">
          <a:xfrm>
            <a:off x="1447800" y="1219200"/>
            <a:ext cx="5181600" cy="5105400"/>
            <a:chOff x="1632" y="816"/>
            <a:chExt cx="3264" cy="3216"/>
          </a:xfrm>
        </p:grpSpPr>
        <p:sp>
          <p:nvSpPr>
            <p:cNvPr id="128008" name="Line 5"/>
            <p:cNvSpPr>
              <a:spLocks noChangeShapeType="1"/>
            </p:cNvSpPr>
            <p:nvPr/>
          </p:nvSpPr>
          <p:spPr bwMode="auto">
            <a:xfrm>
              <a:off x="1632" y="816"/>
              <a:ext cx="3264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28009" name="Line 6"/>
            <p:cNvSpPr>
              <a:spLocks noChangeShapeType="1"/>
            </p:cNvSpPr>
            <p:nvPr/>
          </p:nvSpPr>
          <p:spPr bwMode="auto">
            <a:xfrm>
              <a:off x="1632" y="864"/>
              <a:ext cx="3264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28010" name="Line 7"/>
            <p:cNvSpPr>
              <a:spLocks noChangeShapeType="1"/>
            </p:cNvSpPr>
            <p:nvPr/>
          </p:nvSpPr>
          <p:spPr bwMode="auto">
            <a:xfrm>
              <a:off x="1632" y="1056"/>
              <a:ext cx="3264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28011" name="Line 8"/>
            <p:cNvSpPr>
              <a:spLocks noChangeShapeType="1"/>
            </p:cNvSpPr>
            <p:nvPr/>
          </p:nvSpPr>
          <p:spPr bwMode="auto">
            <a:xfrm>
              <a:off x="1632" y="4032"/>
              <a:ext cx="3264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28012" name="Line 9"/>
            <p:cNvSpPr>
              <a:spLocks noChangeShapeType="1"/>
            </p:cNvSpPr>
            <p:nvPr/>
          </p:nvSpPr>
          <p:spPr bwMode="auto">
            <a:xfrm>
              <a:off x="3792" y="864"/>
              <a:ext cx="0" cy="316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28013" name="Line 10"/>
            <p:cNvSpPr>
              <a:spLocks noChangeShapeType="1"/>
            </p:cNvSpPr>
            <p:nvPr/>
          </p:nvSpPr>
          <p:spPr bwMode="auto">
            <a:xfrm>
              <a:off x="2496" y="864"/>
              <a:ext cx="0" cy="316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28014" name="Text Box 11"/>
            <p:cNvSpPr txBox="1">
              <a:spLocks noChangeArrowheads="1"/>
            </p:cNvSpPr>
            <p:nvPr/>
          </p:nvSpPr>
          <p:spPr bwMode="auto">
            <a:xfrm>
              <a:off x="1680" y="1104"/>
              <a:ext cx="720" cy="290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 type="none" w="sm" len="sm"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1600" b="1"/>
                <a:t>$E</a:t>
              </a:r>
              <a:endParaRPr kumimoji="0" lang="en-US" altLang="zh-CN" sz="1600" b="1"/>
            </a:p>
            <a:p>
              <a:pPr eaLnBrk="1" hangingPunct="1">
                <a:lnSpc>
                  <a:spcPct val="50000"/>
                </a:lnSpc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1600" b="1"/>
                <a:t>$E</a:t>
              </a:r>
              <a:endParaRPr kumimoji="0" lang="en-US" altLang="zh-CN" sz="1600" b="1"/>
            </a:p>
            <a:p>
              <a:pPr eaLnBrk="1" hangingPunct="1">
                <a:lnSpc>
                  <a:spcPct val="60000"/>
                </a:lnSpc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1600" b="1"/>
                <a:t>$E’T</a:t>
              </a:r>
              <a:endParaRPr kumimoji="0" lang="en-US" altLang="zh-CN" sz="1600" b="1"/>
            </a:p>
            <a:p>
              <a:pPr eaLnBrk="1" hangingPunct="1">
                <a:lnSpc>
                  <a:spcPct val="60000"/>
                </a:lnSpc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1600" b="1"/>
                <a:t>$E’T’F</a:t>
              </a:r>
              <a:endParaRPr kumimoji="0" lang="en-US" altLang="zh-CN" sz="1600" b="1"/>
            </a:p>
            <a:p>
              <a:pPr eaLnBrk="1" hangingPunct="1">
                <a:lnSpc>
                  <a:spcPct val="60000"/>
                </a:lnSpc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1600" b="1"/>
                <a:t>$E’T’</a:t>
              </a:r>
              <a:r>
                <a:rPr kumimoji="0" lang="en-US" altLang="zh-CN" sz="1600" b="1">
                  <a:solidFill>
                    <a:schemeClr val="accent2"/>
                  </a:solidFill>
                </a:rPr>
                <a:t>id</a:t>
              </a:r>
              <a:endParaRPr kumimoji="0" lang="en-US" altLang="zh-CN" sz="1600" b="1">
                <a:solidFill>
                  <a:schemeClr val="accent2"/>
                </a:solidFill>
              </a:endParaRPr>
            </a:p>
            <a:p>
              <a:pPr eaLnBrk="1" hangingPunct="1">
                <a:lnSpc>
                  <a:spcPct val="60000"/>
                </a:lnSpc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1600" b="1"/>
                <a:t>$E’T’</a:t>
              </a:r>
              <a:endParaRPr kumimoji="0" lang="en-US" altLang="zh-CN" sz="1600" b="1"/>
            </a:p>
            <a:p>
              <a:pPr eaLnBrk="1" hangingPunct="1">
                <a:lnSpc>
                  <a:spcPct val="60000"/>
                </a:lnSpc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1600" b="1"/>
                <a:t>$E’T’F</a:t>
              </a:r>
              <a:r>
                <a:rPr kumimoji="0" lang="en-US" altLang="zh-CN" sz="1600" b="1">
                  <a:solidFill>
                    <a:schemeClr val="accent2"/>
                  </a:solidFill>
                </a:rPr>
                <a:t>*</a:t>
              </a:r>
              <a:endParaRPr kumimoji="0" lang="en-US" altLang="zh-CN" sz="1600" b="1">
                <a:solidFill>
                  <a:schemeClr val="accent2"/>
                </a:solidFill>
              </a:endParaRPr>
            </a:p>
            <a:p>
              <a:pPr eaLnBrk="1" hangingPunct="1">
                <a:lnSpc>
                  <a:spcPct val="60000"/>
                </a:lnSpc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1600" b="1"/>
                <a:t>$E’T’F</a:t>
              </a:r>
              <a:endParaRPr kumimoji="0" lang="en-US" altLang="zh-CN" sz="1600" b="1"/>
            </a:p>
            <a:p>
              <a:pPr eaLnBrk="1" hangingPunct="1">
                <a:lnSpc>
                  <a:spcPct val="60000"/>
                </a:lnSpc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1600" b="1"/>
                <a:t>$E’T’</a:t>
              </a:r>
              <a:endParaRPr kumimoji="0" lang="en-US" altLang="zh-CN" sz="1600" b="1">
                <a:solidFill>
                  <a:schemeClr val="accent2"/>
                </a:solidFill>
              </a:endParaRPr>
            </a:p>
            <a:p>
              <a:pPr eaLnBrk="1" hangingPunct="1">
                <a:lnSpc>
                  <a:spcPct val="60000"/>
                </a:lnSpc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1600" b="1"/>
                <a:t>$E’</a:t>
              </a:r>
              <a:endParaRPr kumimoji="0" lang="en-US" altLang="zh-CN" sz="1600" b="1"/>
            </a:p>
            <a:p>
              <a:pPr eaLnBrk="1" hangingPunct="1">
                <a:lnSpc>
                  <a:spcPct val="60000"/>
                </a:lnSpc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1600" b="1"/>
                <a:t>$E’T</a:t>
              </a:r>
              <a:r>
                <a:rPr kumimoji="0" lang="en-US" altLang="zh-CN" sz="1600" b="1">
                  <a:solidFill>
                    <a:schemeClr val="accent2"/>
                  </a:solidFill>
                </a:rPr>
                <a:t>+</a:t>
              </a:r>
              <a:endParaRPr kumimoji="0" lang="en-US" altLang="zh-CN" sz="1600" b="1">
                <a:solidFill>
                  <a:schemeClr val="accent2"/>
                </a:solidFill>
              </a:endParaRPr>
            </a:p>
            <a:p>
              <a:pPr eaLnBrk="1" hangingPunct="1">
                <a:lnSpc>
                  <a:spcPct val="60000"/>
                </a:lnSpc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1600" b="1"/>
                <a:t>$E’T</a:t>
              </a:r>
              <a:endParaRPr kumimoji="0" lang="en-US" altLang="zh-CN" sz="1600" b="1"/>
            </a:p>
            <a:p>
              <a:pPr eaLnBrk="1" hangingPunct="1">
                <a:lnSpc>
                  <a:spcPct val="60000"/>
                </a:lnSpc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1600" b="1"/>
                <a:t>$E’T’F</a:t>
              </a:r>
              <a:endParaRPr kumimoji="0" lang="en-US" altLang="zh-CN" sz="1600" b="1"/>
            </a:p>
            <a:p>
              <a:pPr eaLnBrk="1" hangingPunct="1">
                <a:lnSpc>
                  <a:spcPct val="60000"/>
                </a:lnSpc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1600" b="1"/>
                <a:t>$E’T’</a:t>
              </a:r>
              <a:r>
                <a:rPr kumimoji="0" lang="en-US" altLang="zh-CN" sz="1600" b="1">
                  <a:solidFill>
                    <a:schemeClr val="accent2"/>
                  </a:solidFill>
                </a:rPr>
                <a:t>id</a:t>
              </a:r>
              <a:endParaRPr kumimoji="0" lang="en-US" altLang="zh-CN" sz="1600" b="1">
                <a:solidFill>
                  <a:schemeClr val="accent2"/>
                </a:solidFill>
              </a:endParaRPr>
            </a:p>
            <a:p>
              <a:pPr eaLnBrk="1" hangingPunct="1">
                <a:lnSpc>
                  <a:spcPct val="60000"/>
                </a:lnSpc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1600" b="1"/>
                <a:t>$E’T’</a:t>
              </a:r>
              <a:endParaRPr kumimoji="0" lang="en-US" altLang="zh-CN" sz="1600" b="1"/>
            </a:p>
            <a:p>
              <a:pPr eaLnBrk="1" hangingPunct="1">
                <a:lnSpc>
                  <a:spcPct val="60000"/>
                </a:lnSpc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1600" b="1"/>
                <a:t>$E’</a:t>
              </a:r>
              <a:endParaRPr kumimoji="0" lang="en-US" altLang="zh-CN" sz="1600" b="1"/>
            </a:p>
            <a:p>
              <a:pPr eaLnBrk="1" hangingPunct="1">
                <a:lnSpc>
                  <a:spcPct val="60000"/>
                </a:lnSpc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1600" b="1"/>
                <a:t>$</a:t>
              </a:r>
              <a:endParaRPr kumimoji="0" lang="en-US" altLang="zh-CN" sz="1600" b="1"/>
            </a:p>
          </p:txBody>
        </p:sp>
        <p:sp>
          <p:nvSpPr>
            <p:cNvPr id="128015" name="Text Box 12"/>
            <p:cNvSpPr txBox="1">
              <a:spLocks noChangeArrowheads="1"/>
            </p:cNvSpPr>
            <p:nvPr/>
          </p:nvSpPr>
          <p:spPr bwMode="auto">
            <a:xfrm>
              <a:off x="2592" y="1104"/>
              <a:ext cx="1152" cy="29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 type="none" w="sm" len="sm"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1600" b="1">
                  <a:solidFill>
                    <a:schemeClr val="accent2"/>
                  </a:solidFill>
                </a:rPr>
                <a:t>+ id * + id$ </a:t>
              </a:r>
              <a:endParaRPr kumimoji="0" lang="en-US" altLang="zh-CN" sz="1600" b="1">
                <a:solidFill>
                  <a:schemeClr val="accent2"/>
                </a:solidFill>
              </a:endParaRPr>
            </a:p>
            <a:p>
              <a:pPr algn="r" eaLnBrk="1" hangingPunct="1">
                <a:lnSpc>
                  <a:spcPct val="60000"/>
                </a:lnSpc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1600" b="1">
                  <a:solidFill>
                    <a:schemeClr val="accent2"/>
                  </a:solidFill>
                </a:rPr>
                <a:t> id * + id$ </a:t>
              </a:r>
              <a:endParaRPr kumimoji="0" lang="en-US" altLang="zh-CN" sz="1600" b="1">
                <a:solidFill>
                  <a:schemeClr val="accent2"/>
                </a:solidFill>
              </a:endParaRPr>
            </a:p>
            <a:p>
              <a:pPr algn="r" eaLnBrk="1" hangingPunct="1">
                <a:lnSpc>
                  <a:spcPct val="50000"/>
                </a:lnSpc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1600" b="1">
                  <a:solidFill>
                    <a:schemeClr val="accent2"/>
                  </a:solidFill>
                </a:rPr>
                <a:t> id * + id$ </a:t>
              </a:r>
              <a:endParaRPr kumimoji="0" lang="en-US" altLang="zh-CN" sz="1600" b="1">
                <a:solidFill>
                  <a:schemeClr val="accent2"/>
                </a:solidFill>
              </a:endParaRPr>
            </a:p>
            <a:p>
              <a:pPr algn="r" eaLnBrk="1" hangingPunct="1">
                <a:lnSpc>
                  <a:spcPct val="60000"/>
                </a:lnSpc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1600" b="1">
                  <a:solidFill>
                    <a:schemeClr val="accent2"/>
                  </a:solidFill>
                </a:rPr>
                <a:t> id * + id$ </a:t>
              </a:r>
              <a:endParaRPr kumimoji="0" lang="en-US" altLang="zh-CN" sz="1600" b="1">
                <a:solidFill>
                  <a:schemeClr val="accent2"/>
                </a:solidFill>
              </a:endParaRPr>
            </a:p>
            <a:p>
              <a:pPr algn="r" eaLnBrk="1" hangingPunct="1">
                <a:lnSpc>
                  <a:spcPct val="70000"/>
                </a:lnSpc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1600" b="1">
                  <a:solidFill>
                    <a:schemeClr val="accent2"/>
                  </a:solidFill>
                </a:rPr>
                <a:t> id * + id$ </a:t>
              </a:r>
              <a:endParaRPr kumimoji="0" lang="en-US" altLang="zh-CN" sz="1600" b="1">
                <a:solidFill>
                  <a:schemeClr val="accent2"/>
                </a:solidFill>
              </a:endParaRPr>
            </a:p>
            <a:p>
              <a:pPr algn="r" eaLnBrk="1" hangingPunct="1">
                <a:lnSpc>
                  <a:spcPct val="50000"/>
                </a:lnSpc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1600" b="1">
                  <a:solidFill>
                    <a:schemeClr val="accent2"/>
                  </a:solidFill>
                </a:rPr>
                <a:t> * + id$ </a:t>
              </a:r>
              <a:endParaRPr kumimoji="0" lang="en-US" altLang="zh-CN" sz="1600" b="1">
                <a:solidFill>
                  <a:schemeClr val="accent2"/>
                </a:solidFill>
              </a:endParaRPr>
            </a:p>
            <a:p>
              <a:pPr algn="r" eaLnBrk="1" hangingPunct="1">
                <a:lnSpc>
                  <a:spcPct val="60000"/>
                </a:lnSpc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1600" b="1">
                  <a:solidFill>
                    <a:schemeClr val="accent2"/>
                  </a:solidFill>
                </a:rPr>
                <a:t> * + id$ </a:t>
              </a:r>
              <a:endParaRPr kumimoji="0" lang="en-US" altLang="zh-CN" sz="1600" b="1">
                <a:solidFill>
                  <a:schemeClr val="accent2"/>
                </a:solidFill>
              </a:endParaRPr>
            </a:p>
            <a:p>
              <a:pPr algn="r" eaLnBrk="1" hangingPunct="1">
                <a:lnSpc>
                  <a:spcPct val="70000"/>
                </a:lnSpc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1600" b="1">
                  <a:solidFill>
                    <a:schemeClr val="accent2"/>
                  </a:solidFill>
                </a:rPr>
                <a:t>+ id$ </a:t>
              </a:r>
              <a:endParaRPr kumimoji="0" lang="en-US" altLang="zh-CN" sz="1600" b="1">
                <a:solidFill>
                  <a:schemeClr val="accent2"/>
                </a:solidFill>
              </a:endParaRPr>
            </a:p>
            <a:p>
              <a:pPr algn="r" eaLnBrk="1" hangingPunct="1">
                <a:lnSpc>
                  <a:spcPct val="50000"/>
                </a:lnSpc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1600" b="1">
                  <a:solidFill>
                    <a:schemeClr val="accent2"/>
                  </a:solidFill>
                </a:rPr>
                <a:t>+ id$ </a:t>
              </a:r>
              <a:endParaRPr kumimoji="0" lang="en-US" altLang="zh-CN" sz="1600" b="1">
                <a:solidFill>
                  <a:schemeClr val="accent2"/>
                </a:solidFill>
              </a:endParaRPr>
            </a:p>
            <a:p>
              <a:pPr algn="r" eaLnBrk="1" hangingPunct="1">
                <a:lnSpc>
                  <a:spcPct val="70000"/>
                </a:lnSpc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1600" b="1">
                  <a:solidFill>
                    <a:schemeClr val="accent2"/>
                  </a:solidFill>
                </a:rPr>
                <a:t>+ id$ </a:t>
              </a:r>
              <a:endParaRPr kumimoji="0" lang="en-US" altLang="zh-CN" sz="1600" b="1">
                <a:solidFill>
                  <a:schemeClr val="accent2"/>
                </a:solidFill>
              </a:endParaRPr>
            </a:p>
            <a:p>
              <a:pPr algn="r" eaLnBrk="1" hangingPunct="1">
                <a:lnSpc>
                  <a:spcPct val="60000"/>
                </a:lnSpc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1600" b="1">
                  <a:solidFill>
                    <a:schemeClr val="accent2"/>
                  </a:solidFill>
                </a:rPr>
                <a:t>+ id$ </a:t>
              </a:r>
              <a:endParaRPr kumimoji="0" lang="en-US" altLang="zh-CN" sz="1600" b="1">
                <a:solidFill>
                  <a:schemeClr val="accent2"/>
                </a:solidFill>
              </a:endParaRPr>
            </a:p>
            <a:p>
              <a:pPr algn="r" eaLnBrk="1" hangingPunct="1">
                <a:lnSpc>
                  <a:spcPct val="70000"/>
                </a:lnSpc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1600" b="1">
                  <a:solidFill>
                    <a:schemeClr val="accent2"/>
                  </a:solidFill>
                </a:rPr>
                <a:t> id$ </a:t>
              </a:r>
              <a:endParaRPr kumimoji="0" lang="en-US" altLang="zh-CN" sz="1600" b="1">
                <a:solidFill>
                  <a:schemeClr val="accent2"/>
                </a:solidFill>
              </a:endParaRPr>
            </a:p>
            <a:p>
              <a:pPr algn="r" eaLnBrk="1" hangingPunct="1">
                <a:lnSpc>
                  <a:spcPct val="40000"/>
                </a:lnSpc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1600" b="1">
                  <a:solidFill>
                    <a:schemeClr val="accent2"/>
                  </a:solidFill>
                </a:rPr>
                <a:t> id$ </a:t>
              </a:r>
              <a:endParaRPr kumimoji="0" lang="en-US" altLang="zh-CN" sz="1600" b="1">
                <a:solidFill>
                  <a:schemeClr val="accent2"/>
                </a:solidFill>
              </a:endParaRPr>
            </a:p>
            <a:p>
              <a:pPr algn="r" eaLnBrk="1" hangingPunct="1">
                <a:lnSpc>
                  <a:spcPct val="60000"/>
                </a:lnSpc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1600" b="1">
                  <a:solidFill>
                    <a:schemeClr val="accent2"/>
                  </a:solidFill>
                </a:rPr>
                <a:t> id$ </a:t>
              </a:r>
              <a:endParaRPr kumimoji="0" lang="en-US" altLang="zh-CN" sz="1600" b="1">
                <a:solidFill>
                  <a:schemeClr val="accent2"/>
                </a:solidFill>
              </a:endParaRPr>
            </a:p>
            <a:p>
              <a:pPr algn="r" eaLnBrk="1" hangingPunct="1">
                <a:lnSpc>
                  <a:spcPct val="60000"/>
                </a:lnSpc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1600" b="1">
                  <a:solidFill>
                    <a:schemeClr val="accent2"/>
                  </a:solidFill>
                </a:rPr>
                <a:t>$ </a:t>
              </a:r>
              <a:endParaRPr kumimoji="0" lang="en-US" altLang="zh-CN" sz="1600" b="1">
                <a:solidFill>
                  <a:schemeClr val="accent2"/>
                </a:solidFill>
              </a:endParaRPr>
            </a:p>
            <a:p>
              <a:pPr algn="r" eaLnBrk="1" hangingPunct="1">
                <a:lnSpc>
                  <a:spcPct val="60000"/>
                </a:lnSpc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1600" b="1">
                  <a:solidFill>
                    <a:schemeClr val="accent2"/>
                  </a:solidFill>
                </a:rPr>
                <a:t>$ </a:t>
              </a:r>
              <a:endParaRPr kumimoji="0" lang="en-US" altLang="zh-CN" sz="1600" b="1">
                <a:solidFill>
                  <a:schemeClr val="accent2"/>
                </a:solidFill>
              </a:endParaRPr>
            </a:p>
            <a:p>
              <a:pPr algn="r" eaLnBrk="1" hangingPunct="1">
                <a:lnSpc>
                  <a:spcPct val="60000"/>
                </a:lnSpc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1600" b="1">
                  <a:solidFill>
                    <a:schemeClr val="accent2"/>
                  </a:solidFill>
                </a:rPr>
                <a:t>$</a:t>
              </a:r>
              <a:endParaRPr kumimoji="0" lang="en-US" altLang="zh-CN" sz="1600" b="1">
                <a:solidFill>
                  <a:schemeClr val="accent2"/>
                </a:solidFill>
              </a:endParaRPr>
            </a:p>
          </p:txBody>
        </p:sp>
        <p:sp>
          <p:nvSpPr>
            <p:cNvPr id="128016" name="Text Box 13"/>
            <p:cNvSpPr txBox="1">
              <a:spLocks noChangeArrowheads="1"/>
            </p:cNvSpPr>
            <p:nvPr/>
          </p:nvSpPr>
          <p:spPr bwMode="auto">
            <a:xfrm>
              <a:off x="3888" y="1104"/>
              <a:ext cx="960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 type="none" w="sm" len="sm"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endParaRPr kumimoji="0" lang="zh-CN" altLang="zh-CN" sz="1600" b="1"/>
            </a:p>
          </p:txBody>
        </p:sp>
        <p:sp>
          <p:nvSpPr>
            <p:cNvPr id="128017" name="Text Box 14"/>
            <p:cNvSpPr txBox="1">
              <a:spLocks noChangeArrowheads="1"/>
            </p:cNvSpPr>
            <p:nvPr/>
          </p:nvSpPr>
          <p:spPr bwMode="auto">
            <a:xfrm>
              <a:off x="1680" y="864"/>
              <a:ext cx="768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 type="none" w="sm" len="sm"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1800" b="1"/>
                <a:t>STACK</a:t>
              </a:r>
              <a:endParaRPr kumimoji="0" lang="en-US" altLang="zh-CN" sz="1800" b="1"/>
            </a:p>
          </p:txBody>
        </p:sp>
        <p:sp>
          <p:nvSpPr>
            <p:cNvPr id="128018" name="Text Box 15"/>
            <p:cNvSpPr txBox="1">
              <a:spLocks noChangeArrowheads="1"/>
            </p:cNvSpPr>
            <p:nvPr/>
          </p:nvSpPr>
          <p:spPr bwMode="auto">
            <a:xfrm>
              <a:off x="2736" y="864"/>
              <a:ext cx="768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 type="none" w="sm" len="sm"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1800" b="1"/>
                <a:t>INPUT</a:t>
              </a:r>
              <a:endParaRPr kumimoji="0" lang="en-US" altLang="zh-CN" sz="1800" b="1"/>
            </a:p>
          </p:txBody>
        </p:sp>
        <p:sp>
          <p:nvSpPr>
            <p:cNvPr id="128019" name="Text Box 16"/>
            <p:cNvSpPr txBox="1">
              <a:spLocks noChangeArrowheads="1"/>
            </p:cNvSpPr>
            <p:nvPr/>
          </p:nvSpPr>
          <p:spPr bwMode="auto">
            <a:xfrm>
              <a:off x="3936" y="864"/>
              <a:ext cx="768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 type="none" w="sm" len="sm"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1800" b="1"/>
                <a:t>Remark</a:t>
              </a:r>
              <a:endParaRPr kumimoji="0" lang="en-US" altLang="zh-CN" sz="1800" b="1"/>
            </a:p>
          </p:txBody>
        </p:sp>
      </p:grpSp>
      <p:sp>
        <p:nvSpPr>
          <p:cNvPr id="128004" name="Text Box 17"/>
          <p:cNvSpPr txBox="1">
            <a:spLocks noChangeArrowheads="1"/>
          </p:cNvSpPr>
          <p:nvPr/>
        </p:nvSpPr>
        <p:spPr bwMode="auto">
          <a:xfrm>
            <a:off x="4953000" y="3581400"/>
            <a:ext cx="22860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1600" b="1"/>
              <a:t>error, M[F,+] = synch</a:t>
            </a:r>
            <a:endParaRPr kumimoji="0" lang="en-US" altLang="zh-CN" sz="1600" b="1"/>
          </a:p>
        </p:txBody>
      </p:sp>
      <p:sp>
        <p:nvSpPr>
          <p:cNvPr id="128005" name="Text Box 18"/>
          <p:cNvSpPr txBox="1">
            <a:spLocks noChangeArrowheads="1"/>
          </p:cNvSpPr>
          <p:nvPr/>
        </p:nvSpPr>
        <p:spPr bwMode="auto">
          <a:xfrm>
            <a:off x="4953000" y="3810000"/>
            <a:ext cx="18288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1600" b="1"/>
              <a:t>F has been popped</a:t>
            </a:r>
            <a:endParaRPr kumimoji="0" lang="en-US" altLang="zh-CN" sz="1600" b="1"/>
          </a:p>
        </p:txBody>
      </p:sp>
      <p:sp>
        <p:nvSpPr>
          <p:cNvPr id="128006" name="Text Box 19"/>
          <p:cNvSpPr txBox="1">
            <a:spLocks noChangeArrowheads="1"/>
          </p:cNvSpPr>
          <p:nvPr/>
        </p:nvSpPr>
        <p:spPr bwMode="auto">
          <a:xfrm>
            <a:off x="4953000" y="1676400"/>
            <a:ext cx="15240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1600" b="1"/>
              <a:t>error, skip +</a:t>
            </a:r>
            <a:endParaRPr kumimoji="0" lang="en-US" altLang="zh-CN" sz="1600" b="1"/>
          </a:p>
        </p:txBody>
      </p:sp>
      <p:sp>
        <p:nvSpPr>
          <p:cNvPr id="128007" name="Text Box 20"/>
          <p:cNvSpPr txBox="1">
            <a:spLocks noChangeArrowheads="1"/>
          </p:cNvSpPr>
          <p:nvPr/>
        </p:nvSpPr>
        <p:spPr bwMode="auto">
          <a:xfrm>
            <a:off x="4953000" y="1949450"/>
            <a:ext cx="15240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1600" b="1"/>
              <a:t>id</a:t>
            </a:r>
            <a:r>
              <a:rPr kumimoji="0" lang="en-US" altLang="zh-CN" sz="1600" b="1">
                <a:latin typeface="宋体" panose="02010600030101010101" pitchFamily="2" charset="-122"/>
              </a:rPr>
              <a:t>∈</a:t>
            </a:r>
            <a:r>
              <a:rPr kumimoji="0" lang="en-US" altLang="zh-CN" sz="1600" b="1"/>
              <a:t>FIRST(E)</a:t>
            </a:r>
            <a:endParaRPr kumimoji="0" lang="en-US" altLang="zh-CN" sz="1600" b="1"/>
          </a:p>
        </p:txBody>
      </p:sp>
    </p:spTree>
  </p:cSld>
  <p:clrMapOvr>
    <a:masterClrMapping/>
  </p:clrMapOvr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0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产生错误信息</a:t>
            </a:r>
            <a:endParaRPr lang="zh-CN" altLang="en-US"/>
          </a:p>
        </p:txBody>
      </p:sp>
      <p:sp>
        <p:nvSpPr>
          <p:cNvPr id="12902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182688" y="1371600"/>
            <a:ext cx="7772400" cy="5105400"/>
          </a:xfrm>
        </p:spPr>
        <p:txBody>
          <a:bodyPr/>
          <a:lstStyle/>
          <a:p>
            <a:pPr eaLnBrk="1" hangingPunct="1"/>
            <a:r>
              <a:rPr lang="zh-CN" altLang="en-US" sz="2800"/>
              <a:t>保存输入计数（位置）</a:t>
            </a:r>
            <a:endParaRPr lang="zh-CN" altLang="en-US" sz="2800"/>
          </a:p>
          <a:p>
            <a:pPr eaLnBrk="1" hangingPunct="1"/>
            <a:r>
              <a:rPr lang="zh-CN" altLang="en-US" sz="2800"/>
              <a:t>每个非终结符符号化一个抽象语言结构</a:t>
            </a:r>
            <a:endParaRPr lang="zh-CN" altLang="en-US" sz="2800"/>
          </a:p>
          <a:p>
            <a:pPr eaLnBrk="1" hangingPunct="1"/>
            <a:r>
              <a:rPr lang="zh-CN" altLang="en-US" sz="2800"/>
              <a:t>考虑例</a:t>
            </a:r>
            <a:r>
              <a:rPr lang="en-US" altLang="zh-CN" sz="2800"/>
              <a:t>4.20</a:t>
            </a:r>
            <a:r>
              <a:rPr lang="zh-CN" altLang="en-US" sz="2800"/>
              <a:t>文法</a:t>
            </a:r>
            <a:endParaRPr lang="zh-CN" altLang="en-US" sz="2800"/>
          </a:p>
          <a:p>
            <a:pPr lvl="1" eaLnBrk="1" hangingPunct="1"/>
            <a:r>
              <a:rPr lang="en-US" altLang="zh-CN" sz="2400"/>
              <a:t>E</a:t>
            </a:r>
            <a:r>
              <a:rPr lang="zh-CN" altLang="en-US" sz="2400">
                <a:sym typeface="Wingdings" panose="05000000000000000000" pitchFamily="2" charset="2"/>
              </a:rPr>
              <a:t>表示表达式</a:t>
            </a:r>
            <a:endParaRPr lang="zh-CN" altLang="en-US" sz="2400">
              <a:sym typeface="Wingdings" panose="05000000000000000000" pitchFamily="2" charset="2"/>
            </a:endParaRPr>
          </a:p>
          <a:p>
            <a:pPr lvl="2" eaLnBrk="1" hangingPunct="1"/>
            <a:r>
              <a:rPr lang="en-US" altLang="zh-CN" sz="2000"/>
              <a:t>E</a:t>
            </a:r>
            <a:r>
              <a:rPr lang="zh-CN" altLang="en-US" sz="2000"/>
              <a:t>在栈顶，输入符号为</a:t>
            </a:r>
            <a:r>
              <a:rPr lang="en-US" altLang="zh-CN" sz="2000"/>
              <a:t>+</a:t>
            </a:r>
            <a:r>
              <a:rPr lang="zh-CN" altLang="en-US" sz="2000"/>
              <a:t>：“错误位置</a:t>
            </a:r>
            <a:r>
              <a:rPr lang="en-US" altLang="zh-CN" sz="2000"/>
              <a:t>i</a:t>
            </a:r>
            <a:r>
              <a:rPr lang="zh-CN" altLang="en-US" sz="2000"/>
              <a:t>，表达式不能以</a:t>
            </a:r>
            <a:r>
              <a:rPr lang="en-US" altLang="zh-CN" sz="2000"/>
              <a:t>+</a:t>
            </a:r>
            <a:r>
              <a:rPr lang="zh-CN" altLang="en-US" sz="2000"/>
              <a:t>开始”或“错误位置</a:t>
            </a:r>
            <a:r>
              <a:rPr lang="en-US" altLang="zh-CN" sz="2000"/>
              <a:t>i</a:t>
            </a:r>
            <a:r>
              <a:rPr lang="zh-CN" altLang="en-US" sz="2000"/>
              <a:t>，非法表达式”</a:t>
            </a:r>
            <a:endParaRPr lang="zh-CN" altLang="en-US" sz="2000"/>
          </a:p>
          <a:p>
            <a:pPr lvl="2" eaLnBrk="1" hangingPunct="1"/>
            <a:r>
              <a:rPr lang="en-US" altLang="zh-CN" sz="2000"/>
              <a:t>E</a:t>
            </a:r>
            <a:r>
              <a:rPr lang="zh-CN" altLang="en-US" sz="2000"/>
              <a:t>，*的情况类似</a:t>
            </a:r>
            <a:endParaRPr lang="zh-CN" altLang="en-US" sz="2000"/>
          </a:p>
          <a:p>
            <a:pPr lvl="1" eaLnBrk="1" hangingPunct="1"/>
            <a:r>
              <a:rPr lang="en-US" altLang="zh-CN" sz="2400"/>
              <a:t>E’</a:t>
            </a:r>
            <a:r>
              <a:rPr lang="zh-CN" altLang="en-US" sz="2400"/>
              <a:t>表示表达式的结束</a:t>
            </a:r>
            <a:endParaRPr lang="zh-CN" altLang="en-US" sz="2400"/>
          </a:p>
          <a:p>
            <a:pPr lvl="2" eaLnBrk="1" hangingPunct="1"/>
            <a:r>
              <a:rPr lang="en-US" altLang="zh-CN" sz="2000"/>
              <a:t>E’</a:t>
            </a:r>
            <a:r>
              <a:rPr lang="zh-CN" altLang="en-US" sz="2000"/>
              <a:t>，*</a:t>
            </a:r>
            <a:r>
              <a:rPr lang="en-US" altLang="zh-CN" sz="2000"/>
              <a:t>/</a:t>
            </a:r>
            <a:r>
              <a:rPr lang="en-US" altLang="zh-CN" sz="2000" b="1"/>
              <a:t>id</a:t>
            </a:r>
            <a:r>
              <a:rPr lang="zh-CN" altLang="en-US" sz="2000"/>
              <a:t>： “错误：位置</a:t>
            </a:r>
            <a:r>
              <a:rPr lang="en-US" altLang="zh-CN" sz="2000"/>
              <a:t>j</a:t>
            </a:r>
            <a:r>
              <a:rPr lang="zh-CN" altLang="en-US" sz="2000"/>
              <a:t>开始的表达式在位置</a:t>
            </a:r>
            <a:r>
              <a:rPr lang="en-US" altLang="zh-CN" sz="2000"/>
              <a:t>i</a:t>
            </a:r>
            <a:r>
              <a:rPr lang="zh-CN" altLang="en-US" sz="2000"/>
              <a:t>处结构错误”</a:t>
            </a:r>
            <a:endParaRPr lang="zh-CN" altLang="en-US" sz="2000"/>
          </a:p>
        </p:txBody>
      </p:sp>
    </p:spTree>
  </p:cSld>
  <p:clrMapOvr>
    <a:masterClrMapping/>
  </p:clrMapOvr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0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产生错误信息（续）</a:t>
            </a:r>
            <a:endParaRPr lang="zh-CN" altLang="en-US"/>
          </a:p>
        </p:txBody>
      </p:sp>
      <p:sp>
        <p:nvSpPr>
          <p:cNvPr id="13005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182688" y="1371600"/>
            <a:ext cx="7772400" cy="5105400"/>
          </a:xfrm>
        </p:spPr>
        <p:txBody>
          <a:bodyPr/>
          <a:lstStyle/>
          <a:p>
            <a:pPr lvl="1" eaLnBrk="1" hangingPunct="1"/>
            <a:r>
              <a:rPr lang="en-US" altLang="zh-CN" sz="2400"/>
              <a:t>T</a:t>
            </a:r>
            <a:r>
              <a:rPr lang="zh-CN" altLang="en-US" sz="2400">
                <a:sym typeface="Wingdings" panose="05000000000000000000" pitchFamily="2" charset="2"/>
              </a:rPr>
              <a:t>表示加法项</a:t>
            </a:r>
            <a:endParaRPr lang="zh-CN" altLang="en-US" sz="2400">
              <a:sym typeface="Wingdings" panose="05000000000000000000" pitchFamily="2" charset="2"/>
            </a:endParaRPr>
          </a:p>
          <a:p>
            <a:pPr lvl="2" eaLnBrk="1" hangingPunct="1"/>
            <a:r>
              <a:rPr lang="en-US" altLang="zh-CN" sz="2000"/>
              <a:t>T</a:t>
            </a:r>
            <a:r>
              <a:rPr lang="zh-CN" altLang="en-US" sz="2000"/>
              <a:t>，*：“错误位置</a:t>
            </a:r>
            <a:r>
              <a:rPr lang="en-US" altLang="zh-CN" sz="2000"/>
              <a:t>i</a:t>
            </a:r>
            <a:r>
              <a:rPr lang="zh-CN" altLang="en-US" sz="2000"/>
              <a:t>，非法项”</a:t>
            </a:r>
            <a:endParaRPr lang="zh-CN" altLang="en-US" sz="2000"/>
          </a:p>
          <a:p>
            <a:pPr lvl="1" eaLnBrk="1" hangingPunct="1"/>
            <a:r>
              <a:rPr lang="en-US" altLang="zh-CN" sz="2400"/>
              <a:t>T’</a:t>
            </a:r>
            <a:r>
              <a:rPr lang="zh-CN" altLang="en-US" sz="2400"/>
              <a:t>表示项的结束</a:t>
            </a:r>
            <a:endParaRPr lang="zh-CN" altLang="en-US" sz="2400"/>
          </a:p>
          <a:p>
            <a:pPr lvl="2" eaLnBrk="1" hangingPunct="1"/>
            <a:r>
              <a:rPr lang="en-US" altLang="zh-CN" sz="2000"/>
              <a:t>T’</a:t>
            </a:r>
            <a:r>
              <a:rPr lang="zh-CN" altLang="en-US" sz="2000"/>
              <a:t>，</a:t>
            </a:r>
            <a:r>
              <a:rPr lang="en-US" altLang="zh-CN" sz="2000"/>
              <a:t>(</a:t>
            </a:r>
            <a:r>
              <a:rPr lang="zh-CN" altLang="en-US" sz="2000"/>
              <a:t>： “位置</a:t>
            </a:r>
            <a:r>
              <a:rPr lang="en-US" altLang="zh-CN" sz="2000"/>
              <a:t>j</a:t>
            </a:r>
            <a:r>
              <a:rPr lang="zh-CN" altLang="en-US" sz="2000"/>
              <a:t>开始的项在位置</a:t>
            </a:r>
            <a:r>
              <a:rPr lang="en-US" altLang="zh-CN" sz="2000"/>
              <a:t>i</a:t>
            </a:r>
            <a:r>
              <a:rPr lang="zh-CN" altLang="en-US" sz="2000"/>
              <a:t>处结构错误”</a:t>
            </a:r>
            <a:endParaRPr lang="zh-CN" altLang="en-US" sz="2000"/>
          </a:p>
          <a:p>
            <a:pPr lvl="1" eaLnBrk="1" hangingPunct="1"/>
            <a:r>
              <a:rPr lang="en-US" altLang="zh-CN" sz="2400"/>
              <a:t>F</a:t>
            </a:r>
            <a:r>
              <a:rPr lang="zh-CN" altLang="en-US" sz="2400"/>
              <a:t>表示加法</a:t>
            </a:r>
            <a:r>
              <a:rPr lang="en-US" altLang="zh-CN" sz="2400"/>
              <a:t>/</a:t>
            </a:r>
            <a:r>
              <a:rPr lang="zh-CN" altLang="en-US" sz="2400"/>
              <a:t>乘法项</a:t>
            </a:r>
            <a:endParaRPr lang="zh-CN" altLang="en-US" sz="2400"/>
          </a:p>
          <a:p>
            <a:pPr eaLnBrk="1" hangingPunct="1"/>
            <a:r>
              <a:rPr lang="zh-CN" altLang="en-US" sz="2800"/>
              <a:t>同步错误</a:t>
            </a:r>
            <a:endParaRPr lang="zh-CN" altLang="en-US" sz="2800"/>
          </a:p>
          <a:p>
            <a:pPr lvl="1" eaLnBrk="1" hangingPunct="1"/>
            <a:r>
              <a:rPr lang="en-US" altLang="zh-CN" sz="2400"/>
              <a:t>F</a:t>
            </a:r>
            <a:r>
              <a:rPr lang="zh-CN" altLang="en-US" sz="2400"/>
              <a:t>，</a:t>
            </a:r>
            <a:r>
              <a:rPr lang="en-US" altLang="zh-CN" sz="2400"/>
              <a:t>+</a:t>
            </a:r>
            <a:r>
              <a:rPr lang="zh-CN" altLang="en-US" sz="2400"/>
              <a:t>：“位置</a:t>
            </a:r>
            <a:r>
              <a:rPr lang="en-US" altLang="zh-CN" sz="2400"/>
              <a:t>i</a:t>
            </a:r>
            <a:r>
              <a:rPr lang="zh-CN" altLang="en-US" sz="2400"/>
              <a:t>缺少加法</a:t>
            </a:r>
            <a:r>
              <a:rPr lang="en-US" altLang="zh-CN" sz="2400"/>
              <a:t>/</a:t>
            </a:r>
            <a:r>
              <a:rPr lang="zh-CN" altLang="en-US" sz="2400"/>
              <a:t>乘法项”</a:t>
            </a:r>
            <a:endParaRPr lang="zh-CN" altLang="en-US" sz="2400"/>
          </a:p>
          <a:p>
            <a:pPr lvl="1" eaLnBrk="1" hangingPunct="1"/>
            <a:r>
              <a:rPr lang="en-US" altLang="zh-CN" sz="2400"/>
              <a:t>E</a:t>
            </a:r>
            <a:r>
              <a:rPr lang="zh-CN" altLang="en-US" sz="2400"/>
              <a:t>，</a:t>
            </a:r>
            <a:r>
              <a:rPr lang="en-US" altLang="zh-CN" sz="2400"/>
              <a:t>)</a:t>
            </a:r>
            <a:r>
              <a:rPr lang="zh-CN" altLang="en-US" sz="2400"/>
              <a:t>：“位置</a:t>
            </a:r>
            <a:r>
              <a:rPr lang="en-US" altLang="zh-CN" sz="2400"/>
              <a:t>i</a:t>
            </a:r>
            <a:r>
              <a:rPr lang="zh-CN" altLang="en-US" sz="2400"/>
              <a:t>缺少表达式”</a:t>
            </a:r>
            <a:endParaRPr lang="zh-CN" altLang="en-US" sz="2400"/>
          </a:p>
        </p:txBody>
      </p:sp>
    </p:spTree>
  </p:cSld>
  <p:clrMapOvr>
    <a:masterClrMapping/>
  </p:clrMapOvr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0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产生错误信息（续）</a:t>
            </a:r>
            <a:endParaRPr lang="zh-CN" altLang="en-US"/>
          </a:p>
        </p:txBody>
      </p:sp>
      <p:sp>
        <p:nvSpPr>
          <p:cNvPr id="13107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182688" y="1371600"/>
            <a:ext cx="7772400" cy="5105400"/>
          </a:xfrm>
        </p:spPr>
        <p:txBody>
          <a:bodyPr/>
          <a:lstStyle/>
          <a:p>
            <a:pPr eaLnBrk="1" hangingPunct="1"/>
            <a:r>
              <a:rPr lang="zh-CN" altLang="en-US" dirty="0"/>
              <a:t>栈顶终结符与输入符号不匹配</a:t>
            </a:r>
            <a:endParaRPr lang="zh-CN" altLang="en-US" dirty="0"/>
          </a:p>
          <a:p>
            <a:pPr lvl="1" eaLnBrk="1" hangingPunct="1"/>
            <a:r>
              <a:rPr lang="en-US" altLang="zh-CN" b="1" dirty="0"/>
              <a:t>id</a:t>
            </a:r>
            <a:r>
              <a:rPr lang="zh-CN" altLang="en-US" dirty="0"/>
              <a:t>，</a:t>
            </a:r>
            <a:r>
              <a:rPr lang="en-US" altLang="zh-CN" dirty="0"/>
              <a:t>+</a:t>
            </a:r>
            <a:r>
              <a:rPr lang="zh-CN" altLang="en-US" dirty="0"/>
              <a:t>：“位置</a:t>
            </a:r>
            <a:r>
              <a:rPr lang="en-US" altLang="zh-CN" dirty="0" err="1"/>
              <a:t>i</a:t>
            </a:r>
            <a:r>
              <a:rPr lang="zh-CN" altLang="en-US" dirty="0"/>
              <a:t>缺少标识符”</a:t>
            </a:r>
            <a:endParaRPr lang="zh-CN" altLang="en-US" dirty="0"/>
          </a:p>
          <a:p>
            <a:pPr lvl="1" eaLnBrk="1" hangingPunct="1"/>
            <a:r>
              <a:rPr lang="en-US" altLang="zh-CN" dirty="0"/>
              <a:t>)</a:t>
            </a:r>
            <a:r>
              <a:rPr lang="zh-CN" altLang="en-US" dirty="0"/>
              <a:t>，其他符号</a:t>
            </a:r>
            <a:endParaRPr lang="zh-CN" altLang="en-US" dirty="0"/>
          </a:p>
          <a:p>
            <a:pPr lvl="2" eaLnBrk="1" hangingPunct="1"/>
            <a:r>
              <a:rPr lang="zh-CN" altLang="en-US" dirty="0"/>
              <a:t>分析过程中遇到‘</a:t>
            </a:r>
            <a:r>
              <a:rPr lang="en-US" altLang="zh-CN" dirty="0"/>
              <a:t>(</a:t>
            </a:r>
            <a:r>
              <a:rPr lang="zh-CN" altLang="en-US" dirty="0"/>
              <a:t>’，都将位置保存在“左括号栈”中</a:t>
            </a:r>
            <a:r>
              <a:rPr lang="en-US" altLang="zh-CN" dirty="0"/>
              <a:t>——</a:t>
            </a:r>
            <a:r>
              <a:rPr lang="zh-CN" altLang="en-US" dirty="0"/>
              <a:t>实际可用符号栈实现</a:t>
            </a:r>
            <a:endParaRPr lang="zh-CN" altLang="en-US" dirty="0"/>
          </a:p>
          <a:p>
            <a:pPr lvl="2" eaLnBrk="1" hangingPunct="1"/>
            <a:r>
              <a:rPr lang="zh-CN" altLang="en-US" dirty="0"/>
              <a:t>当发现不匹配时，查找左括号栈，恢复括号位置</a:t>
            </a:r>
            <a:endParaRPr lang="zh-CN" altLang="en-US" dirty="0"/>
          </a:p>
          <a:p>
            <a:pPr lvl="2" eaLnBrk="1" hangingPunct="1"/>
            <a:r>
              <a:rPr lang="zh-CN" altLang="en-US" dirty="0"/>
              <a:t>“错误位置</a:t>
            </a:r>
            <a:r>
              <a:rPr lang="en-US" altLang="zh-CN" dirty="0" err="1"/>
              <a:t>i</a:t>
            </a:r>
            <a:r>
              <a:rPr lang="zh-CN" altLang="en-US" dirty="0"/>
              <a:t>：位置</a:t>
            </a:r>
            <a:r>
              <a:rPr lang="en-US" altLang="zh-CN" dirty="0"/>
              <a:t>m</a:t>
            </a:r>
            <a:r>
              <a:rPr lang="zh-CN" altLang="en-US" dirty="0"/>
              <a:t>处左括号无对应右括号”</a:t>
            </a:r>
            <a:endParaRPr lang="zh-CN" altLang="en-US" dirty="0"/>
          </a:p>
          <a:p>
            <a:pPr lvl="2" eaLnBrk="1" hangingPunct="1">
              <a:buFont typeface="Wingdings" panose="05000000000000000000" pitchFamily="2" charset="2"/>
              <a:buNone/>
            </a:pPr>
            <a:r>
              <a:rPr lang="en-US" altLang="zh-CN" dirty="0"/>
              <a:t>——</a:t>
            </a:r>
            <a:r>
              <a:rPr lang="zh-CN" altLang="en-US" dirty="0"/>
              <a:t>如 </a:t>
            </a:r>
            <a:r>
              <a:rPr lang="en-US" altLang="zh-CN" dirty="0"/>
              <a:t>(</a:t>
            </a:r>
            <a:r>
              <a:rPr lang="en-US" altLang="zh-CN" b="1" dirty="0"/>
              <a:t>id</a:t>
            </a:r>
            <a:r>
              <a:rPr lang="en-US" altLang="zh-CN" dirty="0"/>
              <a:t> * + (</a:t>
            </a:r>
            <a:r>
              <a:rPr lang="en-US" altLang="zh-CN" b="1" dirty="0"/>
              <a:t>id id</a:t>
            </a:r>
            <a:r>
              <a:rPr lang="en-US" altLang="zh-CN" dirty="0"/>
              <a:t>)$</a:t>
            </a:r>
            <a:endParaRPr lang="en-US" altLang="zh-CN" dirty="0"/>
          </a:p>
        </p:txBody>
      </p:sp>
    </p:spTree>
  </p:cSld>
  <p:clrMapOvr>
    <a:masterClrMapping/>
  </p:clrMapOvr>
</p:sld>
</file>

<file path=ppt/slides/slide1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0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短语级错误恢复</a:t>
            </a:r>
            <a:endParaRPr lang="zh-CN" altLang="en-US"/>
          </a:p>
        </p:txBody>
      </p:sp>
      <p:sp>
        <p:nvSpPr>
          <p:cNvPr id="13209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预测分析表空位填入错误处理函数</a:t>
            </a:r>
            <a:endParaRPr lang="zh-CN" altLang="en-US"/>
          </a:p>
          <a:p>
            <a:pPr lvl="1" eaLnBrk="1" hangingPunct="1"/>
            <a:r>
              <a:rPr lang="zh-CN" altLang="en-US"/>
              <a:t>修改栈和（或）输入流，插入、删除、替换</a:t>
            </a:r>
            <a:endParaRPr lang="zh-CN" altLang="en-US"/>
          </a:p>
          <a:p>
            <a:pPr lvl="1" eaLnBrk="1" hangingPunct="1"/>
            <a:r>
              <a:rPr lang="zh-CN" altLang="en-US"/>
              <a:t>输出错误信息</a:t>
            </a:r>
            <a:endParaRPr lang="zh-CN" altLang="en-US"/>
          </a:p>
          <a:p>
            <a:pPr eaLnBrk="1" hangingPunct="1"/>
            <a:r>
              <a:rPr lang="zh-CN" altLang="en-US"/>
              <a:t>问题</a:t>
            </a:r>
            <a:endParaRPr lang="zh-CN" altLang="en-US"/>
          </a:p>
          <a:p>
            <a:pPr lvl="1" eaLnBrk="1" hangingPunct="1"/>
            <a:r>
              <a:rPr lang="zh-CN" altLang="en-US"/>
              <a:t>插入、替换栈符号应小心，避免错误推导</a:t>
            </a:r>
            <a:endParaRPr lang="zh-CN" altLang="en-US"/>
          </a:p>
          <a:p>
            <a:pPr lvl="1" eaLnBrk="1" hangingPunct="1"/>
            <a:r>
              <a:rPr lang="zh-CN" altLang="en-US"/>
              <a:t>避免无限循环</a:t>
            </a:r>
            <a:endParaRPr lang="zh-CN" altLang="en-US"/>
          </a:p>
          <a:p>
            <a:pPr eaLnBrk="1" hangingPunct="1"/>
            <a:r>
              <a:rPr lang="zh-CN" altLang="en-US"/>
              <a:t>与</a:t>
            </a:r>
            <a:r>
              <a:rPr lang="en-US" altLang="zh-CN"/>
              <a:t>Panic</a:t>
            </a:r>
            <a:r>
              <a:rPr lang="zh-CN" altLang="en-US"/>
              <a:t>模式结合使用，更完整的方式</a:t>
            </a:r>
            <a:endParaRPr lang="zh-CN" altLang="en-US"/>
          </a:p>
        </p:txBody>
      </p:sp>
    </p:spTree>
  </p:cSld>
  <p:clrMapOvr>
    <a:masterClrMapping/>
  </p:clrMapOvr>
</p:sld>
</file>

<file path=ppt/slides/slide1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预测分析器的实现</a:t>
            </a:r>
            <a:endParaRPr lang="zh-CN" altLang="en-US"/>
          </a:p>
        </p:txBody>
      </p:sp>
      <p:sp>
        <p:nvSpPr>
          <p:cNvPr id="13312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182688" y="1295400"/>
            <a:ext cx="7772400" cy="16002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zh-CN" altLang="en-US" sz="2400"/>
              <a:t>栈</a:t>
            </a:r>
            <a:r>
              <a:rPr lang="en-US" altLang="zh-CN" sz="2400"/>
              <a:t>——</a:t>
            </a:r>
            <a:r>
              <a:rPr lang="zh-CN" altLang="en-US" sz="2400"/>
              <a:t>容易实现，抽象数据类型</a:t>
            </a:r>
            <a:endParaRPr lang="zh-CN" altLang="en-US" sz="2400"/>
          </a:p>
          <a:p>
            <a:pPr eaLnBrk="1" hangingPunct="1">
              <a:lnSpc>
                <a:spcPct val="90000"/>
              </a:lnSpc>
            </a:pPr>
            <a:r>
              <a:rPr lang="zh-CN" altLang="en-US" sz="2400"/>
              <a:t>输入流</a:t>
            </a:r>
            <a:r>
              <a:rPr lang="en-US" altLang="zh-CN" sz="2400"/>
              <a:t>——</a:t>
            </a:r>
            <a:r>
              <a:rPr lang="zh-CN" altLang="en-US" sz="2400"/>
              <a:t>词法分析器实现</a:t>
            </a:r>
            <a:endParaRPr lang="zh-CN" altLang="en-US" sz="2400"/>
          </a:p>
          <a:p>
            <a:pPr eaLnBrk="1" hangingPunct="1">
              <a:lnSpc>
                <a:spcPct val="90000"/>
              </a:lnSpc>
            </a:pPr>
            <a:r>
              <a:rPr lang="zh-CN" altLang="en-US" sz="2400"/>
              <a:t>关键</a:t>
            </a:r>
            <a:r>
              <a:rPr lang="en-US" altLang="zh-CN" sz="2400"/>
              <a:t>——</a:t>
            </a:r>
            <a:r>
              <a:rPr lang="zh-CN" altLang="en-US" sz="2400"/>
              <a:t>如何实现预测分析表</a:t>
            </a:r>
            <a:endParaRPr lang="zh-CN" altLang="en-US" sz="2400"/>
          </a:p>
          <a:p>
            <a:pPr eaLnBrk="1" hangingPunct="1">
              <a:lnSpc>
                <a:spcPct val="90000"/>
              </a:lnSpc>
            </a:pPr>
            <a:r>
              <a:rPr lang="zh-CN" altLang="en-US" sz="2400">
                <a:solidFill>
                  <a:srgbClr val="3333CC"/>
                </a:solidFill>
              </a:rPr>
              <a:t>一种方法：指定唯一</a:t>
            </a:r>
            <a:r>
              <a:rPr lang="en-US" altLang="zh-CN" sz="2400">
                <a:solidFill>
                  <a:srgbClr val="3333CC"/>
                </a:solidFill>
              </a:rPr>
              <a:t>ID</a:t>
            </a:r>
            <a:r>
              <a:rPr lang="zh-CN" altLang="en-US" sz="2400">
                <a:solidFill>
                  <a:srgbClr val="3333CC"/>
                </a:solidFill>
              </a:rPr>
              <a:t>表示不同表项内容</a:t>
            </a:r>
            <a:endParaRPr lang="zh-CN" altLang="en-US" sz="2400">
              <a:solidFill>
                <a:srgbClr val="3333CC"/>
              </a:solidFill>
            </a:endParaRPr>
          </a:p>
        </p:txBody>
      </p:sp>
      <p:grpSp>
        <p:nvGrpSpPr>
          <p:cNvPr id="133124" name="Group 4"/>
          <p:cNvGrpSpPr/>
          <p:nvPr/>
        </p:nvGrpSpPr>
        <p:grpSpPr bwMode="auto">
          <a:xfrm>
            <a:off x="1066800" y="3021013"/>
            <a:ext cx="8077200" cy="2667000"/>
            <a:chOff x="672" y="2112"/>
            <a:chExt cx="5088" cy="1680"/>
          </a:xfrm>
        </p:grpSpPr>
        <p:grpSp>
          <p:nvGrpSpPr>
            <p:cNvPr id="133135" name="Group 5"/>
            <p:cNvGrpSpPr/>
            <p:nvPr/>
          </p:nvGrpSpPr>
          <p:grpSpPr bwMode="auto">
            <a:xfrm>
              <a:off x="672" y="2112"/>
              <a:ext cx="4944" cy="1680"/>
              <a:chOff x="720" y="2400"/>
              <a:chExt cx="4944" cy="1680"/>
            </a:xfrm>
          </p:grpSpPr>
          <p:sp>
            <p:nvSpPr>
              <p:cNvPr id="133177" name="Line 6"/>
              <p:cNvSpPr>
                <a:spLocks noChangeShapeType="1"/>
              </p:cNvSpPr>
              <p:nvPr/>
            </p:nvSpPr>
            <p:spPr bwMode="auto">
              <a:xfrm>
                <a:off x="720" y="2400"/>
                <a:ext cx="4944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33178" name="Line 7"/>
              <p:cNvSpPr>
                <a:spLocks noChangeShapeType="1"/>
              </p:cNvSpPr>
              <p:nvPr/>
            </p:nvSpPr>
            <p:spPr bwMode="auto">
              <a:xfrm>
                <a:off x="720" y="2448"/>
                <a:ext cx="4944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33179" name="Line 8"/>
              <p:cNvSpPr>
                <a:spLocks noChangeShapeType="1"/>
              </p:cNvSpPr>
              <p:nvPr/>
            </p:nvSpPr>
            <p:spPr bwMode="auto">
              <a:xfrm>
                <a:off x="1440" y="2688"/>
                <a:ext cx="4223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33180" name="Line 9"/>
              <p:cNvSpPr>
                <a:spLocks noChangeShapeType="1"/>
              </p:cNvSpPr>
              <p:nvPr/>
            </p:nvSpPr>
            <p:spPr bwMode="auto">
              <a:xfrm>
                <a:off x="720" y="2880"/>
                <a:ext cx="4944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33181" name="Line 10"/>
              <p:cNvSpPr>
                <a:spLocks noChangeShapeType="1"/>
              </p:cNvSpPr>
              <p:nvPr/>
            </p:nvSpPr>
            <p:spPr bwMode="auto">
              <a:xfrm>
                <a:off x="720" y="4080"/>
                <a:ext cx="4944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33182" name="Line 11"/>
              <p:cNvSpPr>
                <a:spLocks noChangeShapeType="1"/>
              </p:cNvSpPr>
              <p:nvPr/>
            </p:nvSpPr>
            <p:spPr bwMode="auto">
              <a:xfrm>
                <a:off x="5664" y="2400"/>
                <a:ext cx="0" cy="168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33183" name="Line 12"/>
              <p:cNvSpPr>
                <a:spLocks noChangeShapeType="1"/>
              </p:cNvSpPr>
              <p:nvPr/>
            </p:nvSpPr>
            <p:spPr bwMode="auto">
              <a:xfrm>
                <a:off x="1440" y="2448"/>
                <a:ext cx="0" cy="1632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33184" name="Line 13"/>
              <p:cNvSpPr>
                <a:spLocks noChangeShapeType="1"/>
              </p:cNvSpPr>
              <p:nvPr/>
            </p:nvSpPr>
            <p:spPr bwMode="auto">
              <a:xfrm>
                <a:off x="2160" y="2688"/>
                <a:ext cx="0" cy="1392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33185" name="Line 14"/>
              <p:cNvSpPr>
                <a:spLocks noChangeShapeType="1"/>
              </p:cNvSpPr>
              <p:nvPr/>
            </p:nvSpPr>
            <p:spPr bwMode="auto">
              <a:xfrm>
                <a:off x="3600" y="2688"/>
                <a:ext cx="0" cy="1392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33186" name="Line 15"/>
              <p:cNvSpPr>
                <a:spLocks noChangeShapeType="1"/>
              </p:cNvSpPr>
              <p:nvPr/>
            </p:nvSpPr>
            <p:spPr bwMode="auto">
              <a:xfrm>
                <a:off x="4320" y="2688"/>
                <a:ext cx="0" cy="1392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33187" name="Line 16"/>
              <p:cNvSpPr>
                <a:spLocks noChangeShapeType="1"/>
              </p:cNvSpPr>
              <p:nvPr/>
            </p:nvSpPr>
            <p:spPr bwMode="auto">
              <a:xfrm>
                <a:off x="4992" y="2688"/>
                <a:ext cx="0" cy="1392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33188" name="Line 17"/>
              <p:cNvSpPr>
                <a:spLocks noChangeShapeType="1"/>
              </p:cNvSpPr>
              <p:nvPr/>
            </p:nvSpPr>
            <p:spPr bwMode="auto">
              <a:xfrm>
                <a:off x="2880" y="2688"/>
                <a:ext cx="0" cy="1392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33189" name="Line 18"/>
              <p:cNvSpPr>
                <a:spLocks noChangeShapeType="1"/>
              </p:cNvSpPr>
              <p:nvPr/>
            </p:nvSpPr>
            <p:spPr bwMode="auto">
              <a:xfrm>
                <a:off x="720" y="3120"/>
                <a:ext cx="4944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33190" name="Line 19"/>
              <p:cNvSpPr>
                <a:spLocks noChangeShapeType="1"/>
              </p:cNvSpPr>
              <p:nvPr/>
            </p:nvSpPr>
            <p:spPr bwMode="auto">
              <a:xfrm>
                <a:off x="720" y="3360"/>
                <a:ext cx="4944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33191" name="Line 20"/>
              <p:cNvSpPr>
                <a:spLocks noChangeShapeType="1"/>
              </p:cNvSpPr>
              <p:nvPr/>
            </p:nvSpPr>
            <p:spPr bwMode="auto">
              <a:xfrm>
                <a:off x="720" y="3600"/>
                <a:ext cx="4944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33192" name="Line 21"/>
              <p:cNvSpPr>
                <a:spLocks noChangeShapeType="1"/>
              </p:cNvSpPr>
              <p:nvPr/>
            </p:nvSpPr>
            <p:spPr bwMode="auto">
              <a:xfrm>
                <a:off x="720" y="3840"/>
                <a:ext cx="4944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133136" name="Text Box 22"/>
            <p:cNvSpPr txBox="1">
              <a:spLocks noChangeArrowheads="1"/>
            </p:cNvSpPr>
            <p:nvPr/>
          </p:nvSpPr>
          <p:spPr bwMode="auto">
            <a:xfrm>
              <a:off x="672" y="2256"/>
              <a:ext cx="672" cy="2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 type="none" w="sm" len="sm"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lnSpc>
                  <a:spcPct val="70000"/>
                </a:lnSpc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1600" b="1"/>
                <a:t>Non-terminal</a:t>
              </a:r>
              <a:endParaRPr kumimoji="0" lang="en-US" altLang="zh-CN" sz="1600" b="1"/>
            </a:p>
          </p:txBody>
        </p:sp>
        <p:sp>
          <p:nvSpPr>
            <p:cNvPr id="133137" name="Text Box 23"/>
            <p:cNvSpPr txBox="1">
              <a:spLocks noChangeArrowheads="1"/>
            </p:cNvSpPr>
            <p:nvPr/>
          </p:nvSpPr>
          <p:spPr bwMode="auto">
            <a:xfrm>
              <a:off x="2688" y="2160"/>
              <a:ext cx="2112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 type="none" w="sm" len="sm"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1800" b="1"/>
                <a:t>INPUT SYMBOL</a:t>
              </a:r>
              <a:endParaRPr kumimoji="0" lang="en-US" altLang="zh-CN" sz="1800" b="1"/>
            </a:p>
          </p:txBody>
        </p:sp>
        <p:sp>
          <p:nvSpPr>
            <p:cNvPr id="133138" name="Text Box 24"/>
            <p:cNvSpPr txBox="1">
              <a:spLocks noChangeArrowheads="1"/>
            </p:cNvSpPr>
            <p:nvPr/>
          </p:nvSpPr>
          <p:spPr bwMode="auto">
            <a:xfrm>
              <a:off x="1536" y="2400"/>
              <a:ext cx="432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 type="none" w="sm" len="sm"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1600" b="1">
                  <a:solidFill>
                    <a:schemeClr val="accent2"/>
                  </a:solidFill>
                </a:rPr>
                <a:t>id</a:t>
              </a:r>
              <a:endParaRPr kumimoji="0" lang="en-US" altLang="zh-CN" sz="1600" b="1">
                <a:solidFill>
                  <a:schemeClr val="accent2"/>
                </a:solidFill>
              </a:endParaRPr>
            </a:p>
          </p:txBody>
        </p:sp>
        <p:sp>
          <p:nvSpPr>
            <p:cNvPr id="133139" name="Text Box 25"/>
            <p:cNvSpPr txBox="1">
              <a:spLocks noChangeArrowheads="1"/>
            </p:cNvSpPr>
            <p:nvPr/>
          </p:nvSpPr>
          <p:spPr bwMode="auto">
            <a:xfrm>
              <a:off x="2256" y="2400"/>
              <a:ext cx="432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 type="none" w="sm" len="sm"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1600" b="1">
                  <a:solidFill>
                    <a:schemeClr val="accent2"/>
                  </a:solidFill>
                </a:rPr>
                <a:t>+</a:t>
              </a:r>
              <a:endParaRPr kumimoji="0" lang="en-US" altLang="zh-CN" sz="1600" b="1">
                <a:solidFill>
                  <a:schemeClr val="accent2"/>
                </a:solidFill>
              </a:endParaRPr>
            </a:p>
          </p:txBody>
        </p:sp>
        <p:sp>
          <p:nvSpPr>
            <p:cNvPr id="133140" name="Text Box 26"/>
            <p:cNvSpPr txBox="1">
              <a:spLocks noChangeArrowheads="1"/>
            </p:cNvSpPr>
            <p:nvPr/>
          </p:nvSpPr>
          <p:spPr bwMode="auto">
            <a:xfrm>
              <a:off x="2976" y="2400"/>
              <a:ext cx="432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 type="none" w="sm" len="sm"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1600" b="1">
                  <a:solidFill>
                    <a:schemeClr val="accent2"/>
                  </a:solidFill>
                </a:rPr>
                <a:t>*</a:t>
              </a:r>
              <a:endParaRPr kumimoji="0" lang="en-US" altLang="zh-CN" sz="1600" b="1">
                <a:solidFill>
                  <a:schemeClr val="accent2"/>
                </a:solidFill>
              </a:endParaRPr>
            </a:p>
          </p:txBody>
        </p:sp>
        <p:sp>
          <p:nvSpPr>
            <p:cNvPr id="133141" name="Text Box 27"/>
            <p:cNvSpPr txBox="1">
              <a:spLocks noChangeArrowheads="1"/>
            </p:cNvSpPr>
            <p:nvPr/>
          </p:nvSpPr>
          <p:spPr bwMode="auto">
            <a:xfrm>
              <a:off x="3696" y="2400"/>
              <a:ext cx="432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 type="none" w="sm" len="sm"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1600" b="1">
                  <a:solidFill>
                    <a:schemeClr val="accent2"/>
                  </a:solidFill>
                </a:rPr>
                <a:t>(</a:t>
              </a:r>
              <a:endParaRPr kumimoji="0" lang="en-US" altLang="zh-CN" sz="1600" b="1">
                <a:solidFill>
                  <a:schemeClr val="accent2"/>
                </a:solidFill>
              </a:endParaRPr>
            </a:p>
          </p:txBody>
        </p:sp>
        <p:sp>
          <p:nvSpPr>
            <p:cNvPr id="133142" name="Text Box 28"/>
            <p:cNvSpPr txBox="1">
              <a:spLocks noChangeArrowheads="1"/>
            </p:cNvSpPr>
            <p:nvPr/>
          </p:nvSpPr>
          <p:spPr bwMode="auto">
            <a:xfrm>
              <a:off x="4368" y="2400"/>
              <a:ext cx="432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 type="none" w="sm" len="sm"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1600" b="1">
                  <a:solidFill>
                    <a:schemeClr val="accent2"/>
                  </a:solidFill>
                </a:rPr>
                <a:t>)</a:t>
              </a:r>
              <a:endParaRPr kumimoji="0" lang="en-US" altLang="zh-CN" sz="1600" b="1">
                <a:solidFill>
                  <a:schemeClr val="accent2"/>
                </a:solidFill>
              </a:endParaRPr>
            </a:p>
          </p:txBody>
        </p:sp>
        <p:sp>
          <p:nvSpPr>
            <p:cNvPr id="133143" name="Text Box 29"/>
            <p:cNvSpPr txBox="1">
              <a:spLocks noChangeArrowheads="1"/>
            </p:cNvSpPr>
            <p:nvPr/>
          </p:nvSpPr>
          <p:spPr bwMode="auto">
            <a:xfrm>
              <a:off x="5040" y="2400"/>
              <a:ext cx="432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 type="none" w="sm" len="sm"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1600" b="1">
                  <a:solidFill>
                    <a:schemeClr val="accent2"/>
                  </a:solidFill>
                </a:rPr>
                <a:t>$</a:t>
              </a:r>
              <a:endParaRPr kumimoji="0" lang="en-US" altLang="zh-CN" sz="1600" b="1">
                <a:solidFill>
                  <a:schemeClr val="accent2"/>
                </a:solidFill>
              </a:endParaRPr>
            </a:p>
          </p:txBody>
        </p:sp>
        <p:sp>
          <p:nvSpPr>
            <p:cNvPr id="133144" name="Text Box 30"/>
            <p:cNvSpPr txBox="1">
              <a:spLocks noChangeArrowheads="1"/>
            </p:cNvSpPr>
            <p:nvPr/>
          </p:nvSpPr>
          <p:spPr bwMode="auto">
            <a:xfrm>
              <a:off x="720" y="2592"/>
              <a:ext cx="57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 type="none" w="sm" len="sm"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1800" b="1"/>
                <a:t>E</a:t>
              </a:r>
              <a:endParaRPr kumimoji="0" lang="en-US" altLang="zh-CN" sz="1800" b="1"/>
            </a:p>
          </p:txBody>
        </p:sp>
        <p:sp>
          <p:nvSpPr>
            <p:cNvPr id="133145" name="Text Box 31"/>
            <p:cNvSpPr txBox="1">
              <a:spLocks noChangeArrowheads="1"/>
            </p:cNvSpPr>
            <p:nvPr/>
          </p:nvSpPr>
          <p:spPr bwMode="auto">
            <a:xfrm>
              <a:off x="720" y="2832"/>
              <a:ext cx="57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 type="none" w="sm" len="sm"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1800" b="1"/>
                <a:t>E’</a:t>
              </a:r>
              <a:endParaRPr kumimoji="0" lang="en-US" altLang="zh-CN" sz="1800" b="1"/>
            </a:p>
          </p:txBody>
        </p:sp>
        <p:sp>
          <p:nvSpPr>
            <p:cNvPr id="133146" name="Text Box 32"/>
            <p:cNvSpPr txBox="1">
              <a:spLocks noChangeArrowheads="1"/>
            </p:cNvSpPr>
            <p:nvPr/>
          </p:nvSpPr>
          <p:spPr bwMode="auto">
            <a:xfrm>
              <a:off x="720" y="3072"/>
              <a:ext cx="57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 type="none" w="sm" len="sm"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1800" b="1"/>
                <a:t>T</a:t>
              </a:r>
              <a:endParaRPr kumimoji="0" lang="en-US" altLang="zh-CN" sz="1800" b="1"/>
            </a:p>
          </p:txBody>
        </p:sp>
        <p:sp>
          <p:nvSpPr>
            <p:cNvPr id="133147" name="Text Box 33"/>
            <p:cNvSpPr txBox="1">
              <a:spLocks noChangeArrowheads="1"/>
            </p:cNvSpPr>
            <p:nvPr/>
          </p:nvSpPr>
          <p:spPr bwMode="auto">
            <a:xfrm>
              <a:off x="720" y="3312"/>
              <a:ext cx="57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 type="none" w="sm" len="sm"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1800" b="1"/>
                <a:t>T’</a:t>
              </a:r>
              <a:endParaRPr kumimoji="0" lang="en-US" altLang="zh-CN" sz="1800" b="1"/>
            </a:p>
          </p:txBody>
        </p:sp>
        <p:sp>
          <p:nvSpPr>
            <p:cNvPr id="133148" name="Text Box 34"/>
            <p:cNvSpPr txBox="1">
              <a:spLocks noChangeArrowheads="1"/>
            </p:cNvSpPr>
            <p:nvPr/>
          </p:nvSpPr>
          <p:spPr bwMode="auto">
            <a:xfrm>
              <a:off x="720" y="3552"/>
              <a:ext cx="57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 type="none" w="sm" len="sm"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1800" b="1"/>
                <a:t>F</a:t>
              </a:r>
              <a:endParaRPr kumimoji="0" lang="en-US" altLang="zh-CN" sz="1800" b="1"/>
            </a:p>
          </p:txBody>
        </p:sp>
        <p:sp>
          <p:nvSpPr>
            <p:cNvPr id="133149" name="Text Box 35"/>
            <p:cNvSpPr txBox="1">
              <a:spLocks noChangeArrowheads="1"/>
            </p:cNvSpPr>
            <p:nvPr/>
          </p:nvSpPr>
          <p:spPr bwMode="auto">
            <a:xfrm>
              <a:off x="1392" y="2592"/>
              <a:ext cx="72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 type="none" w="sm" len="sm"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1800" b="1"/>
                <a:t>E</a:t>
              </a:r>
              <a:r>
                <a:rPr kumimoji="0" lang="en-US" altLang="zh-CN" sz="1800" b="1">
                  <a:sym typeface="Symbol" panose="05050102010706020507" pitchFamily="18" charset="2"/>
                </a:rPr>
                <a:t>TE’</a:t>
              </a:r>
              <a:endParaRPr kumimoji="0" lang="en-US" altLang="zh-CN" sz="1800" b="1"/>
            </a:p>
          </p:txBody>
        </p:sp>
        <p:sp>
          <p:nvSpPr>
            <p:cNvPr id="133150" name="Text Box 36"/>
            <p:cNvSpPr txBox="1">
              <a:spLocks noChangeArrowheads="1"/>
            </p:cNvSpPr>
            <p:nvPr/>
          </p:nvSpPr>
          <p:spPr bwMode="auto">
            <a:xfrm>
              <a:off x="1392" y="3072"/>
              <a:ext cx="72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 type="none" w="sm" len="sm"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1800" b="1"/>
                <a:t>T</a:t>
              </a:r>
              <a:r>
                <a:rPr kumimoji="0" lang="en-US" altLang="zh-CN" sz="1800" b="1">
                  <a:sym typeface="Symbol" panose="05050102010706020507" pitchFamily="18" charset="2"/>
                </a:rPr>
                <a:t>FT’</a:t>
              </a:r>
              <a:endParaRPr kumimoji="0" lang="en-US" altLang="zh-CN" sz="1800" b="1"/>
            </a:p>
          </p:txBody>
        </p:sp>
        <p:sp>
          <p:nvSpPr>
            <p:cNvPr id="133151" name="Text Box 37"/>
            <p:cNvSpPr txBox="1">
              <a:spLocks noChangeArrowheads="1"/>
            </p:cNvSpPr>
            <p:nvPr/>
          </p:nvSpPr>
          <p:spPr bwMode="auto">
            <a:xfrm>
              <a:off x="1392" y="3552"/>
              <a:ext cx="72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 type="none" w="sm" len="sm"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1800" b="1"/>
                <a:t>F</a:t>
              </a:r>
              <a:r>
                <a:rPr kumimoji="0" lang="en-US" altLang="zh-CN" sz="1800" b="1">
                  <a:sym typeface="Symbol" panose="05050102010706020507" pitchFamily="18" charset="2"/>
                </a:rPr>
                <a:t></a:t>
              </a:r>
              <a:r>
                <a:rPr kumimoji="0" lang="en-US" altLang="zh-CN" sz="1800" b="1">
                  <a:solidFill>
                    <a:schemeClr val="accent2"/>
                  </a:solidFill>
                  <a:sym typeface="Symbol" panose="05050102010706020507" pitchFamily="18" charset="2"/>
                </a:rPr>
                <a:t>id</a:t>
              </a:r>
              <a:endParaRPr kumimoji="0" lang="en-US" altLang="zh-CN" sz="1800" b="1"/>
            </a:p>
          </p:txBody>
        </p:sp>
        <p:sp>
          <p:nvSpPr>
            <p:cNvPr id="133152" name="Text Box 38"/>
            <p:cNvSpPr txBox="1">
              <a:spLocks noChangeArrowheads="1"/>
            </p:cNvSpPr>
            <p:nvPr/>
          </p:nvSpPr>
          <p:spPr bwMode="auto">
            <a:xfrm>
              <a:off x="2064" y="2832"/>
              <a:ext cx="768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 type="none" w="sm" len="sm"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1800" b="1"/>
                <a:t>E’</a:t>
              </a:r>
              <a:r>
                <a:rPr kumimoji="0" lang="en-US" altLang="zh-CN" sz="1800" b="1">
                  <a:sym typeface="Symbol" panose="05050102010706020507" pitchFamily="18" charset="2"/>
                </a:rPr>
                <a:t></a:t>
              </a:r>
              <a:r>
                <a:rPr kumimoji="0" lang="en-US" altLang="zh-CN" sz="1800" b="1">
                  <a:solidFill>
                    <a:schemeClr val="accent2"/>
                  </a:solidFill>
                  <a:sym typeface="Symbol" panose="05050102010706020507" pitchFamily="18" charset="2"/>
                </a:rPr>
                <a:t>+</a:t>
              </a:r>
              <a:r>
                <a:rPr kumimoji="0" lang="en-US" altLang="zh-CN" sz="1800" b="1">
                  <a:sym typeface="Symbol" panose="05050102010706020507" pitchFamily="18" charset="2"/>
                </a:rPr>
                <a:t>TE’</a:t>
              </a:r>
              <a:endParaRPr kumimoji="0" lang="en-US" altLang="zh-CN" sz="1800" b="1"/>
            </a:p>
          </p:txBody>
        </p:sp>
        <p:sp>
          <p:nvSpPr>
            <p:cNvPr id="133153" name="Text Box 39"/>
            <p:cNvSpPr txBox="1">
              <a:spLocks noChangeArrowheads="1"/>
            </p:cNvSpPr>
            <p:nvPr/>
          </p:nvSpPr>
          <p:spPr bwMode="auto">
            <a:xfrm>
              <a:off x="2112" y="3312"/>
              <a:ext cx="72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 type="none" w="sm" len="sm"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1800" b="1"/>
                <a:t>T’</a:t>
              </a:r>
              <a:r>
                <a:rPr kumimoji="0" lang="en-US" altLang="zh-CN" sz="1800" b="1">
                  <a:sym typeface="Symbol" panose="05050102010706020507" pitchFamily="18" charset="2"/>
                </a:rPr>
                <a:t></a:t>
              </a:r>
              <a:r>
                <a:rPr kumimoji="0" lang="en-US" altLang="zh-CN" sz="1800" b="1">
                  <a:solidFill>
                    <a:schemeClr val="accent2"/>
                  </a:solidFill>
                  <a:sym typeface="Symbol" panose="05050102010706020507" pitchFamily="18" charset="2"/>
                </a:rPr>
                <a:t></a:t>
              </a:r>
              <a:endParaRPr kumimoji="0" lang="en-US" altLang="zh-CN" sz="1800" b="1"/>
            </a:p>
          </p:txBody>
        </p:sp>
        <p:sp>
          <p:nvSpPr>
            <p:cNvPr id="133154" name="Text Box 40"/>
            <p:cNvSpPr txBox="1">
              <a:spLocks noChangeArrowheads="1"/>
            </p:cNvSpPr>
            <p:nvPr/>
          </p:nvSpPr>
          <p:spPr bwMode="auto">
            <a:xfrm>
              <a:off x="2832" y="3312"/>
              <a:ext cx="72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 type="none" w="sm" len="sm"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1800" b="1"/>
                <a:t>T’</a:t>
              </a:r>
              <a:r>
                <a:rPr kumimoji="0" lang="en-US" altLang="zh-CN" sz="1800" b="1">
                  <a:sym typeface="Symbol" panose="05050102010706020507" pitchFamily="18" charset="2"/>
                </a:rPr>
                <a:t></a:t>
              </a:r>
              <a:r>
                <a:rPr kumimoji="0" lang="en-US" altLang="zh-CN" sz="1800" b="1">
                  <a:solidFill>
                    <a:schemeClr val="accent2"/>
                  </a:solidFill>
                  <a:sym typeface="Symbol" panose="05050102010706020507" pitchFamily="18" charset="2"/>
                </a:rPr>
                <a:t>*</a:t>
              </a:r>
              <a:r>
                <a:rPr kumimoji="0" lang="en-US" altLang="zh-CN" sz="1800" b="1">
                  <a:sym typeface="Symbol" panose="05050102010706020507" pitchFamily="18" charset="2"/>
                </a:rPr>
                <a:t>FT’</a:t>
              </a:r>
              <a:endParaRPr kumimoji="0" lang="en-US" altLang="zh-CN" sz="1800" b="1"/>
            </a:p>
          </p:txBody>
        </p:sp>
        <p:sp>
          <p:nvSpPr>
            <p:cNvPr id="133155" name="Text Box 41"/>
            <p:cNvSpPr txBox="1">
              <a:spLocks noChangeArrowheads="1"/>
            </p:cNvSpPr>
            <p:nvPr/>
          </p:nvSpPr>
          <p:spPr bwMode="auto">
            <a:xfrm>
              <a:off x="3552" y="3552"/>
              <a:ext cx="72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 type="none" w="sm" len="sm"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1800" b="1"/>
                <a:t>F</a:t>
              </a:r>
              <a:r>
                <a:rPr kumimoji="0" lang="en-US" altLang="zh-CN" sz="1800" b="1">
                  <a:sym typeface="Symbol" panose="05050102010706020507" pitchFamily="18" charset="2"/>
                </a:rPr>
                <a:t></a:t>
              </a:r>
              <a:r>
                <a:rPr kumimoji="0" lang="en-US" altLang="zh-CN" sz="1800" b="1">
                  <a:solidFill>
                    <a:schemeClr val="accent2"/>
                  </a:solidFill>
                  <a:sym typeface="Symbol" panose="05050102010706020507" pitchFamily="18" charset="2"/>
                </a:rPr>
                <a:t>(</a:t>
              </a:r>
              <a:r>
                <a:rPr kumimoji="0" lang="en-US" altLang="zh-CN" sz="1800" b="1">
                  <a:sym typeface="Symbol" panose="05050102010706020507" pitchFamily="18" charset="2"/>
                </a:rPr>
                <a:t>E</a:t>
              </a:r>
              <a:r>
                <a:rPr kumimoji="0" lang="en-US" altLang="zh-CN" sz="1800" b="1">
                  <a:solidFill>
                    <a:schemeClr val="accent2"/>
                  </a:solidFill>
                  <a:sym typeface="Symbol" panose="05050102010706020507" pitchFamily="18" charset="2"/>
                </a:rPr>
                <a:t>)</a:t>
              </a:r>
              <a:endParaRPr kumimoji="0" lang="en-US" altLang="zh-CN" sz="1800" b="1"/>
            </a:p>
          </p:txBody>
        </p:sp>
        <p:sp>
          <p:nvSpPr>
            <p:cNvPr id="133156" name="Text Box 42"/>
            <p:cNvSpPr txBox="1">
              <a:spLocks noChangeArrowheads="1"/>
            </p:cNvSpPr>
            <p:nvPr/>
          </p:nvSpPr>
          <p:spPr bwMode="auto">
            <a:xfrm>
              <a:off x="3552" y="3072"/>
              <a:ext cx="72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 type="none" w="sm" len="sm"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1800" b="1"/>
                <a:t>T</a:t>
              </a:r>
              <a:r>
                <a:rPr kumimoji="0" lang="en-US" altLang="zh-CN" sz="1800" b="1">
                  <a:sym typeface="Symbol" panose="05050102010706020507" pitchFamily="18" charset="2"/>
                </a:rPr>
                <a:t>FT’</a:t>
              </a:r>
              <a:endParaRPr kumimoji="0" lang="en-US" altLang="zh-CN" sz="1800" b="1"/>
            </a:p>
          </p:txBody>
        </p:sp>
        <p:sp>
          <p:nvSpPr>
            <p:cNvPr id="133157" name="Text Box 43"/>
            <p:cNvSpPr txBox="1">
              <a:spLocks noChangeArrowheads="1"/>
            </p:cNvSpPr>
            <p:nvPr/>
          </p:nvSpPr>
          <p:spPr bwMode="auto">
            <a:xfrm>
              <a:off x="3552" y="2592"/>
              <a:ext cx="72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 type="none" w="sm" len="sm"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1800" b="1"/>
                <a:t>E</a:t>
              </a:r>
              <a:r>
                <a:rPr kumimoji="0" lang="en-US" altLang="zh-CN" sz="1800" b="1">
                  <a:sym typeface="Symbol" panose="05050102010706020507" pitchFamily="18" charset="2"/>
                </a:rPr>
                <a:t>TE’</a:t>
              </a:r>
              <a:endParaRPr kumimoji="0" lang="en-US" altLang="zh-CN" sz="1800" b="1"/>
            </a:p>
          </p:txBody>
        </p:sp>
        <p:sp>
          <p:nvSpPr>
            <p:cNvPr id="133158" name="Text Box 44"/>
            <p:cNvSpPr txBox="1">
              <a:spLocks noChangeArrowheads="1"/>
            </p:cNvSpPr>
            <p:nvPr/>
          </p:nvSpPr>
          <p:spPr bwMode="auto">
            <a:xfrm>
              <a:off x="4224" y="3312"/>
              <a:ext cx="72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 type="none" w="sm" len="sm"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1800" b="1"/>
                <a:t>T’</a:t>
              </a:r>
              <a:r>
                <a:rPr kumimoji="0" lang="en-US" altLang="zh-CN" sz="1800" b="1">
                  <a:sym typeface="Symbol" panose="05050102010706020507" pitchFamily="18" charset="2"/>
                </a:rPr>
                <a:t></a:t>
              </a:r>
              <a:r>
                <a:rPr kumimoji="0" lang="en-US" altLang="zh-CN" sz="1800" b="1">
                  <a:solidFill>
                    <a:schemeClr val="accent2"/>
                  </a:solidFill>
                  <a:sym typeface="Symbol" panose="05050102010706020507" pitchFamily="18" charset="2"/>
                </a:rPr>
                <a:t></a:t>
              </a:r>
              <a:endParaRPr kumimoji="0" lang="en-US" altLang="zh-CN" sz="1800" b="1">
                <a:solidFill>
                  <a:schemeClr val="accent2"/>
                </a:solidFill>
                <a:sym typeface="Symbol" panose="05050102010706020507" pitchFamily="18" charset="2"/>
              </a:endParaRPr>
            </a:p>
          </p:txBody>
        </p:sp>
        <p:sp>
          <p:nvSpPr>
            <p:cNvPr id="133159" name="Text Box 45"/>
            <p:cNvSpPr txBox="1">
              <a:spLocks noChangeArrowheads="1"/>
            </p:cNvSpPr>
            <p:nvPr/>
          </p:nvSpPr>
          <p:spPr bwMode="auto">
            <a:xfrm>
              <a:off x="4224" y="2832"/>
              <a:ext cx="72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 type="none" w="sm" len="sm"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1800" b="1"/>
                <a:t>E’</a:t>
              </a:r>
              <a:r>
                <a:rPr kumimoji="0" lang="en-US" altLang="zh-CN" sz="1800" b="1">
                  <a:sym typeface="Symbol" panose="05050102010706020507" pitchFamily="18" charset="2"/>
                </a:rPr>
                <a:t></a:t>
              </a:r>
              <a:r>
                <a:rPr kumimoji="0" lang="en-US" altLang="zh-CN" sz="1800" b="1">
                  <a:solidFill>
                    <a:schemeClr val="accent2"/>
                  </a:solidFill>
                  <a:sym typeface="Symbol" panose="05050102010706020507" pitchFamily="18" charset="2"/>
                </a:rPr>
                <a:t></a:t>
              </a:r>
              <a:endParaRPr kumimoji="0" lang="en-US" altLang="zh-CN" sz="1800" b="1">
                <a:solidFill>
                  <a:schemeClr val="accent2"/>
                </a:solidFill>
                <a:sym typeface="Symbol" panose="05050102010706020507" pitchFamily="18" charset="2"/>
              </a:endParaRPr>
            </a:p>
          </p:txBody>
        </p:sp>
        <p:sp>
          <p:nvSpPr>
            <p:cNvPr id="133160" name="Text Box 46"/>
            <p:cNvSpPr txBox="1">
              <a:spLocks noChangeArrowheads="1"/>
            </p:cNvSpPr>
            <p:nvPr/>
          </p:nvSpPr>
          <p:spPr bwMode="auto">
            <a:xfrm>
              <a:off x="4896" y="2832"/>
              <a:ext cx="72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 type="none" w="sm" len="sm"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1800" b="1"/>
                <a:t>E’</a:t>
              </a:r>
              <a:r>
                <a:rPr kumimoji="0" lang="en-US" altLang="zh-CN" sz="1800" b="1">
                  <a:sym typeface="Symbol" panose="05050102010706020507" pitchFamily="18" charset="2"/>
                </a:rPr>
                <a:t></a:t>
              </a:r>
              <a:r>
                <a:rPr kumimoji="0" lang="en-US" altLang="zh-CN" sz="1800" b="1">
                  <a:solidFill>
                    <a:schemeClr val="accent2"/>
                  </a:solidFill>
                  <a:sym typeface="Symbol" panose="05050102010706020507" pitchFamily="18" charset="2"/>
                </a:rPr>
                <a:t></a:t>
              </a:r>
              <a:endParaRPr kumimoji="0" lang="en-US" altLang="zh-CN" sz="1800" b="1">
                <a:solidFill>
                  <a:schemeClr val="accent2"/>
                </a:solidFill>
                <a:sym typeface="Symbol" panose="05050102010706020507" pitchFamily="18" charset="2"/>
              </a:endParaRPr>
            </a:p>
          </p:txBody>
        </p:sp>
        <p:sp>
          <p:nvSpPr>
            <p:cNvPr id="133161" name="Text Box 47"/>
            <p:cNvSpPr txBox="1">
              <a:spLocks noChangeArrowheads="1"/>
            </p:cNvSpPr>
            <p:nvPr/>
          </p:nvSpPr>
          <p:spPr bwMode="auto">
            <a:xfrm>
              <a:off x="4896" y="3312"/>
              <a:ext cx="72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 type="none" w="sm" len="sm"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1800" b="1"/>
                <a:t>T’</a:t>
              </a:r>
              <a:r>
                <a:rPr kumimoji="0" lang="en-US" altLang="zh-CN" sz="1800" b="1">
                  <a:sym typeface="Symbol" panose="05050102010706020507" pitchFamily="18" charset="2"/>
                </a:rPr>
                <a:t></a:t>
              </a:r>
              <a:r>
                <a:rPr kumimoji="0" lang="en-US" altLang="zh-CN" sz="1800" b="1">
                  <a:solidFill>
                    <a:schemeClr val="accent2"/>
                  </a:solidFill>
                  <a:sym typeface="Symbol" panose="05050102010706020507" pitchFamily="18" charset="2"/>
                </a:rPr>
                <a:t></a:t>
              </a:r>
              <a:endParaRPr kumimoji="0" lang="en-US" altLang="zh-CN" sz="1800" b="1">
                <a:solidFill>
                  <a:schemeClr val="accent2"/>
                </a:solidFill>
                <a:sym typeface="Symbol" panose="05050102010706020507" pitchFamily="18" charset="2"/>
              </a:endParaRPr>
            </a:p>
          </p:txBody>
        </p:sp>
        <p:sp>
          <p:nvSpPr>
            <p:cNvPr id="133162" name="Line 48"/>
            <p:cNvSpPr>
              <a:spLocks noChangeShapeType="1"/>
            </p:cNvSpPr>
            <p:nvPr/>
          </p:nvSpPr>
          <p:spPr bwMode="auto">
            <a:xfrm>
              <a:off x="672" y="2112"/>
              <a:ext cx="0" cy="168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3163" name="Text Box 49"/>
            <p:cNvSpPr txBox="1">
              <a:spLocks noChangeArrowheads="1"/>
            </p:cNvSpPr>
            <p:nvPr/>
          </p:nvSpPr>
          <p:spPr bwMode="auto">
            <a:xfrm>
              <a:off x="2160" y="3072"/>
              <a:ext cx="672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 type="none" w="sm" len="sm"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1800" b="1"/>
                <a:t>synch</a:t>
              </a:r>
              <a:endParaRPr kumimoji="0" lang="en-US" altLang="zh-CN" sz="1800" b="1"/>
            </a:p>
          </p:txBody>
        </p:sp>
        <p:sp>
          <p:nvSpPr>
            <p:cNvPr id="133164" name="Line 50"/>
            <p:cNvSpPr>
              <a:spLocks noChangeShapeType="1"/>
            </p:cNvSpPr>
            <p:nvPr/>
          </p:nvSpPr>
          <p:spPr bwMode="auto">
            <a:xfrm>
              <a:off x="2208" y="3264"/>
              <a:ext cx="384" cy="0"/>
            </a:xfrm>
            <a:prstGeom prst="line">
              <a:avLst/>
            </a:prstGeom>
            <a:noFill/>
            <a:ln w="25400">
              <a:solidFill>
                <a:schemeClr val="accent2"/>
              </a:solidFill>
              <a:round/>
              <a:head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3165" name="Text Box 51"/>
            <p:cNvSpPr txBox="1">
              <a:spLocks noChangeArrowheads="1"/>
            </p:cNvSpPr>
            <p:nvPr/>
          </p:nvSpPr>
          <p:spPr bwMode="auto">
            <a:xfrm>
              <a:off x="2208" y="3552"/>
              <a:ext cx="672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 type="none" w="sm" len="sm"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1800" b="1"/>
                <a:t>synch</a:t>
              </a:r>
              <a:endParaRPr kumimoji="0" lang="en-US" altLang="zh-CN" sz="1800" b="1"/>
            </a:p>
          </p:txBody>
        </p:sp>
        <p:sp>
          <p:nvSpPr>
            <p:cNvPr id="133166" name="Line 52"/>
            <p:cNvSpPr>
              <a:spLocks noChangeShapeType="1"/>
            </p:cNvSpPr>
            <p:nvPr/>
          </p:nvSpPr>
          <p:spPr bwMode="auto">
            <a:xfrm>
              <a:off x="2256" y="3744"/>
              <a:ext cx="384" cy="0"/>
            </a:xfrm>
            <a:prstGeom prst="line">
              <a:avLst/>
            </a:prstGeom>
            <a:noFill/>
            <a:ln w="25400">
              <a:solidFill>
                <a:schemeClr val="accent2"/>
              </a:solidFill>
              <a:round/>
              <a:head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3167" name="Text Box 53"/>
            <p:cNvSpPr txBox="1">
              <a:spLocks noChangeArrowheads="1"/>
            </p:cNvSpPr>
            <p:nvPr/>
          </p:nvSpPr>
          <p:spPr bwMode="auto">
            <a:xfrm>
              <a:off x="2928" y="3552"/>
              <a:ext cx="672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 type="none" w="sm" len="sm"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1800" b="1"/>
                <a:t>synch</a:t>
              </a:r>
              <a:endParaRPr kumimoji="0" lang="en-US" altLang="zh-CN" sz="1800" b="1"/>
            </a:p>
          </p:txBody>
        </p:sp>
        <p:sp>
          <p:nvSpPr>
            <p:cNvPr id="133168" name="Line 54"/>
            <p:cNvSpPr>
              <a:spLocks noChangeShapeType="1"/>
            </p:cNvSpPr>
            <p:nvPr/>
          </p:nvSpPr>
          <p:spPr bwMode="auto">
            <a:xfrm>
              <a:off x="2976" y="3744"/>
              <a:ext cx="384" cy="0"/>
            </a:xfrm>
            <a:prstGeom prst="line">
              <a:avLst/>
            </a:prstGeom>
            <a:noFill/>
            <a:ln w="25400">
              <a:solidFill>
                <a:schemeClr val="accent2"/>
              </a:solidFill>
              <a:round/>
              <a:head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3169" name="Text Box 55"/>
            <p:cNvSpPr txBox="1">
              <a:spLocks noChangeArrowheads="1"/>
            </p:cNvSpPr>
            <p:nvPr/>
          </p:nvSpPr>
          <p:spPr bwMode="auto">
            <a:xfrm>
              <a:off x="4368" y="3072"/>
              <a:ext cx="672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 type="none" w="sm" len="sm"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1800" b="1"/>
                <a:t>synch</a:t>
              </a:r>
              <a:endParaRPr kumimoji="0" lang="en-US" altLang="zh-CN" sz="1800" b="1"/>
            </a:p>
          </p:txBody>
        </p:sp>
        <p:sp>
          <p:nvSpPr>
            <p:cNvPr id="133170" name="Text Box 56"/>
            <p:cNvSpPr txBox="1">
              <a:spLocks noChangeArrowheads="1"/>
            </p:cNvSpPr>
            <p:nvPr/>
          </p:nvSpPr>
          <p:spPr bwMode="auto">
            <a:xfrm>
              <a:off x="4368" y="2592"/>
              <a:ext cx="672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 type="none" w="sm" len="sm"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1800" b="1"/>
                <a:t>synch</a:t>
              </a:r>
              <a:endParaRPr kumimoji="0" lang="en-US" altLang="zh-CN" sz="1800" b="1"/>
            </a:p>
          </p:txBody>
        </p:sp>
        <p:sp>
          <p:nvSpPr>
            <p:cNvPr id="133171" name="Text Box 57"/>
            <p:cNvSpPr txBox="1">
              <a:spLocks noChangeArrowheads="1"/>
            </p:cNvSpPr>
            <p:nvPr/>
          </p:nvSpPr>
          <p:spPr bwMode="auto">
            <a:xfrm>
              <a:off x="4320" y="3552"/>
              <a:ext cx="672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 type="none" w="sm" len="sm"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1800" b="1"/>
                <a:t>synch</a:t>
              </a:r>
              <a:endParaRPr kumimoji="0" lang="en-US" altLang="zh-CN" sz="1800" b="1"/>
            </a:p>
          </p:txBody>
        </p:sp>
        <p:sp>
          <p:nvSpPr>
            <p:cNvPr id="133172" name="Text Box 58"/>
            <p:cNvSpPr txBox="1">
              <a:spLocks noChangeArrowheads="1"/>
            </p:cNvSpPr>
            <p:nvPr/>
          </p:nvSpPr>
          <p:spPr bwMode="auto">
            <a:xfrm>
              <a:off x="5088" y="3552"/>
              <a:ext cx="672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 type="none" w="sm" len="sm"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1800" b="1"/>
                <a:t>synch</a:t>
              </a:r>
              <a:endParaRPr kumimoji="0" lang="en-US" altLang="zh-CN" sz="1800" b="1"/>
            </a:p>
          </p:txBody>
        </p:sp>
        <p:sp>
          <p:nvSpPr>
            <p:cNvPr id="133173" name="Text Box 59"/>
            <p:cNvSpPr txBox="1">
              <a:spLocks noChangeArrowheads="1"/>
            </p:cNvSpPr>
            <p:nvPr/>
          </p:nvSpPr>
          <p:spPr bwMode="auto">
            <a:xfrm>
              <a:off x="5088" y="2592"/>
              <a:ext cx="672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 type="none" w="sm" len="sm"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1800" b="1"/>
                <a:t>synch</a:t>
              </a:r>
              <a:endParaRPr kumimoji="0" lang="en-US" altLang="zh-CN" sz="1800" b="1"/>
            </a:p>
          </p:txBody>
        </p:sp>
        <p:sp>
          <p:nvSpPr>
            <p:cNvPr id="133174" name="Text Box 60"/>
            <p:cNvSpPr txBox="1">
              <a:spLocks noChangeArrowheads="1"/>
            </p:cNvSpPr>
            <p:nvPr/>
          </p:nvSpPr>
          <p:spPr bwMode="auto">
            <a:xfrm>
              <a:off x="5088" y="3072"/>
              <a:ext cx="672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 type="none" w="sm" len="sm"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1800" b="1"/>
                <a:t>synch</a:t>
              </a:r>
              <a:endParaRPr kumimoji="0" lang="en-US" altLang="zh-CN" sz="1800" b="1"/>
            </a:p>
          </p:txBody>
        </p:sp>
        <p:sp>
          <p:nvSpPr>
            <p:cNvPr id="133175" name="Line 61"/>
            <p:cNvSpPr>
              <a:spLocks noChangeShapeType="1"/>
            </p:cNvSpPr>
            <p:nvPr/>
          </p:nvSpPr>
          <p:spPr bwMode="auto">
            <a:xfrm>
              <a:off x="1536" y="3264"/>
              <a:ext cx="384" cy="0"/>
            </a:xfrm>
            <a:prstGeom prst="line">
              <a:avLst/>
            </a:prstGeom>
            <a:noFill/>
            <a:ln w="25400">
              <a:solidFill>
                <a:schemeClr val="accent2"/>
              </a:solidFill>
              <a:round/>
              <a:head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3176" name="Line 62"/>
            <p:cNvSpPr>
              <a:spLocks noChangeShapeType="1"/>
            </p:cNvSpPr>
            <p:nvPr/>
          </p:nvSpPr>
          <p:spPr bwMode="auto">
            <a:xfrm>
              <a:off x="1536" y="3744"/>
              <a:ext cx="384" cy="0"/>
            </a:xfrm>
            <a:prstGeom prst="line">
              <a:avLst/>
            </a:prstGeom>
            <a:noFill/>
            <a:ln w="25400">
              <a:solidFill>
                <a:schemeClr val="accent2"/>
              </a:solidFill>
              <a:round/>
              <a:head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133125" name="Text Box 63"/>
          <p:cNvSpPr txBox="1">
            <a:spLocks noChangeArrowheads="1"/>
          </p:cNvSpPr>
          <p:nvPr/>
        </p:nvSpPr>
        <p:spPr bwMode="auto">
          <a:xfrm>
            <a:off x="838200" y="5916613"/>
            <a:ext cx="2133600" cy="847725"/>
          </a:xfrm>
          <a:prstGeom prst="rect">
            <a:avLst/>
          </a:prstGeom>
          <a:noFill/>
          <a:ln w="25400">
            <a:solidFill>
              <a:schemeClr val="accent2"/>
            </a:solidFill>
            <a:miter lim="800000"/>
            <a:head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zh-CN" altLang="en-US" sz="2400" b="1">
                <a:solidFill>
                  <a:schemeClr val="accent2"/>
                </a:solidFill>
              </a:rPr>
              <a:t>每个产生式都有唯一的</a:t>
            </a:r>
            <a:r>
              <a:rPr kumimoji="0" lang="en-US" altLang="zh-CN" sz="2400" b="1">
                <a:solidFill>
                  <a:schemeClr val="accent2"/>
                </a:solidFill>
              </a:rPr>
              <a:t>ID</a:t>
            </a:r>
            <a:endParaRPr kumimoji="0" lang="en-US" altLang="zh-CN" sz="2400" b="1">
              <a:solidFill>
                <a:schemeClr val="accent2"/>
              </a:solidFill>
            </a:endParaRPr>
          </a:p>
        </p:txBody>
      </p:sp>
      <p:sp>
        <p:nvSpPr>
          <p:cNvPr id="133126" name="Text Box 64"/>
          <p:cNvSpPr txBox="1">
            <a:spLocks noChangeArrowheads="1"/>
          </p:cNvSpPr>
          <p:nvPr/>
        </p:nvSpPr>
        <p:spPr bwMode="auto">
          <a:xfrm>
            <a:off x="3886200" y="6069013"/>
            <a:ext cx="2057400" cy="482600"/>
          </a:xfrm>
          <a:prstGeom prst="rect">
            <a:avLst/>
          </a:prstGeom>
          <a:noFill/>
          <a:ln w="25400">
            <a:solidFill>
              <a:schemeClr val="accent2"/>
            </a:solidFill>
            <a:miter lim="800000"/>
            <a:head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zh-CN" altLang="en-US" sz="2400" b="1">
                <a:solidFill>
                  <a:schemeClr val="accent2"/>
                </a:solidFill>
              </a:rPr>
              <a:t>同步动作类似</a:t>
            </a:r>
            <a:endParaRPr kumimoji="0" lang="zh-CN" altLang="en-US" sz="2400" b="1">
              <a:solidFill>
                <a:schemeClr val="accent2"/>
              </a:solidFill>
            </a:endParaRPr>
          </a:p>
        </p:txBody>
      </p:sp>
      <p:sp>
        <p:nvSpPr>
          <p:cNvPr id="133127" name="Text Box 65"/>
          <p:cNvSpPr txBox="1">
            <a:spLocks noChangeArrowheads="1"/>
          </p:cNvSpPr>
          <p:nvPr/>
        </p:nvSpPr>
        <p:spPr bwMode="auto">
          <a:xfrm>
            <a:off x="7010400" y="5916613"/>
            <a:ext cx="1752600" cy="847725"/>
          </a:xfrm>
          <a:prstGeom prst="rect">
            <a:avLst/>
          </a:prstGeom>
          <a:noFill/>
          <a:ln w="25400">
            <a:solidFill>
              <a:srgbClr val="FF3300"/>
            </a:solidFill>
            <a:miter lim="800000"/>
            <a:head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zh-CN" altLang="en-US" sz="2400" b="1">
                <a:solidFill>
                  <a:srgbClr val="FF3300"/>
                </a:solidFill>
              </a:rPr>
              <a:t>空白、错误处理</a:t>
            </a:r>
            <a:endParaRPr kumimoji="0" lang="zh-CN" altLang="en-US" sz="2400" b="1">
              <a:solidFill>
                <a:srgbClr val="FF3300"/>
              </a:solidFill>
            </a:endParaRPr>
          </a:p>
        </p:txBody>
      </p:sp>
      <p:sp>
        <p:nvSpPr>
          <p:cNvPr id="133128" name="Line 66"/>
          <p:cNvSpPr>
            <a:spLocks noChangeShapeType="1"/>
          </p:cNvSpPr>
          <p:nvPr/>
        </p:nvSpPr>
        <p:spPr bwMode="auto">
          <a:xfrm flipV="1">
            <a:off x="2590800" y="5611813"/>
            <a:ext cx="76200" cy="304800"/>
          </a:xfrm>
          <a:prstGeom prst="line">
            <a:avLst/>
          </a:prstGeom>
          <a:noFill/>
          <a:ln w="25400">
            <a:solidFill>
              <a:schemeClr val="accent2"/>
            </a:solidFill>
            <a:round/>
            <a:headEnd type="none" w="sm" len="sm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33129" name="Line 67"/>
          <p:cNvSpPr>
            <a:spLocks noChangeShapeType="1"/>
          </p:cNvSpPr>
          <p:nvPr/>
        </p:nvSpPr>
        <p:spPr bwMode="auto">
          <a:xfrm flipV="1">
            <a:off x="1676400" y="4849813"/>
            <a:ext cx="914400" cy="1066800"/>
          </a:xfrm>
          <a:prstGeom prst="line">
            <a:avLst/>
          </a:prstGeom>
          <a:noFill/>
          <a:ln w="25400">
            <a:solidFill>
              <a:schemeClr val="accent2"/>
            </a:solidFill>
            <a:round/>
            <a:headEnd type="none" w="sm" len="sm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33130" name="Line 68"/>
          <p:cNvSpPr>
            <a:spLocks noChangeShapeType="1"/>
          </p:cNvSpPr>
          <p:nvPr/>
        </p:nvSpPr>
        <p:spPr bwMode="auto">
          <a:xfrm flipH="1" flipV="1">
            <a:off x="5105400" y="5611813"/>
            <a:ext cx="304800" cy="457200"/>
          </a:xfrm>
          <a:prstGeom prst="line">
            <a:avLst/>
          </a:prstGeom>
          <a:noFill/>
          <a:ln w="25400">
            <a:solidFill>
              <a:schemeClr val="accent2"/>
            </a:solidFill>
            <a:round/>
            <a:headEnd type="none" w="sm" len="sm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33131" name="Line 69"/>
          <p:cNvSpPr>
            <a:spLocks noChangeShapeType="1"/>
          </p:cNvSpPr>
          <p:nvPr/>
        </p:nvSpPr>
        <p:spPr bwMode="auto">
          <a:xfrm flipH="1" flipV="1">
            <a:off x="4038600" y="5611813"/>
            <a:ext cx="304800" cy="457200"/>
          </a:xfrm>
          <a:prstGeom prst="line">
            <a:avLst/>
          </a:prstGeom>
          <a:noFill/>
          <a:ln w="25400">
            <a:solidFill>
              <a:schemeClr val="accent2"/>
            </a:solidFill>
            <a:round/>
            <a:headEnd type="none" w="sm" len="sm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33132" name="Line 70"/>
          <p:cNvSpPr>
            <a:spLocks noChangeShapeType="1"/>
          </p:cNvSpPr>
          <p:nvPr/>
        </p:nvSpPr>
        <p:spPr bwMode="auto">
          <a:xfrm flipH="1" flipV="1">
            <a:off x="4114800" y="4849813"/>
            <a:ext cx="838200" cy="1219200"/>
          </a:xfrm>
          <a:prstGeom prst="line">
            <a:avLst/>
          </a:prstGeom>
          <a:noFill/>
          <a:ln w="25400">
            <a:solidFill>
              <a:schemeClr val="accent2"/>
            </a:solidFill>
            <a:round/>
            <a:headEnd type="none" w="sm" len="sm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33133" name="Line 71"/>
          <p:cNvSpPr>
            <a:spLocks noChangeShapeType="1"/>
          </p:cNvSpPr>
          <p:nvPr/>
        </p:nvSpPr>
        <p:spPr bwMode="auto">
          <a:xfrm flipH="1" flipV="1">
            <a:off x="6553200" y="5154613"/>
            <a:ext cx="533400" cy="762000"/>
          </a:xfrm>
          <a:prstGeom prst="line">
            <a:avLst/>
          </a:prstGeom>
          <a:noFill/>
          <a:ln w="25400">
            <a:solidFill>
              <a:srgbClr val="FF3300"/>
            </a:solidFill>
            <a:round/>
            <a:headEnd type="none" w="sm" len="sm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33134" name="Line 72"/>
          <p:cNvSpPr>
            <a:spLocks noChangeShapeType="1"/>
          </p:cNvSpPr>
          <p:nvPr/>
        </p:nvSpPr>
        <p:spPr bwMode="auto">
          <a:xfrm flipH="1" flipV="1">
            <a:off x="6400800" y="4392613"/>
            <a:ext cx="990600" cy="1524000"/>
          </a:xfrm>
          <a:prstGeom prst="line">
            <a:avLst/>
          </a:prstGeom>
          <a:noFill/>
          <a:ln w="25400">
            <a:solidFill>
              <a:srgbClr val="FF3300"/>
            </a:solidFill>
            <a:round/>
            <a:headEnd type="none" w="sm" len="sm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sld>
</file>

<file path=ppt/slides/slide1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1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修改后的预测分析表</a:t>
            </a:r>
            <a:endParaRPr lang="zh-CN" altLang="en-US"/>
          </a:p>
        </p:txBody>
      </p:sp>
      <p:grpSp>
        <p:nvGrpSpPr>
          <p:cNvPr id="134147" name="Group 4"/>
          <p:cNvGrpSpPr/>
          <p:nvPr/>
        </p:nvGrpSpPr>
        <p:grpSpPr bwMode="auto">
          <a:xfrm>
            <a:off x="1066800" y="1371600"/>
            <a:ext cx="7848600" cy="2667000"/>
            <a:chOff x="720" y="2400"/>
            <a:chExt cx="4944" cy="1680"/>
          </a:xfrm>
        </p:grpSpPr>
        <p:sp>
          <p:nvSpPr>
            <p:cNvPr id="134196" name="Line 5"/>
            <p:cNvSpPr>
              <a:spLocks noChangeShapeType="1"/>
            </p:cNvSpPr>
            <p:nvPr/>
          </p:nvSpPr>
          <p:spPr bwMode="auto">
            <a:xfrm>
              <a:off x="720" y="2400"/>
              <a:ext cx="4944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4197" name="Line 6"/>
            <p:cNvSpPr>
              <a:spLocks noChangeShapeType="1"/>
            </p:cNvSpPr>
            <p:nvPr/>
          </p:nvSpPr>
          <p:spPr bwMode="auto">
            <a:xfrm>
              <a:off x="720" y="2448"/>
              <a:ext cx="4944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4198" name="Line 7"/>
            <p:cNvSpPr>
              <a:spLocks noChangeShapeType="1"/>
            </p:cNvSpPr>
            <p:nvPr/>
          </p:nvSpPr>
          <p:spPr bwMode="auto">
            <a:xfrm>
              <a:off x="1440" y="2688"/>
              <a:ext cx="4223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4199" name="Line 8"/>
            <p:cNvSpPr>
              <a:spLocks noChangeShapeType="1"/>
            </p:cNvSpPr>
            <p:nvPr/>
          </p:nvSpPr>
          <p:spPr bwMode="auto">
            <a:xfrm>
              <a:off x="720" y="2880"/>
              <a:ext cx="4944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4200" name="Line 9"/>
            <p:cNvSpPr>
              <a:spLocks noChangeShapeType="1"/>
            </p:cNvSpPr>
            <p:nvPr/>
          </p:nvSpPr>
          <p:spPr bwMode="auto">
            <a:xfrm>
              <a:off x="720" y="4080"/>
              <a:ext cx="4944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4201" name="Line 10"/>
            <p:cNvSpPr>
              <a:spLocks noChangeShapeType="1"/>
            </p:cNvSpPr>
            <p:nvPr/>
          </p:nvSpPr>
          <p:spPr bwMode="auto">
            <a:xfrm>
              <a:off x="5664" y="2400"/>
              <a:ext cx="0" cy="168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4202" name="Line 11"/>
            <p:cNvSpPr>
              <a:spLocks noChangeShapeType="1"/>
            </p:cNvSpPr>
            <p:nvPr/>
          </p:nvSpPr>
          <p:spPr bwMode="auto">
            <a:xfrm>
              <a:off x="1440" y="2448"/>
              <a:ext cx="0" cy="163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4203" name="Line 12"/>
            <p:cNvSpPr>
              <a:spLocks noChangeShapeType="1"/>
            </p:cNvSpPr>
            <p:nvPr/>
          </p:nvSpPr>
          <p:spPr bwMode="auto">
            <a:xfrm>
              <a:off x="2160" y="2688"/>
              <a:ext cx="0" cy="139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4204" name="Line 13"/>
            <p:cNvSpPr>
              <a:spLocks noChangeShapeType="1"/>
            </p:cNvSpPr>
            <p:nvPr/>
          </p:nvSpPr>
          <p:spPr bwMode="auto">
            <a:xfrm>
              <a:off x="3600" y="2688"/>
              <a:ext cx="0" cy="139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4205" name="Line 14"/>
            <p:cNvSpPr>
              <a:spLocks noChangeShapeType="1"/>
            </p:cNvSpPr>
            <p:nvPr/>
          </p:nvSpPr>
          <p:spPr bwMode="auto">
            <a:xfrm>
              <a:off x="4320" y="2688"/>
              <a:ext cx="0" cy="139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4206" name="Line 15"/>
            <p:cNvSpPr>
              <a:spLocks noChangeShapeType="1"/>
            </p:cNvSpPr>
            <p:nvPr/>
          </p:nvSpPr>
          <p:spPr bwMode="auto">
            <a:xfrm>
              <a:off x="4992" y="2688"/>
              <a:ext cx="0" cy="139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4207" name="Line 16"/>
            <p:cNvSpPr>
              <a:spLocks noChangeShapeType="1"/>
            </p:cNvSpPr>
            <p:nvPr/>
          </p:nvSpPr>
          <p:spPr bwMode="auto">
            <a:xfrm>
              <a:off x="2880" y="2688"/>
              <a:ext cx="0" cy="139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4208" name="Line 17"/>
            <p:cNvSpPr>
              <a:spLocks noChangeShapeType="1"/>
            </p:cNvSpPr>
            <p:nvPr/>
          </p:nvSpPr>
          <p:spPr bwMode="auto">
            <a:xfrm>
              <a:off x="720" y="3120"/>
              <a:ext cx="4944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4209" name="Line 18"/>
            <p:cNvSpPr>
              <a:spLocks noChangeShapeType="1"/>
            </p:cNvSpPr>
            <p:nvPr/>
          </p:nvSpPr>
          <p:spPr bwMode="auto">
            <a:xfrm>
              <a:off x="720" y="3360"/>
              <a:ext cx="4944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4210" name="Line 19"/>
            <p:cNvSpPr>
              <a:spLocks noChangeShapeType="1"/>
            </p:cNvSpPr>
            <p:nvPr/>
          </p:nvSpPr>
          <p:spPr bwMode="auto">
            <a:xfrm>
              <a:off x="720" y="3600"/>
              <a:ext cx="4944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4211" name="Line 20"/>
            <p:cNvSpPr>
              <a:spLocks noChangeShapeType="1"/>
            </p:cNvSpPr>
            <p:nvPr/>
          </p:nvSpPr>
          <p:spPr bwMode="auto">
            <a:xfrm>
              <a:off x="720" y="3840"/>
              <a:ext cx="4944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134148" name="Text Box 21"/>
          <p:cNvSpPr txBox="1">
            <a:spLocks noChangeArrowheads="1"/>
          </p:cNvSpPr>
          <p:nvPr/>
        </p:nvSpPr>
        <p:spPr bwMode="auto">
          <a:xfrm>
            <a:off x="1066800" y="1600200"/>
            <a:ext cx="1219200" cy="517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lnSpc>
                <a:spcPct val="7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b="1"/>
              <a:t>Non-terminal</a:t>
            </a:r>
            <a:endParaRPr kumimoji="0" lang="en-US" altLang="zh-CN" sz="2000" b="1"/>
          </a:p>
        </p:txBody>
      </p:sp>
      <p:sp>
        <p:nvSpPr>
          <p:cNvPr id="134149" name="Text Box 22"/>
          <p:cNvSpPr txBox="1">
            <a:spLocks noChangeArrowheads="1"/>
          </p:cNvSpPr>
          <p:nvPr/>
        </p:nvSpPr>
        <p:spPr bwMode="auto">
          <a:xfrm>
            <a:off x="4267200" y="1447800"/>
            <a:ext cx="33528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b="1"/>
              <a:t>INPUT SYMBOL</a:t>
            </a:r>
            <a:endParaRPr kumimoji="0" lang="en-US" altLang="zh-CN" sz="2000" b="1"/>
          </a:p>
        </p:txBody>
      </p:sp>
      <p:sp>
        <p:nvSpPr>
          <p:cNvPr id="134150" name="Text Box 23"/>
          <p:cNvSpPr txBox="1">
            <a:spLocks noChangeArrowheads="1"/>
          </p:cNvSpPr>
          <p:nvPr/>
        </p:nvSpPr>
        <p:spPr bwMode="auto">
          <a:xfrm>
            <a:off x="2438400" y="1743075"/>
            <a:ext cx="6858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b="1">
                <a:solidFill>
                  <a:schemeClr val="accent2"/>
                </a:solidFill>
              </a:rPr>
              <a:t>id</a:t>
            </a:r>
            <a:endParaRPr kumimoji="0" lang="en-US" altLang="zh-CN" sz="2000" b="1">
              <a:solidFill>
                <a:schemeClr val="accent2"/>
              </a:solidFill>
            </a:endParaRPr>
          </a:p>
        </p:txBody>
      </p:sp>
      <p:sp>
        <p:nvSpPr>
          <p:cNvPr id="134151" name="Text Box 24"/>
          <p:cNvSpPr txBox="1">
            <a:spLocks noChangeArrowheads="1"/>
          </p:cNvSpPr>
          <p:nvPr/>
        </p:nvSpPr>
        <p:spPr bwMode="auto">
          <a:xfrm>
            <a:off x="3581400" y="1743075"/>
            <a:ext cx="6858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b="1">
                <a:solidFill>
                  <a:schemeClr val="accent2"/>
                </a:solidFill>
              </a:rPr>
              <a:t>+</a:t>
            </a:r>
            <a:endParaRPr kumimoji="0" lang="en-US" altLang="zh-CN" sz="2000" b="1">
              <a:solidFill>
                <a:schemeClr val="accent2"/>
              </a:solidFill>
            </a:endParaRPr>
          </a:p>
        </p:txBody>
      </p:sp>
      <p:sp>
        <p:nvSpPr>
          <p:cNvPr id="134152" name="Text Box 25"/>
          <p:cNvSpPr txBox="1">
            <a:spLocks noChangeArrowheads="1"/>
          </p:cNvSpPr>
          <p:nvPr/>
        </p:nvSpPr>
        <p:spPr bwMode="auto">
          <a:xfrm>
            <a:off x="4724400" y="1743075"/>
            <a:ext cx="6858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b="1">
                <a:solidFill>
                  <a:schemeClr val="accent2"/>
                </a:solidFill>
              </a:rPr>
              <a:t>*</a:t>
            </a:r>
            <a:endParaRPr kumimoji="0" lang="en-US" altLang="zh-CN" sz="2000" b="1">
              <a:solidFill>
                <a:schemeClr val="accent2"/>
              </a:solidFill>
            </a:endParaRPr>
          </a:p>
        </p:txBody>
      </p:sp>
      <p:sp>
        <p:nvSpPr>
          <p:cNvPr id="134153" name="Text Box 26"/>
          <p:cNvSpPr txBox="1">
            <a:spLocks noChangeArrowheads="1"/>
          </p:cNvSpPr>
          <p:nvPr/>
        </p:nvSpPr>
        <p:spPr bwMode="auto">
          <a:xfrm>
            <a:off x="5867400" y="1743075"/>
            <a:ext cx="6858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b="1">
                <a:solidFill>
                  <a:schemeClr val="accent2"/>
                </a:solidFill>
              </a:rPr>
              <a:t>(</a:t>
            </a:r>
            <a:endParaRPr kumimoji="0" lang="en-US" altLang="zh-CN" sz="2000" b="1">
              <a:solidFill>
                <a:schemeClr val="accent2"/>
              </a:solidFill>
            </a:endParaRPr>
          </a:p>
        </p:txBody>
      </p:sp>
      <p:sp>
        <p:nvSpPr>
          <p:cNvPr id="134154" name="Text Box 27"/>
          <p:cNvSpPr txBox="1">
            <a:spLocks noChangeArrowheads="1"/>
          </p:cNvSpPr>
          <p:nvPr/>
        </p:nvSpPr>
        <p:spPr bwMode="auto">
          <a:xfrm>
            <a:off x="6934200" y="1743075"/>
            <a:ext cx="6858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b="1">
                <a:solidFill>
                  <a:schemeClr val="accent2"/>
                </a:solidFill>
              </a:rPr>
              <a:t>)</a:t>
            </a:r>
            <a:endParaRPr kumimoji="0" lang="en-US" altLang="zh-CN" sz="2000" b="1">
              <a:solidFill>
                <a:schemeClr val="accent2"/>
              </a:solidFill>
            </a:endParaRPr>
          </a:p>
        </p:txBody>
      </p:sp>
      <p:sp>
        <p:nvSpPr>
          <p:cNvPr id="134155" name="Text Box 28"/>
          <p:cNvSpPr txBox="1">
            <a:spLocks noChangeArrowheads="1"/>
          </p:cNvSpPr>
          <p:nvPr/>
        </p:nvSpPr>
        <p:spPr bwMode="auto">
          <a:xfrm>
            <a:off x="8001000" y="1743075"/>
            <a:ext cx="6858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b="1">
                <a:solidFill>
                  <a:schemeClr val="accent2"/>
                </a:solidFill>
              </a:rPr>
              <a:t>$</a:t>
            </a:r>
            <a:endParaRPr kumimoji="0" lang="en-US" altLang="zh-CN" sz="2000" b="1">
              <a:solidFill>
                <a:schemeClr val="accent2"/>
              </a:solidFill>
            </a:endParaRPr>
          </a:p>
        </p:txBody>
      </p:sp>
      <p:sp>
        <p:nvSpPr>
          <p:cNvPr id="134156" name="Text Box 29"/>
          <p:cNvSpPr txBox="1">
            <a:spLocks noChangeArrowheads="1"/>
          </p:cNvSpPr>
          <p:nvPr/>
        </p:nvSpPr>
        <p:spPr bwMode="auto">
          <a:xfrm>
            <a:off x="1143000" y="2133600"/>
            <a:ext cx="914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b="1"/>
              <a:t>E</a:t>
            </a:r>
            <a:endParaRPr kumimoji="0" lang="en-US" altLang="zh-CN" sz="2000" b="1"/>
          </a:p>
        </p:txBody>
      </p:sp>
      <p:sp>
        <p:nvSpPr>
          <p:cNvPr id="134157" name="Text Box 30"/>
          <p:cNvSpPr txBox="1">
            <a:spLocks noChangeArrowheads="1"/>
          </p:cNvSpPr>
          <p:nvPr/>
        </p:nvSpPr>
        <p:spPr bwMode="auto">
          <a:xfrm>
            <a:off x="1143000" y="2514600"/>
            <a:ext cx="914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b="1"/>
              <a:t>E’</a:t>
            </a:r>
            <a:endParaRPr kumimoji="0" lang="en-US" altLang="zh-CN" sz="2000" b="1"/>
          </a:p>
        </p:txBody>
      </p:sp>
      <p:sp>
        <p:nvSpPr>
          <p:cNvPr id="134158" name="Text Box 31"/>
          <p:cNvSpPr txBox="1">
            <a:spLocks noChangeArrowheads="1"/>
          </p:cNvSpPr>
          <p:nvPr/>
        </p:nvSpPr>
        <p:spPr bwMode="auto">
          <a:xfrm>
            <a:off x="1143000" y="2895600"/>
            <a:ext cx="914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b="1"/>
              <a:t>T</a:t>
            </a:r>
            <a:endParaRPr kumimoji="0" lang="en-US" altLang="zh-CN" sz="2000" b="1"/>
          </a:p>
        </p:txBody>
      </p:sp>
      <p:sp>
        <p:nvSpPr>
          <p:cNvPr id="134159" name="Text Box 32"/>
          <p:cNvSpPr txBox="1">
            <a:spLocks noChangeArrowheads="1"/>
          </p:cNvSpPr>
          <p:nvPr/>
        </p:nvSpPr>
        <p:spPr bwMode="auto">
          <a:xfrm>
            <a:off x="1143000" y="3276600"/>
            <a:ext cx="914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b="1"/>
              <a:t>T’</a:t>
            </a:r>
            <a:endParaRPr kumimoji="0" lang="en-US" altLang="zh-CN" sz="2000" b="1"/>
          </a:p>
        </p:txBody>
      </p:sp>
      <p:sp>
        <p:nvSpPr>
          <p:cNvPr id="134160" name="Text Box 33"/>
          <p:cNvSpPr txBox="1">
            <a:spLocks noChangeArrowheads="1"/>
          </p:cNvSpPr>
          <p:nvPr/>
        </p:nvSpPr>
        <p:spPr bwMode="auto">
          <a:xfrm>
            <a:off x="1143000" y="3657600"/>
            <a:ext cx="914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b="1"/>
              <a:t>F</a:t>
            </a:r>
            <a:endParaRPr kumimoji="0" lang="en-US" altLang="zh-CN" sz="2000" b="1"/>
          </a:p>
        </p:txBody>
      </p:sp>
      <p:sp>
        <p:nvSpPr>
          <p:cNvPr id="134161" name="Text Box 34"/>
          <p:cNvSpPr txBox="1">
            <a:spLocks noChangeArrowheads="1"/>
          </p:cNvSpPr>
          <p:nvPr/>
        </p:nvSpPr>
        <p:spPr bwMode="auto">
          <a:xfrm>
            <a:off x="2209800" y="2895600"/>
            <a:ext cx="11430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b="1">
                <a:solidFill>
                  <a:schemeClr val="accent2"/>
                </a:solidFill>
              </a:rPr>
              <a:t>4</a:t>
            </a:r>
            <a:endParaRPr kumimoji="0" lang="en-US" altLang="zh-CN" sz="2000" b="1">
              <a:solidFill>
                <a:schemeClr val="accent2"/>
              </a:solidFill>
            </a:endParaRPr>
          </a:p>
        </p:txBody>
      </p:sp>
      <p:sp>
        <p:nvSpPr>
          <p:cNvPr id="134162" name="Text Box 35"/>
          <p:cNvSpPr txBox="1">
            <a:spLocks noChangeArrowheads="1"/>
          </p:cNvSpPr>
          <p:nvPr/>
        </p:nvSpPr>
        <p:spPr bwMode="auto">
          <a:xfrm>
            <a:off x="3352800" y="3276600"/>
            <a:ext cx="11430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b="1">
                <a:solidFill>
                  <a:schemeClr val="accent2"/>
                </a:solidFill>
                <a:sym typeface="Symbol" panose="05050102010706020507" pitchFamily="18" charset="2"/>
              </a:rPr>
              <a:t>6</a:t>
            </a:r>
            <a:endParaRPr kumimoji="0" lang="en-US" altLang="zh-CN" sz="2000" b="1"/>
          </a:p>
        </p:txBody>
      </p:sp>
      <p:sp>
        <p:nvSpPr>
          <p:cNvPr id="134163" name="Text Box 36"/>
          <p:cNvSpPr txBox="1">
            <a:spLocks noChangeArrowheads="1"/>
          </p:cNvSpPr>
          <p:nvPr/>
        </p:nvSpPr>
        <p:spPr bwMode="auto">
          <a:xfrm>
            <a:off x="5638800" y="2133600"/>
            <a:ext cx="11430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b="1">
                <a:solidFill>
                  <a:schemeClr val="accent2"/>
                </a:solidFill>
              </a:rPr>
              <a:t>1</a:t>
            </a:r>
            <a:endParaRPr kumimoji="0" lang="en-US" altLang="zh-CN" sz="2000" b="1">
              <a:solidFill>
                <a:schemeClr val="accent2"/>
              </a:solidFill>
            </a:endParaRPr>
          </a:p>
        </p:txBody>
      </p:sp>
      <p:sp>
        <p:nvSpPr>
          <p:cNvPr id="134164" name="Text Box 37"/>
          <p:cNvSpPr txBox="1">
            <a:spLocks noChangeArrowheads="1"/>
          </p:cNvSpPr>
          <p:nvPr/>
        </p:nvSpPr>
        <p:spPr bwMode="auto">
          <a:xfrm>
            <a:off x="7772400" y="2514600"/>
            <a:ext cx="11430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b="1">
                <a:solidFill>
                  <a:schemeClr val="accent2"/>
                </a:solidFill>
                <a:sym typeface="Symbol" panose="05050102010706020507" pitchFamily="18" charset="2"/>
              </a:rPr>
              <a:t>3</a:t>
            </a:r>
            <a:endParaRPr kumimoji="0" lang="en-US" altLang="zh-CN" sz="2000" b="1">
              <a:solidFill>
                <a:schemeClr val="accent2"/>
              </a:solidFill>
              <a:sym typeface="Symbol" panose="05050102010706020507" pitchFamily="18" charset="2"/>
            </a:endParaRPr>
          </a:p>
        </p:txBody>
      </p:sp>
      <p:sp>
        <p:nvSpPr>
          <p:cNvPr id="134165" name="Text Box 38"/>
          <p:cNvSpPr txBox="1">
            <a:spLocks noChangeArrowheads="1"/>
          </p:cNvSpPr>
          <p:nvPr/>
        </p:nvSpPr>
        <p:spPr bwMode="auto">
          <a:xfrm>
            <a:off x="7772400" y="3276600"/>
            <a:ext cx="11430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b="1">
                <a:solidFill>
                  <a:schemeClr val="accent2"/>
                </a:solidFill>
                <a:sym typeface="Symbol" panose="05050102010706020507" pitchFamily="18" charset="2"/>
              </a:rPr>
              <a:t>6</a:t>
            </a:r>
            <a:endParaRPr kumimoji="0" lang="en-US" altLang="zh-CN" sz="2000" b="1">
              <a:solidFill>
                <a:schemeClr val="accent2"/>
              </a:solidFill>
              <a:sym typeface="Symbol" panose="05050102010706020507" pitchFamily="18" charset="2"/>
            </a:endParaRPr>
          </a:p>
        </p:txBody>
      </p:sp>
      <p:sp>
        <p:nvSpPr>
          <p:cNvPr id="134166" name="Line 39"/>
          <p:cNvSpPr>
            <a:spLocks noChangeShapeType="1"/>
          </p:cNvSpPr>
          <p:nvPr/>
        </p:nvSpPr>
        <p:spPr bwMode="auto">
          <a:xfrm>
            <a:off x="1066800" y="1371600"/>
            <a:ext cx="0" cy="26670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4167" name="Text Box 40"/>
          <p:cNvSpPr txBox="1">
            <a:spLocks noChangeArrowheads="1"/>
          </p:cNvSpPr>
          <p:nvPr/>
        </p:nvSpPr>
        <p:spPr bwMode="auto">
          <a:xfrm>
            <a:off x="2209800" y="2133600"/>
            <a:ext cx="11430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b="1">
                <a:solidFill>
                  <a:schemeClr val="accent2"/>
                </a:solidFill>
              </a:rPr>
              <a:t>1</a:t>
            </a:r>
            <a:endParaRPr kumimoji="0" lang="en-US" altLang="zh-CN" sz="2000" b="1">
              <a:solidFill>
                <a:schemeClr val="accent2"/>
              </a:solidFill>
            </a:endParaRPr>
          </a:p>
        </p:txBody>
      </p:sp>
      <p:sp>
        <p:nvSpPr>
          <p:cNvPr id="134168" name="Text Box 41"/>
          <p:cNvSpPr txBox="1">
            <a:spLocks noChangeArrowheads="1"/>
          </p:cNvSpPr>
          <p:nvPr/>
        </p:nvSpPr>
        <p:spPr bwMode="auto">
          <a:xfrm>
            <a:off x="3352800" y="2514600"/>
            <a:ext cx="11430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b="1">
                <a:solidFill>
                  <a:schemeClr val="accent2"/>
                </a:solidFill>
              </a:rPr>
              <a:t>2</a:t>
            </a:r>
            <a:endParaRPr kumimoji="0" lang="en-US" altLang="zh-CN" sz="2000" b="1">
              <a:solidFill>
                <a:schemeClr val="accent2"/>
              </a:solidFill>
            </a:endParaRPr>
          </a:p>
        </p:txBody>
      </p:sp>
      <p:sp>
        <p:nvSpPr>
          <p:cNvPr id="134169" name="Text Box 42"/>
          <p:cNvSpPr txBox="1">
            <a:spLocks noChangeArrowheads="1"/>
          </p:cNvSpPr>
          <p:nvPr/>
        </p:nvSpPr>
        <p:spPr bwMode="auto">
          <a:xfrm>
            <a:off x="6705600" y="2514600"/>
            <a:ext cx="11430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b="1">
                <a:solidFill>
                  <a:schemeClr val="accent2"/>
                </a:solidFill>
              </a:rPr>
              <a:t>3</a:t>
            </a:r>
            <a:endParaRPr kumimoji="0" lang="en-US" altLang="zh-CN" sz="2000" b="1">
              <a:solidFill>
                <a:schemeClr val="accent2"/>
              </a:solidFill>
            </a:endParaRPr>
          </a:p>
        </p:txBody>
      </p:sp>
      <p:sp>
        <p:nvSpPr>
          <p:cNvPr id="134170" name="Text Box 43"/>
          <p:cNvSpPr txBox="1">
            <a:spLocks noChangeArrowheads="1"/>
          </p:cNvSpPr>
          <p:nvPr/>
        </p:nvSpPr>
        <p:spPr bwMode="auto">
          <a:xfrm>
            <a:off x="5638800" y="2895600"/>
            <a:ext cx="11430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b="1">
                <a:solidFill>
                  <a:schemeClr val="accent2"/>
                </a:solidFill>
              </a:rPr>
              <a:t>4</a:t>
            </a:r>
            <a:endParaRPr kumimoji="0" lang="en-US" altLang="zh-CN" sz="2000" b="1">
              <a:solidFill>
                <a:schemeClr val="accent2"/>
              </a:solidFill>
            </a:endParaRPr>
          </a:p>
        </p:txBody>
      </p:sp>
      <p:sp>
        <p:nvSpPr>
          <p:cNvPr id="134171" name="Text Box 44"/>
          <p:cNvSpPr txBox="1">
            <a:spLocks noChangeArrowheads="1"/>
          </p:cNvSpPr>
          <p:nvPr/>
        </p:nvSpPr>
        <p:spPr bwMode="auto">
          <a:xfrm>
            <a:off x="6781800" y="3276600"/>
            <a:ext cx="11430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b="1">
                <a:solidFill>
                  <a:schemeClr val="accent2"/>
                </a:solidFill>
                <a:sym typeface="Symbol" panose="05050102010706020507" pitchFamily="18" charset="2"/>
              </a:rPr>
              <a:t>6</a:t>
            </a:r>
            <a:endParaRPr kumimoji="0" lang="en-US" altLang="zh-CN" sz="2000" b="1"/>
          </a:p>
        </p:txBody>
      </p:sp>
      <p:sp>
        <p:nvSpPr>
          <p:cNvPr id="134172" name="Text Box 45"/>
          <p:cNvSpPr txBox="1">
            <a:spLocks noChangeArrowheads="1"/>
          </p:cNvSpPr>
          <p:nvPr/>
        </p:nvSpPr>
        <p:spPr bwMode="auto">
          <a:xfrm>
            <a:off x="2209800" y="3657600"/>
            <a:ext cx="11430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b="1">
                <a:solidFill>
                  <a:schemeClr val="accent2"/>
                </a:solidFill>
              </a:rPr>
              <a:t>8</a:t>
            </a:r>
            <a:endParaRPr kumimoji="0" lang="en-US" altLang="zh-CN" sz="2000" b="1">
              <a:solidFill>
                <a:schemeClr val="accent2"/>
              </a:solidFill>
            </a:endParaRPr>
          </a:p>
        </p:txBody>
      </p:sp>
      <p:sp>
        <p:nvSpPr>
          <p:cNvPr id="134173" name="Text Box 46"/>
          <p:cNvSpPr txBox="1">
            <a:spLocks noChangeArrowheads="1"/>
          </p:cNvSpPr>
          <p:nvPr/>
        </p:nvSpPr>
        <p:spPr bwMode="auto">
          <a:xfrm>
            <a:off x="5638800" y="3657600"/>
            <a:ext cx="11430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b="1">
                <a:solidFill>
                  <a:schemeClr val="accent2"/>
                </a:solidFill>
                <a:sym typeface="Symbol" panose="05050102010706020507" pitchFamily="18" charset="2"/>
              </a:rPr>
              <a:t>7</a:t>
            </a:r>
            <a:endParaRPr kumimoji="0" lang="en-US" altLang="zh-CN" sz="2000" b="1"/>
          </a:p>
        </p:txBody>
      </p:sp>
      <p:sp>
        <p:nvSpPr>
          <p:cNvPr id="134174" name="Text Box 47"/>
          <p:cNvSpPr txBox="1">
            <a:spLocks noChangeArrowheads="1"/>
          </p:cNvSpPr>
          <p:nvPr/>
        </p:nvSpPr>
        <p:spPr bwMode="auto">
          <a:xfrm>
            <a:off x="7772400" y="3657600"/>
            <a:ext cx="11430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b="1">
                <a:solidFill>
                  <a:srgbClr val="FF3300"/>
                </a:solidFill>
                <a:sym typeface="Symbol" panose="05050102010706020507" pitchFamily="18" charset="2"/>
              </a:rPr>
              <a:t>17</a:t>
            </a:r>
            <a:endParaRPr kumimoji="0" lang="en-US" altLang="zh-CN" sz="2000" b="1">
              <a:solidFill>
                <a:srgbClr val="FF3300"/>
              </a:solidFill>
            </a:endParaRPr>
          </a:p>
        </p:txBody>
      </p:sp>
      <p:sp>
        <p:nvSpPr>
          <p:cNvPr id="134175" name="Text Box 48"/>
          <p:cNvSpPr txBox="1">
            <a:spLocks noChangeArrowheads="1"/>
          </p:cNvSpPr>
          <p:nvPr/>
        </p:nvSpPr>
        <p:spPr bwMode="auto">
          <a:xfrm>
            <a:off x="6781800" y="3657600"/>
            <a:ext cx="11430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b="1">
                <a:solidFill>
                  <a:srgbClr val="FF3300"/>
                </a:solidFill>
                <a:sym typeface="Symbol" panose="05050102010706020507" pitchFamily="18" charset="2"/>
              </a:rPr>
              <a:t>16</a:t>
            </a:r>
            <a:endParaRPr kumimoji="0" lang="en-US" altLang="zh-CN" sz="2000" b="1">
              <a:solidFill>
                <a:srgbClr val="FF3300"/>
              </a:solidFill>
            </a:endParaRPr>
          </a:p>
        </p:txBody>
      </p:sp>
      <p:sp>
        <p:nvSpPr>
          <p:cNvPr id="134176" name="Text Box 49"/>
          <p:cNvSpPr txBox="1">
            <a:spLocks noChangeArrowheads="1"/>
          </p:cNvSpPr>
          <p:nvPr/>
        </p:nvSpPr>
        <p:spPr bwMode="auto">
          <a:xfrm>
            <a:off x="4495800" y="3657600"/>
            <a:ext cx="11430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b="1">
                <a:solidFill>
                  <a:srgbClr val="FF3300"/>
                </a:solidFill>
                <a:sym typeface="Symbol" panose="05050102010706020507" pitchFamily="18" charset="2"/>
              </a:rPr>
              <a:t>15</a:t>
            </a:r>
            <a:endParaRPr kumimoji="0" lang="en-US" altLang="zh-CN" sz="2000" b="1">
              <a:solidFill>
                <a:srgbClr val="FF3300"/>
              </a:solidFill>
            </a:endParaRPr>
          </a:p>
        </p:txBody>
      </p:sp>
      <p:sp>
        <p:nvSpPr>
          <p:cNvPr id="134177" name="Text Box 50"/>
          <p:cNvSpPr txBox="1">
            <a:spLocks noChangeArrowheads="1"/>
          </p:cNvSpPr>
          <p:nvPr/>
        </p:nvSpPr>
        <p:spPr bwMode="auto">
          <a:xfrm>
            <a:off x="3352800" y="3657600"/>
            <a:ext cx="11430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b="1">
                <a:solidFill>
                  <a:srgbClr val="FF3300"/>
                </a:solidFill>
                <a:sym typeface="Symbol" panose="05050102010706020507" pitchFamily="18" charset="2"/>
              </a:rPr>
              <a:t>14</a:t>
            </a:r>
            <a:endParaRPr kumimoji="0" lang="en-US" altLang="zh-CN" sz="2000" b="1">
              <a:solidFill>
                <a:srgbClr val="FF3300"/>
              </a:solidFill>
            </a:endParaRPr>
          </a:p>
        </p:txBody>
      </p:sp>
      <p:sp>
        <p:nvSpPr>
          <p:cNvPr id="134178" name="Text Box 51"/>
          <p:cNvSpPr txBox="1">
            <a:spLocks noChangeArrowheads="1"/>
          </p:cNvSpPr>
          <p:nvPr/>
        </p:nvSpPr>
        <p:spPr bwMode="auto">
          <a:xfrm>
            <a:off x="7772400" y="2895600"/>
            <a:ext cx="11430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b="1">
                <a:solidFill>
                  <a:srgbClr val="FF3300"/>
                </a:solidFill>
                <a:sym typeface="Symbol" panose="05050102010706020507" pitchFamily="18" charset="2"/>
              </a:rPr>
              <a:t>13</a:t>
            </a:r>
            <a:endParaRPr kumimoji="0" lang="en-US" altLang="zh-CN" sz="2000" b="1">
              <a:solidFill>
                <a:srgbClr val="FF3300"/>
              </a:solidFill>
            </a:endParaRPr>
          </a:p>
        </p:txBody>
      </p:sp>
      <p:sp>
        <p:nvSpPr>
          <p:cNvPr id="134179" name="Text Box 52"/>
          <p:cNvSpPr txBox="1">
            <a:spLocks noChangeArrowheads="1"/>
          </p:cNvSpPr>
          <p:nvPr/>
        </p:nvSpPr>
        <p:spPr bwMode="auto">
          <a:xfrm>
            <a:off x="6781800" y="2895600"/>
            <a:ext cx="11430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b="1">
                <a:solidFill>
                  <a:srgbClr val="FF3300"/>
                </a:solidFill>
                <a:sym typeface="Symbol" panose="05050102010706020507" pitchFamily="18" charset="2"/>
              </a:rPr>
              <a:t>12</a:t>
            </a:r>
            <a:endParaRPr kumimoji="0" lang="en-US" altLang="zh-CN" sz="2000" b="1">
              <a:solidFill>
                <a:srgbClr val="FF3300"/>
              </a:solidFill>
            </a:endParaRPr>
          </a:p>
        </p:txBody>
      </p:sp>
      <p:sp>
        <p:nvSpPr>
          <p:cNvPr id="134180" name="Text Box 53"/>
          <p:cNvSpPr txBox="1">
            <a:spLocks noChangeArrowheads="1"/>
          </p:cNvSpPr>
          <p:nvPr/>
        </p:nvSpPr>
        <p:spPr bwMode="auto">
          <a:xfrm>
            <a:off x="7772400" y="2133600"/>
            <a:ext cx="11430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b="1">
                <a:solidFill>
                  <a:srgbClr val="FF3300"/>
                </a:solidFill>
                <a:sym typeface="Symbol" panose="05050102010706020507" pitchFamily="18" charset="2"/>
              </a:rPr>
              <a:t>10</a:t>
            </a:r>
            <a:endParaRPr kumimoji="0" lang="en-US" altLang="zh-CN" sz="2000" b="1">
              <a:solidFill>
                <a:srgbClr val="FF3300"/>
              </a:solidFill>
            </a:endParaRPr>
          </a:p>
        </p:txBody>
      </p:sp>
      <p:sp>
        <p:nvSpPr>
          <p:cNvPr id="134181" name="Text Box 54"/>
          <p:cNvSpPr txBox="1">
            <a:spLocks noChangeArrowheads="1"/>
          </p:cNvSpPr>
          <p:nvPr/>
        </p:nvSpPr>
        <p:spPr bwMode="auto">
          <a:xfrm>
            <a:off x="3352800" y="2895600"/>
            <a:ext cx="11430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b="1">
                <a:solidFill>
                  <a:srgbClr val="FF3300"/>
                </a:solidFill>
                <a:sym typeface="Symbol" panose="05050102010706020507" pitchFamily="18" charset="2"/>
              </a:rPr>
              <a:t>11</a:t>
            </a:r>
            <a:endParaRPr kumimoji="0" lang="en-US" altLang="zh-CN" sz="2000" b="1">
              <a:solidFill>
                <a:srgbClr val="FF3300"/>
              </a:solidFill>
            </a:endParaRPr>
          </a:p>
        </p:txBody>
      </p:sp>
      <p:sp>
        <p:nvSpPr>
          <p:cNvPr id="134182" name="Text Box 55"/>
          <p:cNvSpPr txBox="1">
            <a:spLocks noChangeArrowheads="1"/>
          </p:cNvSpPr>
          <p:nvPr/>
        </p:nvSpPr>
        <p:spPr bwMode="auto">
          <a:xfrm>
            <a:off x="6781800" y="2133600"/>
            <a:ext cx="11430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b="1">
                <a:solidFill>
                  <a:srgbClr val="FF3300"/>
                </a:solidFill>
                <a:sym typeface="Symbol" panose="05050102010706020507" pitchFamily="18" charset="2"/>
              </a:rPr>
              <a:t>9</a:t>
            </a:r>
            <a:endParaRPr kumimoji="0" lang="en-US" altLang="zh-CN" sz="2000" b="1">
              <a:solidFill>
                <a:srgbClr val="FF3300"/>
              </a:solidFill>
            </a:endParaRPr>
          </a:p>
        </p:txBody>
      </p:sp>
      <p:sp>
        <p:nvSpPr>
          <p:cNvPr id="134183" name="Text Box 56"/>
          <p:cNvSpPr txBox="1">
            <a:spLocks noChangeArrowheads="1"/>
          </p:cNvSpPr>
          <p:nvPr/>
        </p:nvSpPr>
        <p:spPr bwMode="auto">
          <a:xfrm>
            <a:off x="2209800" y="3276600"/>
            <a:ext cx="11430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b="1">
                <a:solidFill>
                  <a:srgbClr val="00CC00"/>
                </a:solidFill>
                <a:sym typeface="Symbol" panose="05050102010706020507" pitchFamily="18" charset="2"/>
              </a:rPr>
              <a:t>24</a:t>
            </a:r>
            <a:endParaRPr kumimoji="0" lang="en-US" altLang="zh-CN" sz="2000" b="1">
              <a:solidFill>
                <a:srgbClr val="00CC00"/>
              </a:solidFill>
            </a:endParaRPr>
          </a:p>
        </p:txBody>
      </p:sp>
      <p:sp>
        <p:nvSpPr>
          <p:cNvPr id="134184" name="Text Box 57"/>
          <p:cNvSpPr txBox="1">
            <a:spLocks noChangeArrowheads="1"/>
          </p:cNvSpPr>
          <p:nvPr/>
        </p:nvSpPr>
        <p:spPr bwMode="auto">
          <a:xfrm>
            <a:off x="4495800" y="2895600"/>
            <a:ext cx="11430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b="1">
                <a:solidFill>
                  <a:srgbClr val="00CC00"/>
                </a:solidFill>
                <a:sym typeface="Symbol" panose="05050102010706020507" pitchFamily="18" charset="2"/>
              </a:rPr>
              <a:t>23</a:t>
            </a:r>
            <a:endParaRPr kumimoji="0" lang="en-US" altLang="zh-CN" sz="2000" b="1">
              <a:solidFill>
                <a:srgbClr val="00CC00"/>
              </a:solidFill>
            </a:endParaRPr>
          </a:p>
        </p:txBody>
      </p:sp>
      <p:sp>
        <p:nvSpPr>
          <p:cNvPr id="134185" name="Text Box 58"/>
          <p:cNvSpPr txBox="1">
            <a:spLocks noChangeArrowheads="1"/>
          </p:cNvSpPr>
          <p:nvPr/>
        </p:nvSpPr>
        <p:spPr bwMode="auto">
          <a:xfrm>
            <a:off x="5638800" y="2514600"/>
            <a:ext cx="11430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b="1">
                <a:solidFill>
                  <a:srgbClr val="00CC00"/>
                </a:solidFill>
                <a:sym typeface="Symbol" panose="05050102010706020507" pitchFamily="18" charset="2"/>
              </a:rPr>
              <a:t>22</a:t>
            </a:r>
            <a:endParaRPr kumimoji="0" lang="en-US" altLang="zh-CN" sz="2000" b="1">
              <a:solidFill>
                <a:srgbClr val="00CC00"/>
              </a:solidFill>
            </a:endParaRPr>
          </a:p>
        </p:txBody>
      </p:sp>
      <p:sp>
        <p:nvSpPr>
          <p:cNvPr id="134186" name="Text Box 59"/>
          <p:cNvSpPr txBox="1">
            <a:spLocks noChangeArrowheads="1"/>
          </p:cNvSpPr>
          <p:nvPr/>
        </p:nvSpPr>
        <p:spPr bwMode="auto">
          <a:xfrm>
            <a:off x="4495800" y="2514600"/>
            <a:ext cx="11430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b="1">
                <a:solidFill>
                  <a:srgbClr val="00CC00"/>
                </a:solidFill>
                <a:sym typeface="Symbol" panose="05050102010706020507" pitchFamily="18" charset="2"/>
              </a:rPr>
              <a:t>21</a:t>
            </a:r>
            <a:endParaRPr kumimoji="0" lang="en-US" altLang="zh-CN" sz="2000" b="1">
              <a:solidFill>
                <a:srgbClr val="00CC00"/>
              </a:solidFill>
            </a:endParaRPr>
          </a:p>
        </p:txBody>
      </p:sp>
      <p:sp>
        <p:nvSpPr>
          <p:cNvPr id="134187" name="Text Box 60"/>
          <p:cNvSpPr txBox="1">
            <a:spLocks noChangeArrowheads="1"/>
          </p:cNvSpPr>
          <p:nvPr/>
        </p:nvSpPr>
        <p:spPr bwMode="auto">
          <a:xfrm>
            <a:off x="2209800" y="2514600"/>
            <a:ext cx="11430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b="1">
                <a:solidFill>
                  <a:srgbClr val="00CC00"/>
                </a:solidFill>
                <a:sym typeface="Symbol" panose="05050102010706020507" pitchFamily="18" charset="2"/>
              </a:rPr>
              <a:t>20</a:t>
            </a:r>
            <a:endParaRPr kumimoji="0" lang="en-US" altLang="zh-CN" sz="2000" b="1">
              <a:solidFill>
                <a:srgbClr val="00CC00"/>
              </a:solidFill>
            </a:endParaRPr>
          </a:p>
        </p:txBody>
      </p:sp>
      <p:sp>
        <p:nvSpPr>
          <p:cNvPr id="134188" name="Text Box 61"/>
          <p:cNvSpPr txBox="1">
            <a:spLocks noChangeArrowheads="1"/>
          </p:cNvSpPr>
          <p:nvPr/>
        </p:nvSpPr>
        <p:spPr bwMode="auto">
          <a:xfrm>
            <a:off x="3352800" y="2133600"/>
            <a:ext cx="11430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b="1">
                <a:solidFill>
                  <a:srgbClr val="00CC00"/>
                </a:solidFill>
                <a:sym typeface="Symbol" panose="05050102010706020507" pitchFamily="18" charset="2"/>
              </a:rPr>
              <a:t>18</a:t>
            </a:r>
            <a:endParaRPr kumimoji="0" lang="en-US" altLang="zh-CN" sz="2000" b="1">
              <a:solidFill>
                <a:srgbClr val="00CC00"/>
              </a:solidFill>
            </a:endParaRPr>
          </a:p>
        </p:txBody>
      </p:sp>
      <p:sp>
        <p:nvSpPr>
          <p:cNvPr id="134189" name="Text Box 62"/>
          <p:cNvSpPr txBox="1">
            <a:spLocks noChangeArrowheads="1"/>
          </p:cNvSpPr>
          <p:nvPr/>
        </p:nvSpPr>
        <p:spPr bwMode="auto">
          <a:xfrm>
            <a:off x="4495800" y="2133600"/>
            <a:ext cx="11430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b="1">
                <a:solidFill>
                  <a:srgbClr val="00CC00"/>
                </a:solidFill>
                <a:sym typeface="Symbol" panose="05050102010706020507" pitchFamily="18" charset="2"/>
              </a:rPr>
              <a:t>19</a:t>
            </a:r>
            <a:endParaRPr kumimoji="0" lang="en-US" altLang="zh-CN" sz="2000" b="1">
              <a:solidFill>
                <a:srgbClr val="00CC00"/>
              </a:solidFill>
            </a:endParaRPr>
          </a:p>
        </p:txBody>
      </p:sp>
      <p:sp>
        <p:nvSpPr>
          <p:cNvPr id="134190" name="Text Box 63"/>
          <p:cNvSpPr txBox="1">
            <a:spLocks noChangeArrowheads="1"/>
          </p:cNvSpPr>
          <p:nvPr/>
        </p:nvSpPr>
        <p:spPr bwMode="auto">
          <a:xfrm>
            <a:off x="5638800" y="3276600"/>
            <a:ext cx="11430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b="1">
                <a:solidFill>
                  <a:srgbClr val="00CC00"/>
                </a:solidFill>
                <a:sym typeface="Symbol" panose="05050102010706020507" pitchFamily="18" charset="2"/>
              </a:rPr>
              <a:t>25</a:t>
            </a:r>
            <a:endParaRPr kumimoji="0" lang="en-US" altLang="zh-CN" sz="2000" b="1">
              <a:solidFill>
                <a:srgbClr val="00CC00"/>
              </a:solidFill>
            </a:endParaRPr>
          </a:p>
        </p:txBody>
      </p:sp>
      <p:sp>
        <p:nvSpPr>
          <p:cNvPr id="134191" name="Text Box 64"/>
          <p:cNvSpPr txBox="1">
            <a:spLocks noChangeArrowheads="1"/>
          </p:cNvSpPr>
          <p:nvPr/>
        </p:nvSpPr>
        <p:spPr bwMode="auto">
          <a:xfrm>
            <a:off x="4495800" y="3276600"/>
            <a:ext cx="11430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b="1">
                <a:solidFill>
                  <a:schemeClr val="accent2"/>
                </a:solidFill>
                <a:sym typeface="Symbol" panose="05050102010706020507" pitchFamily="18" charset="2"/>
              </a:rPr>
              <a:t>5</a:t>
            </a:r>
            <a:endParaRPr kumimoji="0" lang="en-US" altLang="zh-CN" sz="2000" b="1"/>
          </a:p>
        </p:txBody>
      </p:sp>
      <p:sp>
        <p:nvSpPr>
          <p:cNvPr id="134192" name="Text Box 65"/>
          <p:cNvSpPr txBox="1">
            <a:spLocks noChangeArrowheads="1"/>
          </p:cNvSpPr>
          <p:nvPr/>
        </p:nvSpPr>
        <p:spPr bwMode="auto">
          <a:xfrm>
            <a:off x="381000" y="4343400"/>
            <a:ext cx="2133600" cy="1757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6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800" b="1">
                <a:solidFill>
                  <a:schemeClr val="accent2"/>
                </a:solidFill>
              </a:rPr>
              <a:t>1 </a:t>
            </a:r>
            <a:r>
              <a:rPr kumimoji="0" lang="en-US" altLang="zh-CN" sz="2800" b="1"/>
              <a:t>E</a:t>
            </a:r>
            <a:r>
              <a:rPr kumimoji="0" lang="en-US" altLang="zh-CN" sz="2800" b="1">
                <a:sym typeface="Symbol" panose="05050102010706020507" pitchFamily="18" charset="2"/>
              </a:rPr>
              <a:t></a:t>
            </a:r>
            <a:r>
              <a:rPr kumimoji="0" lang="en-US" altLang="zh-CN" sz="2800" b="1">
                <a:solidFill>
                  <a:schemeClr val="accent2"/>
                </a:solidFill>
                <a:sym typeface="Symbol" panose="05050102010706020507" pitchFamily="18" charset="2"/>
              </a:rPr>
              <a:t>TE’</a:t>
            </a:r>
            <a:endParaRPr kumimoji="0" lang="en-US" altLang="zh-CN" sz="2800" b="1">
              <a:solidFill>
                <a:schemeClr val="accent2"/>
              </a:solidFill>
              <a:sym typeface="Symbol" panose="05050102010706020507" pitchFamily="18" charset="2"/>
            </a:endParaRPr>
          </a:p>
          <a:p>
            <a:pPr eaLnBrk="1" hangingPunct="1">
              <a:lnSpc>
                <a:spcPct val="6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800" b="1">
                <a:solidFill>
                  <a:schemeClr val="accent2"/>
                </a:solidFill>
                <a:sym typeface="Symbol" panose="05050102010706020507" pitchFamily="18" charset="2"/>
              </a:rPr>
              <a:t>2 </a:t>
            </a:r>
            <a:r>
              <a:rPr kumimoji="0" lang="en-US" altLang="zh-CN" sz="2800" b="1"/>
              <a:t>E’</a:t>
            </a:r>
            <a:r>
              <a:rPr kumimoji="0" lang="en-US" altLang="zh-CN" sz="2800" b="1">
                <a:sym typeface="Symbol" panose="05050102010706020507" pitchFamily="18" charset="2"/>
              </a:rPr>
              <a:t></a:t>
            </a:r>
            <a:r>
              <a:rPr kumimoji="0" lang="en-US" altLang="zh-CN" sz="2800" b="1">
                <a:solidFill>
                  <a:schemeClr val="accent2"/>
                </a:solidFill>
                <a:sym typeface="Symbol" panose="05050102010706020507" pitchFamily="18" charset="2"/>
              </a:rPr>
              <a:t>+</a:t>
            </a:r>
            <a:r>
              <a:rPr kumimoji="0" lang="en-US" altLang="zh-CN" sz="2800" b="1">
                <a:sym typeface="Symbol" panose="05050102010706020507" pitchFamily="18" charset="2"/>
              </a:rPr>
              <a:t>TE’</a:t>
            </a:r>
            <a:endParaRPr kumimoji="0" lang="en-US" altLang="zh-CN" sz="2800" b="1">
              <a:sym typeface="Symbol" panose="05050102010706020507" pitchFamily="18" charset="2"/>
            </a:endParaRPr>
          </a:p>
          <a:p>
            <a:pPr eaLnBrk="1" hangingPunct="1">
              <a:lnSpc>
                <a:spcPct val="6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800" b="1">
                <a:solidFill>
                  <a:schemeClr val="accent2"/>
                </a:solidFill>
                <a:sym typeface="Symbol" panose="05050102010706020507" pitchFamily="18" charset="2"/>
              </a:rPr>
              <a:t>3 </a:t>
            </a:r>
            <a:r>
              <a:rPr kumimoji="0" lang="en-US" altLang="zh-CN" sz="2800" b="1"/>
              <a:t>E’</a:t>
            </a:r>
            <a:r>
              <a:rPr kumimoji="0" lang="en-US" altLang="zh-CN" sz="2800" b="1">
                <a:sym typeface="Symbol" panose="05050102010706020507" pitchFamily="18" charset="2"/>
              </a:rPr>
              <a:t></a:t>
            </a:r>
            <a:r>
              <a:rPr kumimoji="0" lang="en-US" altLang="zh-CN" sz="2800" b="1">
                <a:solidFill>
                  <a:schemeClr val="accent2"/>
                </a:solidFill>
                <a:sym typeface="Symbol" panose="05050102010706020507" pitchFamily="18" charset="2"/>
              </a:rPr>
              <a:t></a:t>
            </a:r>
            <a:endParaRPr kumimoji="0" lang="en-US" altLang="zh-CN" sz="2800" b="1">
              <a:solidFill>
                <a:schemeClr val="accent2"/>
              </a:solidFill>
              <a:sym typeface="Symbol" panose="05050102010706020507" pitchFamily="18" charset="2"/>
            </a:endParaRPr>
          </a:p>
          <a:p>
            <a:pPr eaLnBrk="1" hangingPunct="1">
              <a:lnSpc>
                <a:spcPct val="6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800" b="1">
                <a:solidFill>
                  <a:schemeClr val="accent2"/>
                </a:solidFill>
                <a:sym typeface="Symbol" panose="05050102010706020507" pitchFamily="18" charset="2"/>
              </a:rPr>
              <a:t>4 </a:t>
            </a:r>
            <a:r>
              <a:rPr kumimoji="0" lang="en-US" altLang="zh-CN" sz="2800" b="1"/>
              <a:t>T</a:t>
            </a:r>
            <a:r>
              <a:rPr kumimoji="0" lang="en-US" altLang="zh-CN" sz="2800" b="1">
                <a:sym typeface="Symbol" panose="05050102010706020507" pitchFamily="18" charset="2"/>
              </a:rPr>
              <a:t>FT’</a:t>
            </a:r>
            <a:endParaRPr kumimoji="0" lang="en-US" altLang="zh-CN" sz="2800" b="1">
              <a:sym typeface="Symbol" panose="05050102010706020507" pitchFamily="18" charset="2"/>
            </a:endParaRPr>
          </a:p>
        </p:txBody>
      </p:sp>
      <p:sp>
        <p:nvSpPr>
          <p:cNvPr id="134193" name="Text Box 66"/>
          <p:cNvSpPr txBox="1">
            <a:spLocks noChangeArrowheads="1"/>
          </p:cNvSpPr>
          <p:nvPr/>
        </p:nvSpPr>
        <p:spPr bwMode="auto">
          <a:xfrm>
            <a:off x="4648200" y="4572000"/>
            <a:ext cx="1371600" cy="1373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800" b="1">
                <a:solidFill>
                  <a:srgbClr val="FF3300"/>
                </a:solidFill>
              </a:rPr>
              <a:t>9 – 17 :  Sync Actions</a:t>
            </a:r>
            <a:endParaRPr kumimoji="0" lang="en-US" altLang="zh-CN" sz="2800" b="1">
              <a:solidFill>
                <a:srgbClr val="FF3300"/>
              </a:solidFill>
            </a:endParaRPr>
          </a:p>
        </p:txBody>
      </p:sp>
      <p:sp>
        <p:nvSpPr>
          <p:cNvPr id="134194" name="Text Box 67"/>
          <p:cNvSpPr txBox="1">
            <a:spLocks noChangeArrowheads="1"/>
          </p:cNvSpPr>
          <p:nvPr/>
        </p:nvSpPr>
        <p:spPr bwMode="auto">
          <a:xfrm>
            <a:off x="6629400" y="4572000"/>
            <a:ext cx="1600200" cy="1373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800" b="1">
                <a:solidFill>
                  <a:srgbClr val="00CC00"/>
                </a:solidFill>
              </a:rPr>
              <a:t>18 – 25 :  Error Handlers</a:t>
            </a:r>
            <a:endParaRPr kumimoji="0" lang="en-US" altLang="zh-CN" sz="2800" b="1">
              <a:solidFill>
                <a:srgbClr val="00CC00"/>
              </a:solidFill>
            </a:endParaRPr>
          </a:p>
        </p:txBody>
      </p:sp>
      <p:sp>
        <p:nvSpPr>
          <p:cNvPr id="134195" name="Text Box 68"/>
          <p:cNvSpPr txBox="1">
            <a:spLocks noChangeArrowheads="1"/>
          </p:cNvSpPr>
          <p:nvPr/>
        </p:nvSpPr>
        <p:spPr bwMode="auto">
          <a:xfrm>
            <a:off x="2362200" y="4344988"/>
            <a:ext cx="2133600" cy="17573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6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800" b="1">
                <a:solidFill>
                  <a:schemeClr val="accent2"/>
                </a:solidFill>
                <a:sym typeface="Symbol" panose="05050102010706020507" pitchFamily="18" charset="2"/>
              </a:rPr>
              <a:t>5 </a:t>
            </a:r>
            <a:r>
              <a:rPr kumimoji="0" lang="en-US" altLang="zh-CN" sz="2800" b="1"/>
              <a:t>T’</a:t>
            </a:r>
            <a:r>
              <a:rPr kumimoji="0" lang="en-US" altLang="zh-CN" sz="2800" b="1">
                <a:sym typeface="Symbol" panose="05050102010706020507" pitchFamily="18" charset="2"/>
              </a:rPr>
              <a:t></a:t>
            </a:r>
            <a:r>
              <a:rPr kumimoji="0" lang="en-US" altLang="zh-CN" sz="2800" b="1">
                <a:solidFill>
                  <a:schemeClr val="accent2"/>
                </a:solidFill>
                <a:sym typeface="Symbol" panose="05050102010706020507" pitchFamily="18" charset="2"/>
              </a:rPr>
              <a:t>*</a:t>
            </a:r>
            <a:r>
              <a:rPr kumimoji="0" lang="en-US" altLang="zh-CN" sz="2800" b="1">
                <a:sym typeface="Symbol" panose="05050102010706020507" pitchFamily="18" charset="2"/>
              </a:rPr>
              <a:t>FT’</a:t>
            </a:r>
            <a:endParaRPr kumimoji="0" lang="en-US" altLang="zh-CN" sz="2800" b="1">
              <a:sym typeface="Symbol" panose="05050102010706020507" pitchFamily="18" charset="2"/>
            </a:endParaRPr>
          </a:p>
          <a:p>
            <a:pPr eaLnBrk="1" hangingPunct="1">
              <a:lnSpc>
                <a:spcPct val="6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800" b="1">
                <a:solidFill>
                  <a:schemeClr val="accent2"/>
                </a:solidFill>
                <a:sym typeface="Symbol" panose="05050102010706020507" pitchFamily="18" charset="2"/>
              </a:rPr>
              <a:t>6 </a:t>
            </a:r>
            <a:r>
              <a:rPr kumimoji="0" lang="en-US" altLang="zh-CN" sz="2800" b="1"/>
              <a:t>T’</a:t>
            </a:r>
            <a:r>
              <a:rPr kumimoji="0" lang="en-US" altLang="zh-CN" sz="2800" b="1">
                <a:sym typeface="Symbol" panose="05050102010706020507" pitchFamily="18" charset="2"/>
              </a:rPr>
              <a:t></a:t>
            </a:r>
            <a:r>
              <a:rPr kumimoji="0" lang="en-US" altLang="zh-CN" sz="2800" b="1">
                <a:solidFill>
                  <a:schemeClr val="accent2"/>
                </a:solidFill>
                <a:sym typeface="Symbol" panose="05050102010706020507" pitchFamily="18" charset="2"/>
              </a:rPr>
              <a:t></a:t>
            </a:r>
            <a:endParaRPr kumimoji="0" lang="en-US" altLang="zh-CN" sz="2800" b="1">
              <a:solidFill>
                <a:schemeClr val="accent2"/>
              </a:solidFill>
              <a:sym typeface="Symbol" panose="05050102010706020507" pitchFamily="18" charset="2"/>
            </a:endParaRPr>
          </a:p>
          <a:p>
            <a:pPr eaLnBrk="1" hangingPunct="1">
              <a:lnSpc>
                <a:spcPct val="6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800" b="1">
                <a:solidFill>
                  <a:schemeClr val="accent2"/>
                </a:solidFill>
                <a:sym typeface="Symbol" panose="05050102010706020507" pitchFamily="18" charset="2"/>
              </a:rPr>
              <a:t>7 </a:t>
            </a:r>
            <a:r>
              <a:rPr kumimoji="0" lang="en-US" altLang="zh-CN" sz="2800" b="1"/>
              <a:t>F</a:t>
            </a:r>
            <a:r>
              <a:rPr kumimoji="0" lang="en-US" altLang="zh-CN" sz="2800" b="1">
                <a:sym typeface="Symbol" panose="05050102010706020507" pitchFamily="18" charset="2"/>
              </a:rPr>
              <a:t></a:t>
            </a:r>
            <a:r>
              <a:rPr kumimoji="0" lang="en-US" altLang="zh-CN" sz="2800" b="1">
                <a:solidFill>
                  <a:schemeClr val="accent2"/>
                </a:solidFill>
                <a:sym typeface="Symbol" panose="05050102010706020507" pitchFamily="18" charset="2"/>
              </a:rPr>
              <a:t>(</a:t>
            </a:r>
            <a:r>
              <a:rPr kumimoji="0" lang="en-US" altLang="zh-CN" sz="2800" b="1">
                <a:sym typeface="Symbol" panose="05050102010706020507" pitchFamily="18" charset="2"/>
              </a:rPr>
              <a:t>E</a:t>
            </a:r>
            <a:r>
              <a:rPr kumimoji="0" lang="en-US" altLang="zh-CN" sz="2800" b="1">
                <a:solidFill>
                  <a:schemeClr val="accent2"/>
                </a:solidFill>
                <a:sym typeface="Symbol" panose="05050102010706020507" pitchFamily="18" charset="2"/>
              </a:rPr>
              <a:t>)</a:t>
            </a:r>
            <a:endParaRPr kumimoji="0" lang="en-US" altLang="zh-CN" sz="2800" b="1">
              <a:solidFill>
                <a:schemeClr val="accent2"/>
              </a:solidFill>
              <a:sym typeface="Symbol" panose="05050102010706020507" pitchFamily="18" charset="2"/>
            </a:endParaRPr>
          </a:p>
          <a:p>
            <a:pPr eaLnBrk="1" hangingPunct="1">
              <a:lnSpc>
                <a:spcPct val="6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800" b="1">
                <a:solidFill>
                  <a:schemeClr val="accent2"/>
                </a:solidFill>
                <a:sym typeface="Symbol" panose="05050102010706020507" pitchFamily="18" charset="2"/>
              </a:rPr>
              <a:t>8 </a:t>
            </a:r>
            <a:r>
              <a:rPr kumimoji="0" lang="en-US" altLang="zh-CN" sz="2800" b="1"/>
              <a:t>F</a:t>
            </a:r>
            <a:r>
              <a:rPr kumimoji="0" lang="en-US" altLang="zh-CN" sz="2800" b="1">
                <a:sym typeface="Symbol" panose="05050102010706020507" pitchFamily="18" charset="2"/>
              </a:rPr>
              <a:t></a:t>
            </a:r>
            <a:r>
              <a:rPr kumimoji="0" lang="en-US" altLang="zh-CN" sz="2800" b="1">
                <a:solidFill>
                  <a:schemeClr val="accent2"/>
                </a:solidFill>
                <a:sym typeface="Symbol" panose="05050102010706020507" pitchFamily="18" charset="2"/>
              </a:rPr>
              <a:t>id</a:t>
            </a:r>
            <a:endParaRPr kumimoji="0" lang="en-US" altLang="zh-CN" sz="2800" b="1">
              <a:solidFill>
                <a:schemeClr val="accent2"/>
              </a:solidFill>
              <a:sym typeface="Symbol" panose="05050102010706020507" pitchFamily="18" charset="2"/>
            </a:endParaRPr>
          </a:p>
        </p:txBody>
      </p:sp>
    </p:spTree>
  </p:cSld>
  <p:clrMapOvr>
    <a:masterClrMapping/>
  </p:clrMapOvr>
</p:sld>
</file>

<file path=ppt/slides/slide1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1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修改后的预测分析表（续）</a:t>
            </a:r>
            <a:endParaRPr lang="zh-CN" altLang="en-US"/>
          </a:p>
        </p:txBody>
      </p:sp>
      <p:sp>
        <p:nvSpPr>
          <p:cNvPr id="13517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每个</a:t>
            </a:r>
            <a:r>
              <a:rPr lang="en-US" altLang="zh-CN"/>
              <a:t>ID</a:t>
            </a:r>
            <a:r>
              <a:rPr lang="zh-CN" altLang="en-US"/>
              <a:t>（或一组</a:t>
            </a:r>
            <a:r>
              <a:rPr lang="en-US" altLang="zh-CN"/>
              <a:t>ID</a:t>
            </a:r>
            <a:r>
              <a:rPr lang="zh-CN" altLang="en-US"/>
              <a:t>）对应一个函数：</a:t>
            </a:r>
            <a:endParaRPr lang="zh-CN" altLang="en-US"/>
          </a:p>
          <a:p>
            <a:pPr lvl="1" eaLnBrk="1" hangingPunct="1"/>
            <a:r>
              <a:rPr lang="zh-CN" altLang="en-US"/>
              <a:t>使用栈抽象数据类型</a:t>
            </a:r>
            <a:endParaRPr lang="zh-CN" altLang="en-US"/>
          </a:p>
          <a:p>
            <a:pPr lvl="1" eaLnBrk="1" hangingPunct="1"/>
            <a:r>
              <a:rPr lang="zh-CN" altLang="en-US"/>
              <a:t>获取单词</a:t>
            </a:r>
            <a:endParaRPr lang="zh-CN" altLang="en-US"/>
          </a:p>
          <a:p>
            <a:pPr lvl="1" eaLnBrk="1" hangingPunct="1"/>
            <a:r>
              <a:rPr lang="zh-CN" altLang="en-US"/>
              <a:t>打印错误信息</a:t>
            </a:r>
            <a:endParaRPr lang="zh-CN" altLang="en-US"/>
          </a:p>
          <a:p>
            <a:pPr lvl="1" eaLnBrk="1" hangingPunct="1"/>
            <a:r>
              <a:rPr lang="zh-CN" altLang="en-US"/>
              <a:t>打印诊断信息</a:t>
            </a:r>
            <a:endParaRPr lang="zh-CN" altLang="en-US"/>
          </a:p>
          <a:p>
            <a:pPr lvl="1" eaLnBrk="1" hangingPunct="1"/>
            <a:r>
              <a:rPr lang="zh-CN" altLang="en-US"/>
              <a:t>处理错误</a:t>
            </a:r>
            <a:endParaRPr lang="zh-CN" altLang="en-US"/>
          </a:p>
        </p:txBody>
      </p:sp>
    </p:spTree>
  </p:cSld>
  <p:clrMapOvr>
    <a:masterClrMapping/>
  </p:clrMapOvr>
</p:sld>
</file>

<file path=ppt/slides/slide1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1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程序框架</a:t>
            </a:r>
            <a:endParaRPr lang="zh-CN" altLang="en-US"/>
          </a:p>
        </p:txBody>
      </p:sp>
      <p:sp>
        <p:nvSpPr>
          <p:cNvPr id="136195" name="Text Box 4"/>
          <p:cNvSpPr txBox="1">
            <a:spLocks noChangeArrowheads="1"/>
          </p:cNvSpPr>
          <p:nvPr/>
        </p:nvSpPr>
        <p:spPr bwMode="auto">
          <a:xfrm>
            <a:off x="1219200" y="1371600"/>
            <a:ext cx="3962400" cy="53292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6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b="1"/>
              <a:t>state = M[ top(s), current_token ]</a:t>
            </a:r>
            <a:endParaRPr kumimoji="0" lang="en-US" altLang="zh-CN" sz="2000" b="1"/>
          </a:p>
          <a:p>
            <a:pPr eaLnBrk="1" hangingPunct="1">
              <a:lnSpc>
                <a:spcPct val="6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b="1"/>
              <a:t>switch (state)</a:t>
            </a:r>
            <a:endParaRPr kumimoji="0" lang="en-US" altLang="zh-CN" sz="2000" b="1"/>
          </a:p>
          <a:p>
            <a:pPr eaLnBrk="1" hangingPunct="1">
              <a:lnSpc>
                <a:spcPct val="6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b="1"/>
              <a:t>    {</a:t>
            </a:r>
            <a:endParaRPr kumimoji="0" lang="en-US" altLang="zh-CN" sz="2000" b="1"/>
          </a:p>
          <a:p>
            <a:pPr eaLnBrk="1" hangingPunct="1">
              <a:lnSpc>
                <a:spcPct val="6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b="1"/>
              <a:t>      </a:t>
            </a:r>
            <a:r>
              <a:rPr kumimoji="0" lang="en-US" altLang="zh-CN" sz="2000" b="1">
                <a:solidFill>
                  <a:schemeClr val="accent2"/>
                </a:solidFill>
              </a:rPr>
              <a:t>case 1:   proc_E_TE’( ) ;</a:t>
            </a:r>
            <a:endParaRPr kumimoji="0" lang="en-US" altLang="zh-CN" sz="2000" b="1">
              <a:solidFill>
                <a:schemeClr val="accent2"/>
              </a:solidFill>
            </a:endParaRPr>
          </a:p>
          <a:p>
            <a:pPr eaLnBrk="1" hangingPunct="1">
              <a:lnSpc>
                <a:spcPct val="6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b="1">
                <a:solidFill>
                  <a:schemeClr val="accent2"/>
                </a:solidFill>
              </a:rPr>
              <a:t>                    break ; </a:t>
            </a:r>
            <a:endParaRPr kumimoji="0" lang="en-US" altLang="zh-CN" sz="2000" b="1">
              <a:solidFill>
                <a:schemeClr val="accent2"/>
              </a:solidFill>
            </a:endParaRPr>
          </a:p>
          <a:p>
            <a:pPr eaLnBrk="1" hangingPunct="1">
              <a:lnSpc>
                <a:spcPct val="1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b="1">
                <a:solidFill>
                  <a:schemeClr val="accent2"/>
                </a:solidFill>
              </a:rPr>
              <a:t>      …</a:t>
            </a:r>
            <a:endParaRPr kumimoji="0" lang="en-US" altLang="zh-CN" sz="2000" b="1">
              <a:solidFill>
                <a:schemeClr val="accent2"/>
              </a:solidFill>
            </a:endParaRPr>
          </a:p>
          <a:p>
            <a:pPr eaLnBrk="1" hangingPunct="1">
              <a:lnSpc>
                <a:spcPct val="6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b="1">
                <a:solidFill>
                  <a:schemeClr val="accent2"/>
                </a:solidFill>
              </a:rPr>
              <a:t>      case 8:  proc_F_id( ) ;</a:t>
            </a:r>
            <a:endParaRPr kumimoji="0" lang="en-US" altLang="zh-CN" sz="2000" b="1">
              <a:solidFill>
                <a:schemeClr val="accent2"/>
              </a:solidFill>
            </a:endParaRPr>
          </a:p>
          <a:p>
            <a:pPr eaLnBrk="1" hangingPunct="1">
              <a:lnSpc>
                <a:spcPct val="6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b="1">
                <a:solidFill>
                  <a:schemeClr val="accent2"/>
                </a:solidFill>
              </a:rPr>
              <a:t>                    break ;</a:t>
            </a:r>
            <a:endParaRPr kumimoji="0" lang="en-US" altLang="zh-CN" sz="2000" b="1">
              <a:solidFill>
                <a:schemeClr val="accent2"/>
              </a:solidFill>
            </a:endParaRPr>
          </a:p>
          <a:p>
            <a:pPr eaLnBrk="1" hangingPunct="1">
              <a:lnSpc>
                <a:spcPct val="6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b="1">
                <a:solidFill>
                  <a:schemeClr val="accent2"/>
                </a:solidFill>
              </a:rPr>
              <a:t>      </a:t>
            </a:r>
            <a:r>
              <a:rPr kumimoji="0" lang="en-US" altLang="zh-CN" sz="2000" b="1">
                <a:solidFill>
                  <a:srgbClr val="FF3300"/>
                </a:solidFill>
              </a:rPr>
              <a:t>case 9:   proc_sync_9( ) ;</a:t>
            </a:r>
            <a:endParaRPr kumimoji="0" lang="en-US" altLang="zh-CN" sz="2000" b="1">
              <a:solidFill>
                <a:srgbClr val="FF3300"/>
              </a:solidFill>
            </a:endParaRPr>
          </a:p>
          <a:p>
            <a:pPr eaLnBrk="1" hangingPunct="1">
              <a:lnSpc>
                <a:spcPct val="6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b="1">
                <a:solidFill>
                  <a:srgbClr val="FF3300"/>
                </a:solidFill>
              </a:rPr>
              <a:t>                    break ; </a:t>
            </a:r>
            <a:endParaRPr kumimoji="0" lang="en-US" altLang="zh-CN" sz="2000" b="1">
              <a:solidFill>
                <a:srgbClr val="FF3300"/>
              </a:solidFill>
            </a:endParaRPr>
          </a:p>
          <a:p>
            <a:pPr eaLnBrk="1" hangingPunct="1">
              <a:lnSpc>
                <a:spcPct val="1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b="1">
                <a:solidFill>
                  <a:srgbClr val="FF3300"/>
                </a:solidFill>
              </a:rPr>
              <a:t>      …</a:t>
            </a:r>
            <a:endParaRPr kumimoji="0" lang="en-US" altLang="zh-CN" sz="2000" b="1">
              <a:solidFill>
                <a:srgbClr val="FF3300"/>
              </a:solidFill>
            </a:endParaRPr>
          </a:p>
          <a:p>
            <a:pPr eaLnBrk="1" hangingPunct="1">
              <a:lnSpc>
                <a:spcPct val="6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b="1">
                <a:solidFill>
                  <a:srgbClr val="FF3300"/>
                </a:solidFill>
              </a:rPr>
              <a:t>      case 17:  proc_sync_17( ) ;</a:t>
            </a:r>
            <a:endParaRPr kumimoji="0" lang="en-US" altLang="zh-CN" sz="2000" b="1">
              <a:solidFill>
                <a:srgbClr val="FF3300"/>
              </a:solidFill>
            </a:endParaRPr>
          </a:p>
          <a:p>
            <a:pPr eaLnBrk="1" hangingPunct="1">
              <a:lnSpc>
                <a:spcPct val="6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b="1">
                <a:solidFill>
                  <a:srgbClr val="FF3300"/>
                </a:solidFill>
              </a:rPr>
              <a:t>                    break ;</a:t>
            </a:r>
            <a:endParaRPr kumimoji="0" lang="en-US" altLang="zh-CN" sz="2000" b="1">
              <a:solidFill>
                <a:srgbClr val="FF3300"/>
              </a:solidFill>
            </a:endParaRPr>
          </a:p>
          <a:p>
            <a:pPr eaLnBrk="1" hangingPunct="1">
              <a:lnSpc>
                <a:spcPct val="6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b="1">
                <a:solidFill>
                  <a:srgbClr val="00CC00"/>
                </a:solidFill>
              </a:rPr>
              <a:t>      case 18:</a:t>
            </a:r>
            <a:endParaRPr kumimoji="0" lang="en-US" altLang="zh-CN" sz="2000" b="1">
              <a:solidFill>
                <a:srgbClr val="00CC00"/>
              </a:solidFill>
            </a:endParaRPr>
          </a:p>
          <a:p>
            <a:pPr eaLnBrk="1" hangingPunct="1">
              <a:lnSpc>
                <a:spcPct val="6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b="1">
                <a:solidFill>
                  <a:srgbClr val="00CC00"/>
                </a:solidFill>
              </a:rPr>
              <a:t>      …</a:t>
            </a:r>
            <a:endParaRPr kumimoji="0" lang="en-US" altLang="zh-CN" sz="2000" b="1">
              <a:solidFill>
                <a:srgbClr val="00CC00"/>
              </a:solidFill>
            </a:endParaRPr>
          </a:p>
          <a:p>
            <a:pPr eaLnBrk="1" hangingPunct="1">
              <a:lnSpc>
                <a:spcPct val="6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b="1">
                <a:solidFill>
                  <a:srgbClr val="00CC00"/>
                </a:solidFill>
              </a:rPr>
              <a:t>      case 25:</a:t>
            </a:r>
            <a:endParaRPr kumimoji="0" lang="en-US" altLang="zh-CN" sz="2000" b="1">
              <a:solidFill>
                <a:srgbClr val="00CC00"/>
              </a:solidFill>
            </a:endParaRPr>
          </a:p>
          <a:p>
            <a:pPr eaLnBrk="1" hangingPunct="1">
              <a:lnSpc>
                <a:spcPct val="6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b="1"/>
              <a:t>    }</a:t>
            </a:r>
            <a:endParaRPr kumimoji="0" lang="en-US" altLang="zh-CN" sz="2000" b="1">
              <a:solidFill>
                <a:srgbClr val="FF3300"/>
              </a:solidFill>
            </a:endParaRPr>
          </a:p>
        </p:txBody>
      </p:sp>
      <p:sp>
        <p:nvSpPr>
          <p:cNvPr id="136196" name="AutoShape 5"/>
          <p:cNvSpPr/>
          <p:nvPr/>
        </p:nvSpPr>
        <p:spPr bwMode="auto">
          <a:xfrm>
            <a:off x="2667000" y="5334000"/>
            <a:ext cx="457200" cy="914400"/>
          </a:xfrm>
          <a:prstGeom prst="rightBrace">
            <a:avLst>
              <a:gd name="adj1" fmla="val 16667"/>
              <a:gd name="adj2" fmla="val 50000"/>
            </a:avLst>
          </a:prstGeom>
          <a:noFill/>
          <a:ln w="25400">
            <a:solidFill>
              <a:srgbClr val="00CC00"/>
            </a:solidFill>
            <a:round/>
            <a:head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>
              <a:latin typeface="Symbol" panose="05050102010706020507" pitchFamily="18" charset="2"/>
            </a:endParaRPr>
          </a:p>
        </p:txBody>
      </p:sp>
      <p:sp>
        <p:nvSpPr>
          <p:cNvPr id="136197" name="Text Box 6"/>
          <p:cNvSpPr txBox="1">
            <a:spLocks noChangeArrowheads="1"/>
          </p:cNvSpPr>
          <p:nvPr/>
        </p:nvSpPr>
        <p:spPr bwMode="auto">
          <a:xfrm>
            <a:off x="3276600" y="5562600"/>
            <a:ext cx="25908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zh-CN" altLang="en-US" sz="2000" b="1">
                <a:solidFill>
                  <a:srgbClr val="00CC00"/>
                </a:solidFill>
              </a:rPr>
              <a:t>调用错误处理函数</a:t>
            </a:r>
            <a:endParaRPr kumimoji="0" lang="zh-CN" altLang="en-US" sz="2000" b="1">
              <a:solidFill>
                <a:srgbClr val="00CC00"/>
              </a:solidFill>
            </a:endParaRPr>
          </a:p>
        </p:txBody>
      </p:sp>
      <p:sp>
        <p:nvSpPr>
          <p:cNvPr id="136198" name="AutoShape 7"/>
          <p:cNvSpPr/>
          <p:nvPr/>
        </p:nvSpPr>
        <p:spPr bwMode="auto">
          <a:xfrm>
            <a:off x="6019800" y="5254625"/>
            <a:ext cx="228600" cy="987425"/>
          </a:xfrm>
          <a:prstGeom prst="rightBracket">
            <a:avLst>
              <a:gd name="adj" fmla="val 35995"/>
            </a:avLst>
          </a:prstGeom>
          <a:noFill/>
          <a:ln w="25400">
            <a:solidFill>
              <a:schemeClr val="tx1"/>
            </a:solidFill>
            <a:round/>
            <a:head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>
              <a:latin typeface="Symbol" panose="05050102010706020507" pitchFamily="18" charset="2"/>
            </a:endParaRPr>
          </a:p>
        </p:txBody>
      </p:sp>
      <p:sp>
        <p:nvSpPr>
          <p:cNvPr id="136199" name="AutoShape 8"/>
          <p:cNvSpPr/>
          <p:nvPr/>
        </p:nvSpPr>
        <p:spPr bwMode="auto">
          <a:xfrm>
            <a:off x="6019800" y="3886200"/>
            <a:ext cx="228600" cy="1219200"/>
          </a:xfrm>
          <a:prstGeom prst="rightBracket">
            <a:avLst>
              <a:gd name="adj" fmla="val 44444"/>
            </a:avLst>
          </a:prstGeom>
          <a:noFill/>
          <a:ln w="25400">
            <a:solidFill>
              <a:schemeClr val="tx1"/>
            </a:solidFill>
            <a:round/>
            <a:head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>
              <a:latin typeface="Symbol" panose="05050102010706020507" pitchFamily="18" charset="2"/>
            </a:endParaRPr>
          </a:p>
        </p:txBody>
      </p:sp>
      <p:sp>
        <p:nvSpPr>
          <p:cNvPr id="136200" name="AutoShape 9"/>
          <p:cNvSpPr/>
          <p:nvPr/>
        </p:nvSpPr>
        <p:spPr bwMode="auto">
          <a:xfrm>
            <a:off x="6019800" y="2438400"/>
            <a:ext cx="228600" cy="1219200"/>
          </a:xfrm>
          <a:prstGeom prst="rightBracket">
            <a:avLst>
              <a:gd name="adj" fmla="val 44444"/>
            </a:avLst>
          </a:prstGeom>
          <a:noFill/>
          <a:ln w="25400">
            <a:solidFill>
              <a:schemeClr val="tx1"/>
            </a:solidFill>
            <a:round/>
            <a:head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>
              <a:latin typeface="Symbol" panose="05050102010706020507" pitchFamily="18" charset="2"/>
            </a:endParaRPr>
          </a:p>
        </p:txBody>
      </p:sp>
      <p:sp>
        <p:nvSpPr>
          <p:cNvPr id="136201" name="Text Box 10"/>
          <p:cNvSpPr txBox="1">
            <a:spLocks noChangeArrowheads="1"/>
          </p:cNvSpPr>
          <p:nvPr/>
        </p:nvSpPr>
        <p:spPr bwMode="auto">
          <a:xfrm>
            <a:off x="6477000" y="5334000"/>
            <a:ext cx="2514600" cy="822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zh-CN" altLang="en-US" sz="2400" b="1">
                <a:solidFill>
                  <a:srgbClr val="3333CC"/>
                </a:solidFill>
              </a:rPr>
              <a:t>某些错误处理可能是相似的</a:t>
            </a:r>
            <a:endParaRPr kumimoji="0" lang="zh-CN" altLang="en-US" sz="2400" b="1">
              <a:solidFill>
                <a:srgbClr val="3333CC"/>
              </a:solidFill>
            </a:endParaRPr>
          </a:p>
        </p:txBody>
      </p:sp>
      <p:sp>
        <p:nvSpPr>
          <p:cNvPr id="136202" name="Text Box 11"/>
          <p:cNvSpPr txBox="1">
            <a:spLocks noChangeArrowheads="1"/>
          </p:cNvSpPr>
          <p:nvPr/>
        </p:nvSpPr>
        <p:spPr bwMode="auto">
          <a:xfrm>
            <a:off x="6477000" y="2743200"/>
            <a:ext cx="2362200" cy="822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zh-CN" altLang="en-US" sz="2400" b="1">
                <a:solidFill>
                  <a:srgbClr val="3333CC"/>
                </a:solidFill>
              </a:rPr>
              <a:t>组合</a:t>
            </a:r>
            <a:r>
              <a:rPr kumimoji="0" lang="zh-CN" altLang="en-US" sz="2400" b="1">
                <a:solidFill>
                  <a:srgbClr val="3333CC"/>
                </a:solidFill>
                <a:sym typeface="Symbol" panose="05050102010706020507" pitchFamily="18" charset="2"/>
              </a:rPr>
              <a:t>使用另一个</a:t>
            </a:r>
            <a:r>
              <a:rPr kumimoji="0" lang="en-US" altLang="zh-CN" sz="2400" b="1">
                <a:solidFill>
                  <a:srgbClr val="3333CC"/>
                </a:solidFill>
                <a:sym typeface="Symbol" panose="05050102010706020507" pitchFamily="18" charset="2"/>
              </a:rPr>
              <a:t>switch</a:t>
            </a:r>
            <a:r>
              <a:rPr kumimoji="0" lang="zh-CN" altLang="en-US" sz="2400" b="1">
                <a:solidFill>
                  <a:srgbClr val="3333CC"/>
                </a:solidFill>
                <a:sym typeface="Symbol" panose="05050102010706020507" pitchFamily="18" charset="2"/>
              </a:rPr>
              <a:t>语句</a:t>
            </a:r>
            <a:endParaRPr kumimoji="0" lang="zh-CN" altLang="en-US" sz="2400" b="1">
              <a:solidFill>
                <a:srgbClr val="3333CC"/>
              </a:solidFill>
            </a:endParaRPr>
          </a:p>
        </p:txBody>
      </p:sp>
      <p:sp>
        <p:nvSpPr>
          <p:cNvPr id="136203" name="Text Box 12"/>
          <p:cNvSpPr txBox="1">
            <a:spLocks noChangeArrowheads="1"/>
          </p:cNvSpPr>
          <p:nvPr/>
        </p:nvSpPr>
        <p:spPr bwMode="auto">
          <a:xfrm>
            <a:off x="6477000" y="4038600"/>
            <a:ext cx="2362200" cy="822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zh-CN" altLang="en-US" sz="2400" b="1">
                <a:solidFill>
                  <a:srgbClr val="3333CC"/>
                </a:solidFill>
              </a:rPr>
              <a:t>某些同步操作可能是相同的</a:t>
            </a:r>
            <a:endParaRPr kumimoji="0" lang="zh-CN" altLang="en-US" sz="2400" b="1">
              <a:solidFill>
                <a:srgbClr val="3333CC"/>
              </a:solidFill>
            </a:endParaRPr>
          </a:p>
        </p:txBody>
      </p:sp>
    </p:spTree>
  </p:cSld>
  <p:clrMapOvr>
    <a:masterClrMapping/>
  </p:clrMapOvr>
</p:sld>
</file>

<file path=ppt/slides/slide1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2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lcc</a:t>
            </a:r>
            <a:r>
              <a:rPr lang="zh-CN" altLang="en-US"/>
              <a:t>的语法分析</a:t>
            </a:r>
            <a:r>
              <a:rPr lang="en-US" altLang="zh-CN"/>
              <a:t>——</a:t>
            </a:r>
            <a:r>
              <a:rPr lang="zh-CN" altLang="en-US"/>
              <a:t>表达式</a:t>
            </a:r>
            <a:endParaRPr lang="zh-CN" altLang="en-US"/>
          </a:p>
        </p:txBody>
      </p:sp>
      <p:sp>
        <p:nvSpPr>
          <p:cNvPr id="13721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000">
                <a:solidFill>
                  <a:srgbClr val="0000FF"/>
                </a:solidFill>
                <a:latin typeface="Tahoma" panose="020B0604030504040204" pitchFamily="34" charset="0"/>
              </a:rPr>
              <a:t>Tree expr(int tok) {</a:t>
            </a:r>
            <a:endParaRPr lang="en-US" altLang="zh-CN" sz="2000">
              <a:solidFill>
                <a:srgbClr val="0000FF"/>
              </a:solidFill>
              <a:latin typeface="Tahoma" panose="020B0604030504040204" pitchFamily="34" charset="0"/>
            </a:endParaRP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000">
                <a:solidFill>
                  <a:srgbClr val="0000FF"/>
                </a:solidFill>
                <a:latin typeface="Tahoma" panose="020B0604030504040204" pitchFamily="34" charset="0"/>
              </a:rPr>
              <a:t>	static char stop[] = { IF, ID, '}', 0 };</a:t>
            </a:r>
            <a:endParaRPr lang="en-US" altLang="zh-CN" sz="2000">
              <a:solidFill>
                <a:srgbClr val="0000FF"/>
              </a:solidFill>
              <a:latin typeface="Tahoma" panose="020B0604030504040204" pitchFamily="34" charset="0"/>
            </a:endParaRP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000">
                <a:solidFill>
                  <a:srgbClr val="0000FF"/>
                </a:solidFill>
                <a:latin typeface="Tahoma" panose="020B0604030504040204" pitchFamily="34" charset="0"/>
              </a:rPr>
              <a:t>	Tree p = expr1(0);</a:t>
            </a:r>
            <a:endParaRPr lang="en-US" altLang="zh-CN" sz="2000">
              <a:solidFill>
                <a:srgbClr val="0000FF"/>
              </a:solidFill>
              <a:latin typeface="Tahoma" panose="020B0604030504040204" pitchFamily="34" charset="0"/>
            </a:endParaRP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endParaRPr lang="en-US" altLang="zh-CN" sz="2000">
              <a:solidFill>
                <a:srgbClr val="0000FF"/>
              </a:solidFill>
              <a:latin typeface="Tahoma" panose="020B0604030504040204" pitchFamily="34" charset="0"/>
            </a:endParaRP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000">
                <a:solidFill>
                  <a:srgbClr val="0000FF"/>
                </a:solidFill>
                <a:latin typeface="Tahoma" panose="020B0604030504040204" pitchFamily="34" charset="0"/>
              </a:rPr>
              <a:t>	while (t == ',') {</a:t>
            </a:r>
            <a:endParaRPr lang="en-US" altLang="zh-CN" sz="2000">
              <a:solidFill>
                <a:srgbClr val="0000FF"/>
              </a:solidFill>
              <a:latin typeface="Tahoma" panose="020B0604030504040204" pitchFamily="34" charset="0"/>
            </a:endParaRP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000">
                <a:solidFill>
                  <a:srgbClr val="0000FF"/>
                </a:solidFill>
                <a:latin typeface="Tahoma" panose="020B0604030504040204" pitchFamily="34" charset="0"/>
              </a:rPr>
              <a:t>		Tree q;</a:t>
            </a:r>
            <a:endParaRPr lang="en-US" altLang="zh-CN" sz="2000">
              <a:solidFill>
                <a:srgbClr val="0000FF"/>
              </a:solidFill>
              <a:latin typeface="Tahoma" panose="020B0604030504040204" pitchFamily="34" charset="0"/>
            </a:endParaRP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000">
                <a:solidFill>
                  <a:srgbClr val="0000FF"/>
                </a:solidFill>
                <a:latin typeface="Tahoma" panose="020B0604030504040204" pitchFamily="34" charset="0"/>
              </a:rPr>
              <a:t>		t = gettok();</a:t>
            </a:r>
            <a:endParaRPr lang="en-US" altLang="zh-CN" sz="2000">
              <a:solidFill>
                <a:srgbClr val="0000FF"/>
              </a:solidFill>
              <a:latin typeface="Tahoma" panose="020B0604030504040204" pitchFamily="34" charset="0"/>
            </a:endParaRP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000">
                <a:solidFill>
                  <a:srgbClr val="0000FF"/>
                </a:solidFill>
                <a:latin typeface="Tahoma" panose="020B0604030504040204" pitchFamily="34" charset="0"/>
              </a:rPr>
              <a:t>		q = pointer(expr1(0));</a:t>
            </a:r>
            <a:endParaRPr lang="en-US" altLang="zh-CN" sz="2000">
              <a:solidFill>
                <a:srgbClr val="0000FF"/>
              </a:solidFill>
              <a:latin typeface="Tahoma" panose="020B0604030504040204" pitchFamily="34" charset="0"/>
            </a:endParaRP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000">
                <a:solidFill>
                  <a:srgbClr val="0000FF"/>
                </a:solidFill>
                <a:latin typeface="Tahoma" panose="020B0604030504040204" pitchFamily="34" charset="0"/>
              </a:rPr>
              <a:t>		p = tree(RIGHT, q-&gt;type, root(value(p)), q);</a:t>
            </a:r>
            <a:endParaRPr lang="en-US" altLang="zh-CN" sz="2000">
              <a:solidFill>
                <a:srgbClr val="0000FF"/>
              </a:solidFill>
              <a:latin typeface="Tahoma" panose="020B0604030504040204" pitchFamily="34" charset="0"/>
            </a:endParaRP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000">
                <a:solidFill>
                  <a:srgbClr val="0000FF"/>
                </a:solidFill>
                <a:latin typeface="Tahoma" panose="020B0604030504040204" pitchFamily="34" charset="0"/>
              </a:rPr>
              <a:t>	}</a:t>
            </a:r>
            <a:endParaRPr lang="en-US" altLang="zh-CN" sz="2000">
              <a:solidFill>
                <a:srgbClr val="0000FF"/>
              </a:solidFill>
              <a:latin typeface="Tahoma" panose="020B0604030504040204" pitchFamily="34" charset="0"/>
            </a:endParaRP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000">
                <a:solidFill>
                  <a:srgbClr val="0000FF"/>
                </a:solidFill>
                <a:latin typeface="Tahoma" panose="020B0604030504040204" pitchFamily="34" charset="0"/>
              </a:rPr>
              <a:t>	if (tok)	</a:t>
            </a:r>
            <a:endParaRPr lang="en-US" altLang="zh-CN" sz="2000">
              <a:solidFill>
                <a:srgbClr val="0000FF"/>
              </a:solidFill>
              <a:latin typeface="Tahoma" panose="020B0604030504040204" pitchFamily="34" charset="0"/>
            </a:endParaRP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000">
                <a:solidFill>
                  <a:srgbClr val="0000FF"/>
                </a:solidFill>
                <a:latin typeface="Tahoma" panose="020B0604030504040204" pitchFamily="34" charset="0"/>
              </a:rPr>
              <a:t>		test(tok, stop);</a:t>
            </a:r>
            <a:endParaRPr lang="en-US" altLang="zh-CN" sz="2000">
              <a:solidFill>
                <a:srgbClr val="0000FF"/>
              </a:solidFill>
              <a:latin typeface="Tahoma" panose="020B0604030504040204" pitchFamily="34" charset="0"/>
            </a:endParaRP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000">
                <a:solidFill>
                  <a:srgbClr val="0000FF"/>
                </a:solidFill>
                <a:latin typeface="Tahoma" panose="020B0604030504040204" pitchFamily="34" charset="0"/>
              </a:rPr>
              <a:t>	return p;</a:t>
            </a:r>
            <a:endParaRPr lang="en-US" altLang="zh-CN" sz="2000">
              <a:solidFill>
                <a:srgbClr val="0000FF"/>
              </a:solidFill>
              <a:latin typeface="Tahoma" panose="020B0604030504040204" pitchFamily="34" charset="0"/>
            </a:endParaRP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000">
                <a:solidFill>
                  <a:srgbClr val="0000FF"/>
                </a:solidFill>
                <a:latin typeface="Tahoma" panose="020B0604030504040204" pitchFamily="34" charset="0"/>
              </a:rPr>
              <a:t>}</a:t>
            </a:r>
            <a:endParaRPr lang="en-US" altLang="zh-CN" sz="2000">
              <a:solidFill>
                <a:srgbClr val="0000FF"/>
              </a:solidFill>
              <a:latin typeface="Tahoma" panose="020B0604030504040204" pitchFamily="34" charset="0"/>
            </a:endParaRPr>
          </a:p>
        </p:txBody>
      </p:sp>
      <p:sp>
        <p:nvSpPr>
          <p:cNvPr id="137220" name="Text Box 4"/>
          <p:cNvSpPr txBox="1">
            <a:spLocks noChangeArrowheads="1"/>
          </p:cNvSpPr>
          <p:nvPr/>
        </p:nvSpPr>
        <p:spPr bwMode="auto">
          <a:xfrm>
            <a:off x="5580063" y="1916113"/>
            <a:ext cx="259238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400">
                <a:solidFill>
                  <a:srgbClr val="FF3300"/>
                </a:solidFill>
                <a:latin typeface="Tahoma" panose="020B0604030504040204" pitchFamily="34" charset="0"/>
              </a:rPr>
              <a:t>赋值表达式</a:t>
            </a:r>
            <a:endParaRPr lang="zh-CN" altLang="en-US" sz="2400">
              <a:solidFill>
                <a:srgbClr val="FF3300"/>
              </a:solidFill>
              <a:latin typeface="Tahoma" panose="020B0604030504040204" pitchFamily="34" charset="0"/>
            </a:endParaRPr>
          </a:p>
        </p:txBody>
      </p:sp>
      <p:sp>
        <p:nvSpPr>
          <p:cNvPr id="137221" name="Line 5"/>
          <p:cNvSpPr>
            <a:spLocks noChangeShapeType="1"/>
          </p:cNvSpPr>
          <p:nvPr/>
        </p:nvSpPr>
        <p:spPr bwMode="auto">
          <a:xfrm flipH="1" flipV="1">
            <a:off x="3779838" y="2133600"/>
            <a:ext cx="1871662" cy="71438"/>
          </a:xfrm>
          <a:prstGeom prst="line">
            <a:avLst/>
          </a:prstGeom>
          <a:noFill/>
          <a:ln w="25400">
            <a:solidFill>
              <a:srgbClr val="FF0000"/>
            </a:solidFill>
            <a:miter lim="800000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137222" name="Text Box 6"/>
          <p:cNvSpPr txBox="1">
            <a:spLocks noChangeArrowheads="1"/>
          </p:cNvSpPr>
          <p:nvPr/>
        </p:nvSpPr>
        <p:spPr bwMode="auto">
          <a:xfrm>
            <a:off x="5364163" y="2565400"/>
            <a:ext cx="259238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400">
                <a:solidFill>
                  <a:srgbClr val="FF3300"/>
                </a:solidFill>
                <a:latin typeface="Tahoma" panose="020B0604030504040204" pitchFamily="34" charset="0"/>
              </a:rPr>
              <a:t>表达式序列</a:t>
            </a:r>
            <a:endParaRPr lang="zh-CN" altLang="en-US" sz="2400">
              <a:solidFill>
                <a:srgbClr val="FF3300"/>
              </a:solidFill>
              <a:latin typeface="Tahoma" panose="020B0604030504040204" pitchFamily="34" charset="0"/>
            </a:endParaRPr>
          </a:p>
        </p:txBody>
      </p:sp>
      <p:sp>
        <p:nvSpPr>
          <p:cNvPr id="137223" name="Line 7"/>
          <p:cNvSpPr>
            <a:spLocks noChangeShapeType="1"/>
          </p:cNvSpPr>
          <p:nvPr/>
        </p:nvSpPr>
        <p:spPr bwMode="auto">
          <a:xfrm flipH="1" flipV="1">
            <a:off x="3563938" y="2782888"/>
            <a:ext cx="1871662" cy="71437"/>
          </a:xfrm>
          <a:prstGeom prst="line">
            <a:avLst/>
          </a:prstGeom>
          <a:noFill/>
          <a:ln w="25400">
            <a:solidFill>
              <a:srgbClr val="FF0000"/>
            </a:solidFill>
            <a:miter lim="800000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137224" name="Text Box 8"/>
          <p:cNvSpPr txBox="1">
            <a:spLocks noChangeArrowheads="1"/>
          </p:cNvSpPr>
          <p:nvPr/>
        </p:nvSpPr>
        <p:spPr bwMode="auto">
          <a:xfrm>
            <a:off x="5724525" y="4652963"/>
            <a:ext cx="25923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400">
                <a:solidFill>
                  <a:srgbClr val="FF3300"/>
                </a:solidFill>
                <a:latin typeface="Tahoma" panose="020B0604030504040204" pitchFamily="34" charset="0"/>
              </a:rPr>
              <a:t>错误处理</a:t>
            </a:r>
            <a:endParaRPr lang="zh-CN" altLang="en-US" sz="2400">
              <a:solidFill>
                <a:srgbClr val="FF3300"/>
              </a:solidFill>
              <a:latin typeface="Tahoma" panose="020B0604030504040204" pitchFamily="34" charset="0"/>
            </a:endParaRPr>
          </a:p>
        </p:txBody>
      </p:sp>
      <p:sp>
        <p:nvSpPr>
          <p:cNvPr id="137225" name="Line 9"/>
          <p:cNvSpPr>
            <a:spLocks noChangeShapeType="1"/>
          </p:cNvSpPr>
          <p:nvPr/>
        </p:nvSpPr>
        <p:spPr bwMode="auto">
          <a:xfrm flipH="1" flipV="1">
            <a:off x="3924300" y="4870450"/>
            <a:ext cx="1871663" cy="71438"/>
          </a:xfrm>
          <a:prstGeom prst="line">
            <a:avLst/>
          </a:prstGeom>
          <a:noFill/>
          <a:ln w="25400">
            <a:solidFill>
              <a:srgbClr val="FF0000"/>
            </a:solidFill>
            <a:miter lim="800000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</p:spTree>
  </p:cSld>
  <p:clrMapOvr>
    <a:masterClrMapping/>
  </p:clrMapOvr>
</p:sld>
</file>

<file path=ppt/slides/slide1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2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lcc</a:t>
            </a:r>
            <a:r>
              <a:rPr lang="zh-CN" altLang="en-US"/>
              <a:t>的语法分析</a:t>
            </a:r>
            <a:r>
              <a:rPr lang="en-US" altLang="zh-CN"/>
              <a:t>——</a:t>
            </a:r>
            <a:r>
              <a:rPr lang="zh-CN" altLang="en-US"/>
              <a:t>表达式</a:t>
            </a:r>
            <a:endParaRPr lang="zh-CN" altLang="en-US"/>
          </a:p>
        </p:txBody>
      </p:sp>
      <p:sp>
        <p:nvSpPr>
          <p:cNvPr id="1382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000">
                <a:solidFill>
                  <a:srgbClr val="0000FF"/>
                </a:solidFill>
                <a:latin typeface="Tahoma" panose="020B0604030504040204" pitchFamily="34" charset="0"/>
              </a:rPr>
              <a:t>void skipto(int tok, char set[]) {</a:t>
            </a:r>
            <a:endParaRPr lang="en-US" altLang="zh-CN" sz="2000">
              <a:solidFill>
                <a:srgbClr val="0000FF"/>
              </a:solidFill>
              <a:latin typeface="Tahoma" panose="020B0604030504040204" pitchFamily="34" charset="0"/>
            </a:endParaRP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000">
                <a:solidFill>
                  <a:srgbClr val="0000FF"/>
                </a:solidFill>
                <a:latin typeface="Tahoma" panose="020B0604030504040204" pitchFamily="34" charset="0"/>
              </a:rPr>
              <a:t>	int n;</a:t>
            </a:r>
            <a:endParaRPr lang="en-US" altLang="zh-CN" sz="2000">
              <a:solidFill>
                <a:srgbClr val="0000FF"/>
              </a:solidFill>
              <a:latin typeface="Tahoma" panose="020B0604030504040204" pitchFamily="34" charset="0"/>
            </a:endParaRP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000">
                <a:solidFill>
                  <a:srgbClr val="0000FF"/>
                </a:solidFill>
                <a:latin typeface="Tahoma" panose="020B0604030504040204" pitchFamily="34" charset="0"/>
              </a:rPr>
              <a:t>	char *s;</a:t>
            </a:r>
            <a:endParaRPr lang="en-US" altLang="zh-CN" sz="2000">
              <a:solidFill>
                <a:srgbClr val="0000FF"/>
              </a:solidFill>
              <a:latin typeface="Tahoma" panose="020B0604030504040204" pitchFamily="34" charset="0"/>
            </a:endParaRP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000">
                <a:solidFill>
                  <a:srgbClr val="0000FF"/>
                </a:solidFill>
                <a:latin typeface="Tahoma" panose="020B0604030504040204" pitchFamily="34" charset="0"/>
              </a:rPr>
              <a:t>	assert(set);</a:t>
            </a:r>
            <a:endParaRPr lang="en-US" altLang="zh-CN" sz="2000">
              <a:solidFill>
                <a:srgbClr val="0000FF"/>
              </a:solidFill>
              <a:latin typeface="Tahoma" panose="020B0604030504040204" pitchFamily="34" charset="0"/>
            </a:endParaRP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000">
                <a:solidFill>
                  <a:srgbClr val="0000FF"/>
                </a:solidFill>
                <a:latin typeface="Tahoma" panose="020B0604030504040204" pitchFamily="34" charset="0"/>
              </a:rPr>
              <a:t>	for (n = 0; t != EOI &amp;&amp; t != tok; t = gettok()) {</a:t>
            </a:r>
            <a:endParaRPr lang="en-US" altLang="zh-CN" sz="2000">
              <a:solidFill>
                <a:srgbClr val="0000FF"/>
              </a:solidFill>
              <a:latin typeface="Tahoma" panose="020B0604030504040204" pitchFamily="34" charset="0"/>
            </a:endParaRP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000">
                <a:solidFill>
                  <a:srgbClr val="0000FF"/>
                </a:solidFill>
                <a:latin typeface="Tahoma" panose="020B0604030504040204" pitchFamily="34" charset="0"/>
              </a:rPr>
              <a:t>		for (s = set; *s &amp;&amp; kind[t] != *s; s++)</a:t>
            </a:r>
            <a:endParaRPr lang="en-US" altLang="zh-CN" sz="2000">
              <a:solidFill>
                <a:srgbClr val="0000FF"/>
              </a:solidFill>
              <a:latin typeface="Tahoma" panose="020B0604030504040204" pitchFamily="34" charset="0"/>
            </a:endParaRP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000">
                <a:solidFill>
                  <a:srgbClr val="0000FF"/>
                </a:solidFill>
                <a:latin typeface="Tahoma" panose="020B0604030504040204" pitchFamily="34" charset="0"/>
              </a:rPr>
              <a:t>			;</a:t>
            </a:r>
            <a:endParaRPr lang="en-US" altLang="zh-CN" sz="2000">
              <a:solidFill>
                <a:srgbClr val="0000FF"/>
              </a:solidFill>
              <a:latin typeface="Tahoma" panose="020B0604030504040204" pitchFamily="34" charset="0"/>
            </a:endParaRP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000">
                <a:solidFill>
                  <a:srgbClr val="0000FF"/>
                </a:solidFill>
                <a:latin typeface="Tahoma" panose="020B0604030504040204" pitchFamily="34" charset="0"/>
              </a:rPr>
              <a:t>		if (kind[t] == *s)</a:t>
            </a:r>
            <a:endParaRPr lang="en-US" altLang="zh-CN" sz="2000">
              <a:solidFill>
                <a:srgbClr val="0000FF"/>
              </a:solidFill>
              <a:latin typeface="Tahoma" panose="020B0604030504040204" pitchFamily="34" charset="0"/>
            </a:endParaRP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000">
                <a:solidFill>
                  <a:srgbClr val="0000FF"/>
                </a:solidFill>
                <a:latin typeface="Tahoma" panose="020B0604030504040204" pitchFamily="34" charset="0"/>
              </a:rPr>
              <a:t>			break;</a:t>
            </a:r>
            <a:endParaRPr lang="en-US" altLang="zh-CN" sz="2000">
              <a:solidFill>
                <a:srgbClr val="0000FF"/>
              </a:solidFill>
              <a:latin typeface="Tahoma" panose="020B0604030504040204" pitchFamily="34" charset="0"/>
            </a:endParaRP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000">
                <a:solidFill>
                  <a:srgbClr val="0000FF"/>
                </a:solidFill>
                <a:latin typeface="Tahoma" panose="020B0604030504040204" pitchFamily="34" charset="0"/>
              </a:rPr>
              <a:t>		if (n++ == 0)</a:t>
            </a:r>
            <a:endParaRPr lang="en-US" altLang="zh-CN" sz="2000">
              <a:solidFill>
                <a:srgbClr val="0000FF"/>
              </a:solidFill>
              <a:latin typeface="Tahoma" panose="020B0604030504040204" pitchFamily="34" charset="0"/>
            </a:endParaRP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000">
                <a:solidFill>
                  <a:srgbClr val="0000FF"/>
                </a:solidFill>
                <a:latin typeface="Tahoma" panose="020B0604030504040204" pitchFamily="34" charset="0"/>
              </a:rPr>
              <a:t>			error("skipping");</a:t>
            </a:r>
            <a:endParaRPr lang="en-US" altLang="zh-CN" sz="2000">
              <a:solidFill>
                <a:srgbClr val="0000FF"/>
              </a:solidFill>
              <a:latin typeface="Tahoma" panose="020B0604030504040204" pitchFamily="34" charset="0"/>
            </a:endParaRP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000">
                <a:solidFill>
                  <a:srgbClr val="0000FF"/>
                </a:solidFill>
                <a:latin typeface="Tahoma" panose="020B0604030504040204" pitchFamily="34" charset="0"/>
              </a:rPr>
              <a:t>		if (n &lt;= 8)</a:t>
            </a:r>
            <a:endParaRPr lang="en-US" altLang="zh-CN" sz="2000">
              <a:solidFill>
                <a:srgbClr val="0000FF"/>
              </a:solidFill>
              <a:latin typeface="Tahoma" panose="020B0604030504040204" pitchFamily="34" charset="0"/>
            </a:endParaRP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000">
                <a:solidFill>
                  <a:srgbClr val="0000FF"/>
                </a:solidFill>
                <a:latin typeface="Tahoma" panose="020B0604030504040204" pitchFamily="34" charset="0"/>
              </a:rPr>
              <a:t>			printtoken();</a:t>
            </a:r>
            <a:endParaRPr lang="en-US" altLang="zh-CN" sz="2000">
              <a:solidFill>
                <a:srgbClr val="0000FF"/>
              </a:solidFill>
              <a:latin typeface="Tahoma" panose="020B0604030504040204" pitchFamily="34" charset="0"/>
            </a:endParaRP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000">
                <a:solidFill>
                  <a:srgbClr val="0000FF"/>
                </a:solidFill>
                <a:latin typeface="Tahoma" panose="020B0604030504040204" pitchFamily="34" charset="0"/>
              </a:rPr>
              <a:t>		else if (n == 9)</a:t>
            </a:r>
            <a:endParaRPr lang="en-US" altLang="zh-CN" sz="2000">
              <a:solidFill>
                <a:srgbClr val="0000FF"/>
              </a:solidFill>
              <a:latin typeface="Tahoma" panose="020B0604030504040204" pitchFamily="34" charset="0"/>
            </a:endParaRP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000">
                <a:solidFill>
                  <a:srgbClr val="0000FF"/>
                </a:solidFill>
                <a:latin typeface="Tahoma" panose="020B0604030504040204" pitchFamily="34" charset="0"/>
              </a:rPr>
              <a:t>			fprint(stderr, " ...");</a:t>
            </a:r>
            <a:endParaRPr lang="en-US" altLang="zh-CN" sz="2000">
              <a:solidFill>
                <a:srgbClr val="0000FF"/>
              </a:solidFill>
              <a:latin typeface="Tahoma" panose="020B0604030504040204" pitchFamily="34" charset="0"/>
            </a:endParaRP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000">
                <a:solidFill>
                  <a:srgbClr val="0000FF"/>
                </a:solidFill>
                <a:latin typeface="Tahoma" panose="020B0604030504040204" pitchFamily="34" charset="0"/>
              </a:rPr>
              <a:t>}</a:t>
            </a:r>
            <a:endParaRPr lang="en-US" altLang="zh-CN" sz="2000">
              <a:solidFill>
                <a:srgbClr val="0000FF"/>
              </a:solidFill>
              <a:latin typeface="Tahoma" panose="020B0604030504040204" pitchFamily="34" charset="0"/>
            </a:endParaRPr>
          </a:p>
        </p:txBody>
      </p:sp>
      <p:sp>
        <p:nvSpPr>
          <p:cNvPr id="138244" name="Text Box 10"/>
          <p:cNvSpPr txBox="1">
            <a:spLocks noChangeArrowheads="1"/>
          </p:cNvSpPr>
          <p:nvPr/>
        </p:nvSpPr>
        <p:spPr bwMode="auto">
          <a:xfrm>
            <a:off x="5364163" y="1989138"/>
            <a:ext cx="31686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400">
                <a:solidFill>
                  <a:srgbClr val="FF3300"/>
                </a:solidFill>
                <a:latin typeface="Tahoma" panose="020B0604030504040204" pitchFamily="34" charset="0"/>
              </a:rPr>
              <a:t>其他结构的</a:t>
            </a:r>
            <a:r>
              <a:rPr lang="en-US" altLang="zh-CN" sz="2400">
                <a:solidFill>
                  <a:srgbClr val="FF3300"/>
                </a:solidFill>
                <a:latin typeface="Tahoma" panose="020B0604030504040204" pitchFamily="34" charset="0"/>
              </a:rPr>
              <a:t>FIRST</a:t>
            </a:r>
            <a:r>
              <a:rPr lang="zh-CN" altLang="en-US" sz="2400">
                <a:solidFill>
                  <a:srgbClr val="FF3300"/>
                </a:solidFill>
                <a:latin typeface="Tahoma" panose="020B0604030504040204" pitchFamily="34" charset="0"/>
              </a:rPr>
              <a:t>集</a:t>
            </a:r>
            <a:endParaRPr lang="zh-CN" altLang="en-US" sz="2400">
              <a:solidFill>
                <a:srgbClr val="FF3300"/>
              </a:solidFill>
              <a:latin typeface="Tahoma" panose="020B0604030504040204" pitchFamily="34" charset="0"/>
            </a:endParaRPr>
          </a:p>
        </p:txBody>
      </p:sp>
      <p:sp>
        <p:nvSpPr>
          <p:cNvPr id="138245" name="Line 11"/>
          <p:cNvSpPr>
            <a:spLocks noChangeShapeType="1"/>
          </p:cNvSpPr>
          <p:nvPr/>
        </p:nvSpPr>
        <p:spPr bwMode="auto">
          <a:xfrm flipH="1" flipV="1">
            <a:off x="4140200" y="1628775"/>
            <a:ext cx="1295400" cy="649288"/>
          </a:xfrm>
          <a:prstGeom prst="line">
            <a:avLst/>
          </a:prstGeom>
          <a:noFill/>
          <a:ln w="25400">
            <a:solidFill>
              <a:srgbClr val="FF0000"/>
            </a:solidFill>
            <a:miter lim="800000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</p:spTree>
  </p:cSld>
  <p:clrMapOvr>
    <a:masterClrMapping/>
  </p:clrMapOvr>
</p:sld>
</file>

<file path=ppt/slides/slide1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2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lcc</a:t>
            </a:r>
            <a:r>
              <a:rPr lang="zh-CN" altLang="en-US"/>
              <a:t>的语法分析</a:t>
            </a:r>
            <a:r>
              <a:rPr lang="en-US" altLang="zh-CN"/>
              <a:t>——</a:t>
            </a:r>
            <a:r>
              <a:rPr lang="zh-CN" altLang="en-US"/>
              <a:t>表达式</a:t>
            </a:r>
            <a:endParaRPr lang="zh-CN" altLang="en-US"/>
          </a:p>
        </p:txBody>
      </p:sp>
      <p:sp>
        <p:nvSpPr>
          <p:cNvPr id="13926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000">
                <a:solidFill>
                  <a:srgbClr val="0000FF"/>
                </a:solidFill>
                <a:latin typeface="Tahoma" panose="020B0604030504040204" pitchFamily="34" charset="0"/>
              </a:rPr>
              <a:t>	if (n &gt; 8) {</a:t>
            </a:r>
            <a:endParaRPr lang="en-US" altLang="zh-CN" sz="2000">
              <a:solidFill>
                <a:srgbClr val="0000FF"/>
              </a:solidFill>
              <a:latin typeface="Tahoma" panose="020B0604030504040204" pitchFamily="34" charset="0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000">
                <a:solidFill>
                  <a:srgbClr val="0000FF"/>
                </a:solidFill>
                <a:latin typeface="Tahoma" panose="020B0604030504040204" pitchFamily="34" charset="0"/>
              </a:rPr>
              <a:t>		fprint(stderr, " up to");</a:t>
            </a:r>
            <a:endParaRPr lang="en-US" altLang="zh-CN" sz="2000">
              <a:solidFill>
                <a:srgbClr val="0000FF"/>
              </a:solidFill>
              <a:latin typeface="Tahoma" panose="020B0604030504040204" pitchFamily="34" charset="0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000">
                <a:solidFill>
                  <a:srgbClr val="0000FF"/>
                </a:solidFill>
                <a:latin typeface="Tahoma" panose="020B0604030504040204" pitchFamily="34" charset="0"/>
              </a:rPr>
              <a:t>		printtoken();</a:t>
            </a:r>
            <a:endParaRPr lang="en-US" altLang="zh-CN" sz="2000">
              <a:solidFill>
                <a:srgbClr val="0000FF"/>
              </a:solidFill>
              <a:latin typeface="Tahoma" panose="020B0604030504040204" pitchFamily="34" charset="0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000">
                <a:solidFill>
                  <a:srgbClr val="0000FF"/>
                </a:solidFill>
                <a:latin typeface="Tahoma" panose="020B0604030504040204" pitchFamily="34" charset="0"/>
              </a:rPr>
              <a:t>	}</a:t>
            </a:r>
            <a:endParaRPr lang="en-US" altLang="zh-CN" sz="2000">
              <a:solidFill>
                <a:srgbClr val="0000FF"/>
              </a:solidFill>
              <a:latin typeface="Tahoma" panose="020B0604030504040204" pitchFamily="34" charset="0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000">
                <a:solidFill>
                  <a:srgbClr val="0000FF"/>
                </a:solidFill>
                <a:latin typeface="Tahoma" panose="020B0604030504040204" pitchFamily="34" charset="0"/>
              </a:rPr>
              <a:t>	if (n &gt; 0)</a:t>
            </a:r>
            <a:endParaRPr lang="en-US" altLang="zh-CN" sz="2000">
              <a:solidFill>
                <a:srgbClr val="0000FF"/>
              </a:solidFill>
              <a:latin typeface="Tahoma" panose="020B0604030504040204" pitchFamily="34" charset="0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000">
                <a:solidFill>
                  <a:srgbClr val="0000FF"/>
                </a:solidFill>
                <a:latin typeface="Tahoma" panose="020B0604030504040204" pitchFamily="34" charset="0"/>
              </a:rPr>
              <a:t>		fprint(stderr, "\n");</a:t>
            </a:r>
            <a:endParaRPr lang="en-US" altLang="zh-CN" sz="2000">
              <a:solidFill>
                <a:srgbClr val="0000FF"/>
              </a:solidFill>
              <a:latin typeface="Tahoma" panose="020B0604030504040204" pitchFamily="34" charset="0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000">
                <a:solidFill>
                  <a:srgbClr val="0000FF"/>
                </a:solidFill>
                <a:latin typeface="Tahoma" panose="020B0604030504040204" pitchFamily="34" charset="0"/>
              </a:rPr>
              <a:t>}</a:t>
            </a:r>
            <a:endParaRPr lang="en-US" altLang="zh-CN" sz="2000">
              <a:solidFill>
                <a:srgbClr val="0000FF"/>
              </a:solidFill>
              <a:latin typeface="Tahoma" panose="020B0604030504040204" pitchFamily="34" charset="0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zh-CN" sz="2000">
              <a:solidFill>
                <a:srgbClr val="0000FF"/>
              </a:solidFill>
              <a:latin typeface="Tahoma" panose="020B0604030504040204" pitchFamily="34" charset="0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000">
                <a:solidFill>
                  <a:srgbClr val="0000FF"/>
                </a:solidFill>
                <a:latin typeface="Tahoma" panose="020B0604030504040204" pitchFamily="34" charset="0"/>
              </a:rPr>
              <a:t>Tree expr0(int tok) {</a:t>
            </a:r>
            <a:endParaRPr lang="en-US" altLang="zh-CN" sz="2000">
              <a:solidFill>
                <a:srgbClr val="0000FF"/>
              </a:solidFill>
              <a:latin typeface="Tahoma" panose="020B0604030504040204" pitchFamily="34" charset="0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000">
                <a:solidFill>
                  <a:srgbClr val="0000FF"/>
                </a:solidFill>
                <a:latin typeface="Tahoma" panose="020B0604030504040204" pitchFamily="34" charset="0"/>
              </a:rPr>
              <a:t>	return root(expr(tok));</a:t>
            </a:r>
            <a:endParaRPr lang="en-US" altLang="zh-CN" sz="2000">
              <a:solidFill>
                <a:srgbClr val="0000FF"/>
              </a:solidFill>
              <a:latin typeface="Tahoma" panose="020B0604030504040204" pitchFamily="34" charset="0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000">
                <a:solidFill>
                  <a:srgbClr val="0000FF"/>
                </a:solidFill>
                <a:latin typeface="Tahoma" panose="020B0604030504040204" pitchFamily="34" charset="0"/>
              </a:rPr>
              <a:t>}</a:t>
            </a:r>
            <a:endParaRPr lang="en-US" altLang="zh-CN" sz="2000">
              <a:solidFill>
                <a:srgbClr val="0000FF"/>
              </a:solidFill>
              <a:latin typeface="Tahoma" panose="020B0604030504040204" pitchFamily="34" charset="0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zh-CN" sz="2000">
              <a:solidFill>
                <a:srgbClr val="0000FF"/>
              </a:solidFill>
              <a:latin typeface="Tahoma" panose="020B0604030504040204" pitchFamily="34" charset="0"/>
            </a:endParaRPr>
          </a:p>
        </p:txBody>
      </p:sp>
      <p:sp>
        <p:nvSpPr>
          <p:cNvPr id="139268" name="Text Box 4"/>
          <p:cNvSpPr txBox="1">
            <a:spLocks noChangeArrowheads="1"/>
          </p:cNvSpPr>
          <p:nvPr/>
        </p:nvSpPr>
        <p:spPr bwMode="auto">
          <a:xfrm>
            <a:off x="5076825" y="3500438"/>
            <a:ext cx="359886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>
                <a:solidFill>
                  <a:srgbClr val="FF3300"/>
                </a:solidFill>
                <a:latin typeface="Tahoma" panose="020B0604030504040204" pitchFamily="34" charset="0"/>
              </a:rPr>
              <a:t>FOLLOW</a:t>
            </a:r>
            <a:r>
              <a:rPr lang="zh-CN" altLang="en-US" sz="2400">
                <a:solidFill>
                  <a:srgbClr val="FF3300"/>
                </a:solidFill>
                <a:latin typeface="Tahoma" panose="020B0604030504040204" pitchFamily="34" charset="0"/>
              </a:rPr>
              <a:t>中的一个单词</a:t>
            </a:r>
            <a:endParaRPr lang="zh-CN" altLang="en-US" sz="2400">
              <a:solidFill>
                <a:srgbClr val="FF3300"/>
              </a:solidFill>
              <a:latin typeface="Tahoma" panose="020B0604030504040204" pitchFamily="34" charset="0"/>
            </a:endParaRPr>
          </a:p>
        </p:txBody>
      </p:sp>
      <p:sp>
        <p:nvSpPr>
          <p:cNvPr id="139269" name="Line 5"/>
          <p:cNvSpPr>
            <a:spLocks noChangeShapeType="1"/>
          </p:cNvSpPr>
          <p:nvPr/>
        </p:nvSpPr>
        <p:spPr bwMode="auto">
          <a:xfrm flipH="1">
            <a:off x="3059113" y="3789363"/>
            <a:ext cx="2089150" cy="576262"/>
          </a:xfrm>
          <a:prstGeom prst="line">
            <a:avLst/>
          </a:prstGeom>
          <a:noFill/>
          <a:ln w="25400">
            <a:solidFill>
              <a:srgbClr val="FF0000"/>
            </a:solidFill>
            <a:miter lim="800000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</p:spTree>
  </p:cSld>
  <p:clrMapOvr>
    <a:masterClrMapping/>
  </p:clrMapOvr>
</p:sld>
</file>

<file path=ppt/slides/slide1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2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赋值表达式</a:t>
            </a:r>
            <a:endParaRPr lang="zh-CN" altLang="en-US"/>
          </a:p>
        </p:txBody>
      </p:sp>
      <p:sp>
        <p:nvSpPr>
          <p:cNvPr id="14029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000">
                <a:solidFill>
                  <a:srgbClr val="0000FF"/>
                </a:solidFill>
                <a:latin typeface="Tahoma" panose="020B0604030504040204" pitchFamily="34" charset="0"/>
              </a:rPr>
              <a:t>Tree expr1(int tok) {</a:t>
            </a:r>
            <a:endParaRPr lang="en-US" altLang="zh-CN" sz="2000">
              <a:solidFill>
                <a:srgbClr val="0000FF"/>
              </a:solidFill>
              <a:latin typeface="Tahoma" panose="020B0604030504040204" pitchFamily="34" charset="0"/>
            </a:endParaRP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000">
                <a:solidFill>
                  <a:srgbClr val="0000FF"/>
                </a:solidFill>
                <a:latin typeface="Tahoma" panose="020B0604030504040204" pitchFamily="34" charset="0"/>
              </a:rPr>
              <a:t>	static char stop[] = { IF, ID, 0 };</a:t>
            </a:r>
            <a:endParaRPr lang="en-US" altLang="zh-CN" sz="2000">
              <a:solidFill>
                <a:srgbClr val="0000FF"/>
              </a:solidFill>
              <a:latin typeface="Tahoma" panose="020B0604030504040204" pitchFamily="34" charset="0"/>
            </a:endParaRP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000">
                <a:solidFill>
                  <a:srgbClr val="0000FF"/>
                </a:solidFill>
                <a:latin typeface="Tahoma" panose="020B0604030504040204" pitchFamily="34" charset="0"/>
              </a:rPr>
              <a:t>	Tree p = expr2();</a:t>
            </a:r>
            <a:endParaRPr lang="en-US" altLang="zh-CN" sz="2000">
              <a:solidFill>
                <a:srgbClr val="0000FF"/>
              </a:solidFill>
              <a:latin typeface="Tahoma" panose="020B0604030504040204" pitchFamily="34" charset="0"/>
            </a:endParaRP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endParaRPr lang="en-US" altLang="zh-CN" sz="2000">
              <a:solidFill>
                <a:srgbClr val="0000FF"/>
              </a:solidFill>
              <a:latin typeface="Tahoma" panose="020B0604030504040204" pitchFamily="34" charset="0"/>
            </a:endParaRP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000">
                <a:solidFill>
                  <a:srgbClr val="0000FF"/>
                </a:solidFill>
                <a:latin typeface="Tahoma" panose="020B0604030504040204" pitchFamily="34" charset="0"/>
              </a:rPr>
              <a:t>	if (t == '='</a:t>
            </a:r>
            <a:endParaRPr lang="en-US" altLang="zh-CN" sz="2000">
              <a:solidFill>
                <a:srgbClr val="0000FF"/>
              </a:solidFill>
              <a:latin typeface="Tahoma" panose="020B0604030504040204" pitchFamily="34" charset="0"/>
            </a:endParaRP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000">
                <a:solidFill>
                  <a:srgbClr val="0000FF"/>
                </a:solidFill>
                <a:latin typeface="Tahoma" panose="020B0604030504040204" pitchFamily="34" charset="0"/>
              </a:rPr>
              <a:t>	|| (prec[t] &gt;=  6 &amp;&amp; prec[t] &lt;=  8)</a:t>
            </a:r>
            <a:endParaRPr lang="en-US" altLang="zh-CN" sz="2000">
              <a:solidFill>
                <a:srgbClr val="0000FF"/>
              </a:solidFill>
              <a:latin typeface="Tahoma" panose="020B0604030504040204" pitchFamily="34" charset="0"/>
            </a:endParaRP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000">
                <a:solidFill>
                  <a:srgbClr val="0000FF"/>
                </a:solidFill>
                <a:latin typeface="Tahoma" panose="020B0604030504040204" pitchFamily="34" charset="0"/>
              </a:rPr>
              <a:t>	|| (prec[t] &gt;= 11 &amp;&amp; prec[t] &lt;= 13)) {</a:t>
            </a:r>
            <a:endParaRPr lang="en-US" altLang="zh-CN" sz="2000">
              <a:solidFill>
                <a:srgbClr val="0000FF"/>
              </a:solidFill>
              <a:latin typeface="Tahoma" panose="020B0604030504040204" pitchFamily="34" charset="0"/>
            </a:endParaRP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000">
                <a:solidFill>
                  <a:srgbClr val="0000FF"/>
                </a:solidFill>
                <a:latin typeface="Tahoma" panose="020B0604030504040204" pitchFamily="34" charset="0"/>
              </a:rPr>
              <a:t>		int op = t;</a:t>
            </a:r>
            <a:endParaRPr lang="en-US" altLang="zh-CN" sz="2000">
              <a:solidFill>
                <a:srgbClr val="0000FF"/>
              </a:solidFill>
              <a:latin typeface="Tahoma" panose="020B0604030504040204" pitchFamily="34" charset="0"/>
            </a:endParaRP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000">
                <a:solidFill>
                  <a:srgbClr val="0000FF"/>
                </a:solidFill>
                <a:latin typeface="Tahoma" panose="020B0604030504040204" pitchFamily="34" charset="0"/>
              </a:rPr>
              <a:t>		t = gettok();</a:t>
            </a:r>
            <a:endParaRPr lang="en-US" altLang="zh-CN" sz="2000">
              <a:solidFill>
                <a:srgbClr val="0000FF"/>
              </a:solidFill>
              <a:latin typeface="Tahoma" panose="020B0604030504040204" pitchFamily="34" charset="0"/>
            </a:endParaRP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000">
                <a:solidFill>
                  <a:srgbClr val="0000FF"/>
                </a:solidFill>
                <a:latin typeface="Tahoma" panose="020B0604030504040204" pitchFamily="34" charset="0"/>
              </a:rPr>
              <a:t>		if (oper[op] == ASGN)</a:t>
            </a:r>
            <a:endParaRPr lang="en-US" altLang="zh-CN" sz="2000">
              <a:solidFill>
                <a:srgbClr val="0000FF"/>
              </a:solidFill>
              <a:latin typeface="Tahoma" panose="020B0604030504040204" pitchFamily="34" charset="0"/>
            </a:endParaRP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000">
                <a:solidFill>
                  <a:srgbClr val="0000FF"/>
                </a:solidFill>
                <a:latin typeface="Tahoma" panose="020B0604030504040204" pitchFamily="34" charset="0"/>
              </a:rPr>
              <a:t>			p = asgntree(ASGN, p, value(expr1(0)));</a:t>
            </a:r>
            <a:endParaRPr lang="en-US" altLang="zh-CN" sz="2000">
              <a:solidFill>
                <a:srgbClr val="0000FF"/>
              </a:solidFill>
              <a:latin typeface="Tahoma" panose="020B0604030504040204" pitchFamily="34" charset="0"/>
            </a:endParaRP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000">
                <a:solidFill>
                  <a:srgbClr val="0000FF"/>
                </a:solidFill>
                <a:latin typeface="Tahoma" panose="020B0604030504040204" pitchFamily="34" charset="0"/>
              </a:rPr>
              <a:t>		else</a:t>
            </a:r>
            <a:endParaRPr lang="en-US" altLang="zh-CN" sz="2000">
              <a:solidFill>
                <a:srgbClr val="0000FF"/>
              </a:solidFill>
              <a:latin typeface="Tahoma" panose="020B0604030504040204" pitchFamily="34" charset="0"/>
            </a:endParaRPr>
          </a:p>
        </p:txBody>
      </p:sp>
      <p:sp>
        <p:nvSpPr>
          <p:cNvPr id="140292" name="Text Box 4"/>
          <p:cNvSpPr txBox="1">
            <a:spLocks noChangeArrowheads="1"/>
          </p:cNvSpPr>
          <p:nvPr/>
        </p:nvSpPr>
        <p:spPr bwMode="auto">
          <a:xfrm>
            <a:off x="5292725" y="1773238"/>
            <a:ext cx="2159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400">
                <a:solidFill>
                  <a:srgbClr val="FF3300"/>
                </a:solidFill>
                <a:latin typeface="Tahoma" panose="020B0604030504040204" pitchFamily="34" charset="0"/>
              </a:rPr>
              <a:t>条件表达式</a:t>
            </a:r>
            <a:endParaRPr lang="zh-CN" altLang="en-US" sz="2400">
              <a:solidFill>
                <a:srgbClr val="FF3300"/>
              </a:solidFill>
              <a:latin typeface="Tahoma" panose="020B0604030504040204" pitchFamily="34" charset="0"/>
            </a:endParaRPr>
          </a:p>
        </p:txBody>
      </p:sp>
      <p:sp>
        <p:nvSpPr>
          <p:cNvPr id="140293" name="Line 5"/>
          <p:cNvSpPr>
            <a:spLocks noChangeShapeType="1"/>
          </p:cNvSpPr>
          <p:nvPr/>
        </p:nvSpPr>
        <p:spPr bwMode="auto">
          <a:xfrm flipH="1">
            <a:off x="3635375" y="2062163"/>
            <a:ext cx="1728788" cy="71437"/>
          </a:xfrm>
          <a:prstGeom prst="line">
            <a:avLst/>
          </a:prstGeom>
          <a:noFill/>
          <a:ln w="25400">
            <a:solidFill>
              <a:srgbClr val="FF0000"/>
            </a:solidFill>
            <a:miter lim="800000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140294" name="Text Box 6"/>
          <p:cNvSpPr txBox="1">
            <a:spLocks noChangeArrowheads="1"/>
          </p:cNvSpPr>
          <p:nvPr/>
        </p:nvSpPr>
        <p:spPr bwMode="auto">
          <a:xfrm>
            <a:off x="6443663" y="3213100"/>
            <a:ext cx="2159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400">
                <a:solidFill>
                  <a:srgbClr val="FF3300"/>
                </a:solidFill>
                <a:latin typeface="Tahoma" panose="020B0604030504040204" pitchFamily="34" charset="0"/>
              </a:rPr>
              <a:t>多重赋值</a:t>
            </a:r>
            <a:endParaRPr lang="zh-CN" altLang="en-US" sz="2400">
              <a:solidFill>
                <a:srgbClr val="FF3300"/>
              </a:solidFill>
              <a:latin typeface="Tahoma" panose="020B0604030504040204" pitchFamily="34" charset="0"/>
            </a:endParaRPr>
          </a:p>
        </p:txBody>
      </p:sp>
      <p:sp>
        <p:nvSpPr>
          <p:cNvPr id="140295" name="Line 7"/>
          <p:cNvSpPr>
            <a:spLocks noChangeShapeType="1"/>
          </p:cNvSpPr>
          <p:nvPr/>
        </p:nvSpPr>
        <p:spPr bwMode="auto">
          <a:xfrm flipH="1">
            <a:off x="6877050" y="3716338"/>
            <a:ext cx="71438" cy="792162"/>
          </a:xfrm>
          <a:prstGeom prst="line">
            <a:avLst/>
          </a:prstGeom>
          <a:noFill/>
          <a:ln w="25400">
            <a:solidFill>
              <a:srgbClr val="FF0000"/>
            </a:solidFill>
            <a:miter lim="800000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</p:spTree>
  </p:cSld>
  <p:clrMapOvr>
    <a:masterClrMapping/>
  </p:clrMapOvr>
</p:sld>
</file>

<file path=ppt/slides/slide1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3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赋值表达式</a:t>
            </a:r>
            <a:endParaRPr lang="zh-CN" altLang="en-US"/>
          </a:p>
        </p:txBody>
      </p:sp>
      <p:sp>
        <p:nvSpPr>
          <p:cNvPr id="14131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000">
                <a:solidFill>
                  <a:srgbClr val="0000FF"/>
                </a:solidFill>
                <a:latin typeface="Tahoma" panose="020B0604030504040204" pitchFamily="34" charset="0"/>
              </a:rPr>
              <a:t>			{</a:t>
            </a:r>
            <a:endParaRPr lang="en-US" altLang="zh-CN" sz="2000">
              <a:solidFill>
                <a:srgbClr val="0000FF"/>
              </a:solidFill>
              <a:latin typeface="Tahoma" panose="020B0604030504040204" pitchFamily="34" charset="0"/>
            </a:endParaRP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000">
                <a:solidFill>
                  <a:srgbClr val="0000FF"/>
                </a:solidFill>
                <a:latin typeface="Tahoma" panose="020B0604030504040204" pitchFamily="34" charset="0"/>
              </a:rPr>
              <a:t>				expect('=');</a:t>
            </a:r>
            <a:endParaRPr lang="en-US" altLang="zh-CN" sz="2000">
              <a:solidFill>
                <a:srgbClr val="0000FF"/>
              </a:solidFill>
              <a:latin typeface="Tahoma" panose="020B0604030504040204" pitchFamily="34" charset="0"/>
            </a:endParaRP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000">
                <a:solidFill>
                  <a:srgbClr val="0000FF"/>
                </a:solidFill>
                <a:latin typeface="Tahoma" panose="020B0604030504040204" pitchFamily="34" charset="0"/>
              </a:rPr>
              <a:t>				p = incr(op, p, expr1(0));</a:t>
            </a:r>
            <a:endParaRPr lang="en-US" altLang="zh-CN" sz="2000">
              <a:solidFill>
                <a:srgbClr val="0000FF"/>
              </a:solidFill>
              <a:latin typeface="Tahoma" panose="020B0604030504040204" pitchFamily="34" charset="0"/>
            </a:endParaRP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000">
                <a:solidFill>
                  <a:srgbClr val="0000FF"/>
                </a:solidFill>
                <a:latin typeface="Tahoma" panose="020B0604030504040204" pitchFamily="34" charset="0"/>
              </a:rPr>
              <a:t>			}</a:t>
            </a:r>
            <a:endParaRPr lang="en-US" altLang="zh-CN" sz="2000">
              <a:solidFill>
                <a:srgbClr val="0000FF"/>
              </a:solidFill>
              <a:latin typeface="Tahoma" panose="020B0604030504040204" pitchFamily="34" charset="0"/>
            </a:endParaRP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000">
                <a:solidFill>
                  <a:srgbClr val="0000FF"/>
                </a:solidFill>
                <a:latin typeface="Tahoma" panose="020B0604030504040204" pitchFamily="34" charset="0"/>
              </a:rPr>
              <a:t>	}</a:t>
            </a:r>
            <a:endParaRPr lang="en-US" altLang="zh-CN" sz="2000">
              <a:solidFill>
                <a:srgbClr val="0000FF"/>
              </a:solidFill>
              <a:latin typeface="Tahoma" panose="020B0604030504040204" pitchFamily="34" charset="0"/>
            </a:endParaRP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000">
                <a:solidFill>
                  <a:srgbClr val="0000FF"/>
                </a:solidFill>
                <a:latin typeface="Tahoma" panose="020B0604030504040204" pitchFamily="34" charset="0"/>
              </a:rPr>
              <a:t>	if (tok)	</a:t>
            </a:r>
            <a:endParaRPr lang="en-US" altLang="zh-CN" sz="2000">
              <a:solidFill>
                <a:srgbClr val="0000FF"/>
              </a:solidFill>
              <a:latin typeface="Tahoma" panose="020B0604030504040204" pitchFamily="34" charset="0"/>
            </a:endParaRP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000">
                <a:solidFill>
                  <a:srgbClr val="0000FF"/>
                </a:solidFill>
                <a:latin typeface="Tahoma" panose="020B0604030504040204" pitchFamily="34" charset="0"/>
              </a:rPr>
              <a:t>		test(tok, stop);</a:t>
            </a:r>
            <a:endParaRPr lang="en-US" altLang="zh-CN" sz="2000">
              <a:solidFill>
                <a:srgbClr val="0000FF"/>
              </a:solidFill>
              <a:latin typeface="Tahoma" panose="020B0604030504040204" pitchFamily="34" charset="0"/>
            </a:endParaRP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000">
                <a:solidFill>
                  <a:srgbClr val="0000FF"/>
                </a:solidFill>
                <a:latin typeface="Tahoma" panose="020B0604030504040204" pitchFamily="34" charset="0"/>
              </a:rPr>
              <a:t>	return p;</a:t>
            </a:r>
            <a:endParaRPr lang="en-US" altLang="zh-CN" sz="2000">
              <a:solidFill>
                <a:srgbClr val="0000FF"/>
              </a:solidFill>
              <a:latin typeface="Tahoma" panose="020B0604030504040204" pitchFamily="34" charset="0"/>
            </a:endParaRP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000">
                <a:solidFill>
                  <a:srgbClr val="0000FF"/>
                </a:solidFill>
                <a:latin typeface="Tahoma" panose="020B0604030504040204" pitchFamily="34" charset="0"/>
              </a:rPr>
              <a:t>}</a:t>
            </a:r>
            <a:endParaRPr lang="en-US" altLang="zh-CN" sz="2000">
              <a:solidFill>
                <a:srgbClr val="0000FF"/>
              </a:solidFill>
              <a:latin typeface="Tahoma" panose="020B0604030504040204" pitchFamily="34" charset="0"/>
            </a:endParaRP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endParaRPr lang="en-US" altLang="zh-CN" sz="2000">
              <a:solidFill>
                <a:srgbClr val="0000FF"/>
              </a:solidFill>
              <a:latin typeface="Tahoma" panose="020B0604030504040204" pitchFamily="34" charset="0"/>
            </a:endParaRP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000">
                <a:solidFill>
                  <a:srgbClr val="0000FF"/>
                </a:solidFill>
                <a:latin typeface="Tahoma" panose="020B0604030504040204" pitchFamily="34" charset="0"/>
              </a:rPr>
              <a:t>Tree incr(int op, Tree v, Tree e) {</a:t>
            </a:r>
            <a:endParaRPr lang="en-US" altLang="zh-CN" sz="2000">
              <a:solidFill>
                <a:srgbClr val="0000FF"/>
              </a:solidFill>
              <a:latin typeface="Tahoma" panose="020B0604030504040204" pitchFamily="34" charset="0"/>
            </a:endParaRP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000">
                <a:solidFill>
                  <a:srgbClr val="0000FF"/>
                </a:solidFill>
                <a:latin typeface="Tahoma" panose="020B0604030504040204" pitchFamily="34" charset="0"/>
              </a:rPr>
              <a:t>	return asgntree(ASGN, v, (*optree[op])(oper[op], v, e));</a:t>
            </a:r>
            <a:endParaRPr lang="en-US" altLang="zh-CN" sz="2000">
              <a:solidFill>
                <a:srgbClr val="0000FF"/>
              </a:solidFill>
              <a:latin typeface="Tahoma" panose="020B0604030504040204" pitchFamily="34" charset="0"/>
            </a:endParaRP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000">
                <a:solidFill>
                  <a:srgbClr val="0000FF"/>
                </a:solidFill>
                <a:latin typeface="Tahoma" panose="020B0604030504040204" pitchFamily="34" charset="0"/>
              </a:rPr>
              <a:t>}</a:t>
            </a:r>
            <a:endParaRPr lang="en-US" altLang="zh-CN" sz="2000">
              <a:solidFill>
                <a:srgbClr val="0000FF"/>
              </a:solidFill>
              <a:latin typeface="Tahoma" panose="020B0604030504040204" pitchFamily="34" charset="0"/>
            </a:endParaRP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endParaRPr lang="en-US" altLang="zh-CN" sz="2000">
              <a:solidFill>
                <a:srgbClr val="0000FF"/>
              </a:solidFill>
              <a:latin typeface="Tahoma" panose="020B0604030504040204" pitchFamily="34" charset="0"/>
            </a:endParaRPr>
          </a:p>
        </p:txBody>
      </p:sp>
      <p:sp>
        <p:nvSpPr>
          <p:cNvPr id="141316" name="Text Box 4"/>
          <p:cNvSpPr txBox="1">
            <a:spLocks noChangeArrowheads="1"/>
          </p:cNvSpPr>
          <p:nvPr/>
        </p:nvSpPr>
        <p:spPr bwMode="auto">
          <a:xfrm>
            <a:off x="6588125" y="692150"/>
            <a:ext cx="2087563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400" dirty="0">
                <a:solidFill>
                  <a:srgbClr val="FF3300"/>
                </a:solidFill>
              </a:rPr>
              <a:t>“</a:t>
            </a:r>
            <a:r>
              <a:rPr lang="zh-CN" altLang="en-US" sz="2400" dirty="0">
                <a:solidFill>
                  <a:srgbClr val="FF3300"/>
                </a:solidFill>
                <a:latin typeface="Tahoma" panose="020B0604030504040204" pitchFamily="34" charset="0"/>
              </a:rPr>
              <a:t>运算</a:t>
            </a:r>
            <a:r>
              <a:rPr lang="zh-CN" altLang="en-US" sz="2400" dirty="0">
                <a:solidFill>
                  <a:srgbClr val="FF3300"/>
                </a:solidFill>
              </a:rPr>
              <a:t>”</a:t>
            </a:r>
            <a:r>
              <a:rPr lang="zh-CN" altLang="en-US" sz="2400" dirty="0">
                <a:solidFill>
                  <a:srgbClr val="FF3300"/>
                </a:solidFill>
                <a:latin typeface="Tahoma" panose="020B0604030504040204" pitchFamily="34" charset="0"/>
              </a:rPr>
              <a:t>赋值</a:t>
            </a:r>
            <a:endParaRPr lang="zh-CN" altLang="en-US" sz="2400" dirty="0">
              <a:solidFill>
                <a:srgbClr val="FF3300"/>
              </a:solidFill>
              <a:latin typeface="Tahoma" panose="020B0604030504040204" pitchFamily="34" charset="0"/>
            </a:endParaRPr>
          </a:p>
        </p:txBody>
      </p:sp>
      <p:sp>
        <p:nvSpPr>
          <p:cNvPr id="141317" name="Line 5"/>
          <p:cNvSpPr>
            <a:spLocks noChangeShapeType="1"/>
          </p:cNvSpPr>
          <p:nvPr/>
        </p:nvSpPr>
        <p:spPr bwMode="auto">
          <a:xfrm flipH="1">
            <a:off x="5148263" y="1052513"/>
            <a:ext cx="2089150" cy="647700"/>
          </a:xfrm>
          <a:prstGeom prst="line">
            <a:avLst/>
          </a:prstGeom>
          <a:noFill/>
          <a:ln w="25400">
            <a:solidFill>
              <a:srgbClr val="FF0000"/>
            </a:solidFill>
            <a:miter lim="800000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141318" name="Line 6"/>
          <p:cNvSpPr>
            <a:spLocks noChangeShapeType="1"/>
          </p:cNvSpPr>
          <p:nvPr/>
        </p:nvSpPr>
        <p:spPr bwMode="auto">
          <a:xfrm flipH="1">
            <a:off x="6443663" y="1125538"/>
            <a:ext cx="1008062" cy="3671887"/>
          </a:xfrm>
          <a:prstGeom prst="line">
            <a:avLst/>
          </a:prstGeom>
          <a:noFill/>
          <a:ln w="25400">
            <a:solidFill>
              <a:srgbClr val="FF0000"/>
            </a:solidFill>
            <a:miter lim="800000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141319" name="Text Box 7"/>
          <p:cNvSpPr txBox="1">
            <a:spLocks noChangeArrowheads="1"/>
          </p:cNvSpPr>
          <p:nvPr/>
        </p:nvSpPr>
        <p:spPr bwMode="auto">
          <a:xfrm>
            <a:off x="4211638" y="2924175"/>
            <a:ext cx="2447925" cy="1187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400">
                <a:solidFill>
                  <a:srgbClr val="FF3300"/>
                </a:solidFill>
                <a:latin typeface="Tahoma" panose="020B0604030504040204" pitchFamily="34" charset="0"/>
              </a:rPr>
              <a:t>根据不同的运算符创建相应的语法树</a:t>
            </a:r>
            <a:endParaRPr lang="zh-CN" altLang="en-US" sz="2400">
              <a:solidFill>
                <a:srgbClr val="FF3300"/>
              </a:solidFill>
              <a:latin typeface="Tahoma" panose="020B0604030504040204" pitchFamily="34" charset="0"/>
            </a:endParaRPr>
          </a:p>
        </p:txBody>
      </p:sp>
      <p:sp>
        <p:nvSpPr>
          <p:cNvPr id="141320" name="Line 8"/>
          <p:cNvSpPr>
            <a:spLocks noChangeShapeType="1"/>
          </p:cNvSpPr>
          <p:nvPr/>
        </p:nvSpPr>
        <p:spPr bwMode="auto">
          <a:xfrm>
            <a:off x="5076825" y="3573463"/>
            <a:ext cx="142875" cy="1584325"/>
          </a:xfrm>
          <a:prstGeom prst="line">
            <a:avLst/>
          </a:prstGeom>
          <a:noFill/>
          <a:ln w="25400">
            <a:solidFill>
              <a:srgbClr val="FF0000"/>
            </a:solidFill>
            <a:miter lim="800000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</p:spTree>
  </p:cSld>
  <p:clrMapOvr>
    <a:masterClrMapping/>
  </p:clrMapOvr>
</p:sld>
</file>

<file path=ppt/slides/slide1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3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二元表达式</a:t>
            </a:r>
            <a:endParaRPr lang="zh-CN" altLang="en-US"/>
          </a:p>
        </p:txBody>
      </p:sp>
      <p:sp>
        <p:nvSpPr>
          <p:cNvPr id="14233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000" dirty="0">
                <a:solidFill>
                  <a:srgbClr val="0000FF"/>
                </a:solidFill>
                <a:latin typeface="Tahoma" panose="020B0604030504040204" pitchFamily="34" charset="0"/>
              </a:rPr>
              <a:t>void expr3(int k) {</a:t>
            </a:r>
            <a:endParaRPr lang="en-US" altLang="zh-CN" sz="2000" dirty="0">
              <a:solidFill>
                <a:srgbClr val="0000FF"/>
              </a:solidFill>
              <a:latin typeface="Tahoma" panose="020B0604030504040204" pitchFamily="34" charset="0"/>
            </a:endParaRP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000" dirty="0">
                <a:solidFill>
                  <a:srgbClr val="0000FF"/>
                </a:solidFill>
                <a:latin typeface="Tahoma" panose="020B0604030504040204" pitchFamily="34" charset="0"/>
              </a:rPr>
              <a:t>	if (k &gt; 13)</a:t>
            </a:r>
            <a:endParaRPr lang="en-US" altLang="zh-CN" sz="2000" dirty="0">
              <a:solidFill>
                <a:srgbClr val="0000FF"/>
              </a:solidFill>
              <a:latin typeface="Tahoma" panose="020B0604030504040204" pitchFamily="34" charset="0"/>
            </a:endParaRP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000" dirty="0">
                <a:solidFill>
                  <a:srgbClr val="0000FF"/>
                </a:solidFill>
                <a:latin typeface="Tahoma" panose="020B0604030504040204" pitchFamily="34" charset="0"/>
              </a:rPr>
              <a:t>		unary();</a:t>
            </a:r>
            <a:endParaRPr lang="en-US" altLang="zh-CN" sz="2000" dirty="0">
              <a:solidFill>
                <a:srgbClr val="0000FF"/>
              </a:solidFill>
              <a:latin typeface="Tahoma" panose="020B0604030504040204" pitchFamily="34" charset="0"/>
            </a:endParaRP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000" dirty="0">
                <a:solidFill>
                  <a:srgbClr val="0000FF"/>
                </a:solidFill>
                <a:latin typeface="Tahoma" panose="020B0604030504040204" pitchFamily="34" charset="0"/>
              </a:rPr>
              <a:t>	else {</a:t>
            </a:r>
            <a:endParaRPr lang="en-US" altLang="zh-CN" sz="2000" dirty="0">
              <a:solidFill>
                <a:srgbClr val="0000FF"/>
              </a:solidFill>
              <a:latin typeface="Tahoma" panose="020B0604030504040204" pitchFamily="34" charset="0"/>
            </a:endParaRP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000" dirty="0">
                <a:solidFill>
                  <a:srgbClr val="0000FF"/>
                </a:solidFill>
                <a:latin typeface="Tahoma" panose="020B0604030504040204" pitchFamily="34" charset="0"/>
              </a:rPr>
              <a:t>		expr3(k + 1);</a:t>
            </a:r>
            <a:endParaRPr lang="en-US" altLang="zh-CN" sz="2000" dirty="0">
              <a:solidFill>
                <a:srgbClr val="0000FF"/>
              </a:solidFill>
              <a:latin typeface="Tahoma" panose="020B0604030504040204" pitchFamily="34" charset="0"/>
            </a:endParaRP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000" dirty="0">
                <a:solidFill>
                  <a:srgbClr val="0000FF"/>
                </a:solidFill>
                <a:latin typeface="Tahoma" panose="020B0604030504040204" pitchFamily="34" charset="0"/>
              </a:rPr>
              <a:t>		while (</a:t>
            </a:r>
            <a:r>
              <a:rPr lang="en-US" altLang="zh-CN" sz="2000" dirty="0" err="1">
                <a:solidFill>
                  <a:srgbClr val="0000FF"/>
                </a:solidFill>
                <a:latin typeface="Tahoma" panose="020B0604030504040204" pitchFamily="34" charset="0"/>
              </a:rPr>
              <a:t>pret</a:t>
            </a:r>
            <a:r>
              <a:rPr lang="en-US" altLang="zh-CN" sz="2000" dirty="0">
                <a:solidFill>
                  <a:srgbClr val="0000FF"/>
                </a:solidFill>
                <a:latin typeface="Tahoma" panose="020B0604030504040204" pitchFamily="34" charset="0"/>
              </a:rPr>
              <a:t>[t] == k) {</a:t>
            </a:r>
            <a:endParaRPr lang="en-US" altLang="zh-CN" sz="2000" dirty="0">
              <a:solidFill>
                <a:srgbClr val="0000FF"/>
              </a:solidFill>
              <a:latin typeface="Tahoma" panose="020B0604030504040204" pitchFamily="34" charset="0"/>
            </a:endParaRP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000" dirty="0">
                <a:solidFill>
                  <a:srgbClr val="0000FF"/>
                </a:solidFill>
                <a:latin typeface="Tahoma" panose="020B0604030504040204" pitchFamily="34" charset="0"/>
              </a:rPr>
              <a:t>			t = </a:t>
            </a:r>
            <a:r>
              <a:rPr lang="en-US" altLang="zh-CN" sz="2000" dirty="0" err="1">
                <a:solidFill>
                  <a:srgbClr val="0000FF"/>
                </a:solidFill>
                <a:latin typeface="Tahoma" panose="020B0604030504040204" pitchFamily="34" charset="0"/>
              </a:rPr>
              <a:t>gettok</a:t>
            </a:r>
            <a:r>
              <a:rPr lang="en-US" altLang="zh-CN" sz="2000" dirty="0">
                <a:solidFill>
                  <a:srgbClr val="0000FF"/>
                </a:solidFill>
                <a:latin typeface="Tahoma" panose="020B0604030504040204" pitchFamily="34" charset="0"/>
              </a:rPr>
              <a:t>();</a:t>
            </a:r>
            <a:endParaRPr lang="en-US" altLang="zh-CN" sz="2000" dirty="0">
              <a:solidFill>
                <a:srgbClr val="0000FF"/>
              </a:solidFill>
              <a:latin typeface="Tahoma" panose="020B0604030504040204" pitchFamily="34" charset="0"/>
            </a:endParaRP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000" dirty="0">
                <a:solidFill>
                  <a:srgbClr val="0000FF"/>
                </a:solidFill>
                <a:latin typeface="Tahoma" panose="020B0604030504040204" pitchFamily="34" charset="0"/>
              </a:rPr>
              <a:t>			expr3(k + 1);</a:t>
            </a:r>
            <a:endParaRPr lang="en-US" altLang="zh-CN" sz="2000" dirty="0">
              <a:solidFill>
                <a:srgbClr val="0000FF"/>
              </a:solidFill>
              <a:latin typeface="Tahoma" panose="020B0604030504040204" pitchFamily="34" charset="0"/>
            </a:endParaRP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000" dirty="0">
                <a:solidFill>
                  <a:srgbClr val="0000FF"/>
                </a:solidFill>
                <a:latin typeface="Tahoma" panose="020B0604030504040204" pitchFamily="34" charset="0"/>
              </a:rPr>
              <a:t>		}</a:t>
            </a:r>
            <a:endParaRPr lang="en-US" altLang="zh-CN" sz="2000" dirty="0">
              <a:solidFill>
                <a:srgbClr val="0000FF"/>
              </a:solidFill>
              <a:latin typeface="Tahoma" panose="020B0604030504040204" pitchFamily="34" charset="0"/>
            </a:endParaRP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000" dirty="0">
                <a:solidFill>
                  <a:srgbClr val="0000FF"/>
                </a:solidFill>
                <a:latin typeface="Tahoma" panose="020B0604030504040204" pitchFamily="34" charset="0"/>
              </a:rPr>
              <a:t>}</a:t>
            </a:r>
            <a:endParaRPr lang="en-US" altLang="zh-CN" sz="2000" dirty="0">
              <a:solidFill>
                <a:srgbClr val="0000FF"/>
              </a:solidFill>
              <a:latin typeface="Tahoma" panose="020B0604030504040204" pitchFamily="34" charset="0"/>
            </a:endParaRP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endParaRPr lang="en-US" altLang="zh-CN" sz="2000" dirty="0">
              <a:solidFill>
                <a:srgbClr val="0000FF"/>
              </a:solidFill>
              <a:latin typeface="Tahoma" panose="020B0604030504040204" pitchFamily="34" charset="0"/>
            </a:endParaRPr>
          </a:p>
        </p:txBody>
      </p:sp>
      <p:sp>
        <p:nvSpPr>
          <p:cNvPr id="142340" name="Text Box 4"/>
          <p:cNvSpPr txBox="1">
            <a:spLocks noChangeArrowheads="1"/>
          </p:cNvSpPr>
          <p:nvPr/>
        </p:nvSpPr>
        <p:spPr bwMode="auto">
          <a:xfrm>
            <a:off x="5148263" y="620713"/>
            <a:ext cx="374491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400">
                <a:solidFill>
                  <a:srgbClr val="FF3300"/>
                </a:solidFill>
                <a:latin typeface="Tahoma" panose="020B0604030504040204" pitchFamily="34" charset="0"/>
              </a:rPr>
              <a:t>运算符（表达式）优先级</a:t>
            </a:r>
            <a:endParaRPr lang="zh-CN" altLang="en-US" sz="2400">
              <a:solidFill>
                <a:srgbClr val="FF3300"/>
              </a:solidFill>
              <a:latin typeface="Tahoma" panose="020B0604030504040204" pitchFamily="34" charset="0"/>
            </a:endParaRPr>
          </a:p>
        </p:txBody>
      </p:sp>
      <p:sp>
        <p:nvSpPr>
          <p:cNvPr id="142341" name="Line 5"/>
          <p:cNvSpPr>
            <a:spLocks noChangeShapeType="1"/>
          </p:cNvSpPr>
          <p:nvPr/>
        </p:nvSpPr>
        <p:spPr bwMode="auto">
          <a:xfrm flipH="1">
            <a:off x="2916238" y="836613"/>
            <a:ext cx="2232025" cy="576262"/>
          </a:xfrm>
          <a:prstGeom prst="line">
            <a:avLst/>
          </a:prstGeom>
          <a:noFill/>
          <a:ln w="25400">
            <a:solidFill>
              <a:srgbClr val="FF0000"/>
            </a:solidFill>
            <a:miter lim="800000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142342" name="Text Box 7"/>
          <p:cNvSpPr txBox="1">
            <a:spLocks noChangeArrowheads="1"/>
          </p:cNvSpPr>
          <p:nvPr/>
        </p:nvSpPr>
        <p:spPr bwMode="auto">
          <a:xfrm>
            <a:off x="4175125" y="1341438"/>
            <a:ext cx="4968875" cy="13849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400" dirty="0">
                <a:solidFill>
                  <a:srgbClr val="FF3300"/>
                </a:solidFill>
                <a:latin typeface="Tahoma" panose="020B0604030504040204" pitchFamily="34" charset="0"/>
              </a:rPr>
              <a:t>不妨：</a:t>
            </a:r>
            <a:r>
              <a:rPr lang="en-US" altLang="zh-CN" sz="2400" dirty="0">
                <a:solidFill>
                  <a:srgbClr val="FF3300"/>
                </a:solidFill>
                <a:latin typeface="Tahoma" panose="020B0604030504040204" pitchFamily="34" charset="0"/>
              </a:rPr>
              <a:t>k</a:t>
            </a:r>
            <a:r>
              <a:rPr lang="en-US" altLang="zh-CN" sz="2400" dirty="0">
                <a:solidFill>
                  <a:srgbClr val="FF3300"/>
                </a:solidFill>
              </a:rPr>
              <a:t>——</a:t>
            </a:r>
            <a:r>
              <a:rPr lang="en-US" altLang="zh-CN" sz="2400" dirty="0">
                <a:solidFill>
                  <a:srgbClr val="FF3300"/>
                </a:solidFill>
                <a:latin typeface="Tahoma" panose="020B0604030504040204" pitchFamily="34" charset="0"/>
              </a:rPr>
              <a:t>+</a:t>
            </a:r>
            <a:r>
              <a:rPr lang="zh-CN" altLang="en-US" sz="2400" dirty="0">
                <a:solidFill>
                  <a:srgbClr val="FF3300"/>
                </a:solidFill>
                <a:latin typeface="Tahoma" panose="020B0604030504040204" pitchFamily="34" charset="0"/>
              </a:rPr>
              <a:t>、</a:t>
            </a:r>
            <a:r>
              <a:rPr lang="en-US" altLang="zh-CN" sz="2400" dirty="0">
                <a:solidFill>
                  <a:srgbClr val="FF3300"/>
                </a:solidFill>
                <a:latin typeface="Tahoma" panose="020B0604030504040204" pitchFamily="34" charset="0"/>
              </a:rPr>
              <a:t>-, k+1</a:t>
            </a:r>
            <a:r>
              <a:rPr lang="en-US" altLang="zh-CN" sz="2400" dirty="0">
                <a:solidFill>
                  <a:srgbClr val="FF3300"/>
                </a:solidFill>
              </a:rPr>
              <a:t>——</a:t>
            </a:r>
            <a:r>
              <a:rPr lang="en-US" altLang="zh-CN" sz="2400" dirty="0">
                <a:solidFill>
                  <a:srgbClr val="FF3300"/>
                </a:solidFill>
                <a:latin typeface="Tahoma" panose="020B0604030504040204" pitchFamily="34" charset="0"/>
              </a:rPr>
              <a:t>*</a:t>
            </a:r>
            <a:r>
              <a:rPr lang="zh-CN" altLang="en-US" sz="2400" dirty="0">
                <a:solidFill>
                  <a:srgbClr val="FF3300"/>
                </a:solidFill>
                <a:latin typeface="Tahoma" panose="020B0604030504040204" pitchFamily="34" charset="0"/>
              </a:rPr>
              <a:t>、</a:t>
            </a:r>
            <a:r>
              <a:rPr lang="en-US" altLang="zh-CN" sz="2400" dirty="0">
                <a:solidFill>
                  <a:srgbClr val="FF3300"/>
                </a:solidFill>
                <a:latin typeface="Tahoma" panose="020B0604030504040204" pitchFamily="34" charset="0"/>
              </a:rPr>
              <a:t>/</a:t>
            </a:r>
            <a:endParaRPr lang="en-US" altLang="zh-CN" sz="2400" dirty="0">
              <a:solidFill>
                <a:srgbClr val="FF3300"/>
              </a:solidFill>
              <a:latin typeface="Tahoma" panose="020B0604030504040204" pitchFamily="34" charset="0"/>
            </a:endParaRPr>
          </a:p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400" dirty="0">
                <a:solidFill>
                  <a:srgbClr val="FF3300"/>
                </a:solidFill>
                <a:latin typeface="Tahoma" panose="020B0604030504040204" pitchFamily="34" charset="0"/>
              </a:rPr>
              <a:t>加减法表达式的结构</a:t>
            </a:r>
            <a:r>
              <a:rPr lang="en-US" altLang="zh-CN" sz="2400" dirty="0">
                <a:solidFill>
                  <a:srgbClr val="FF3300"/>
                </a:solidFill>
              </a:rPr>
              <a:t>——</a:t>
            </a:r>
            <a:r>
              <a:rPr lang="zh-CN" altLang="en-US" sz="2400" dirty="0">
                <a:solidFill>
                  <a:srgbClr val="FF3300"/>
                </a:solidFill>
                <a:latin typeface="Tahoma" panose="020B0604030504040204" pitchFamily="34" charset="0"/>
              </a:rPr>
              <a:t>乘除法表达式（</a:t>
            </a:r>
            <a:r>
              <a:rPr lang="en-US" altLang="zh-CN" sz="2400" dirty="0">
                <a:solidFill>
                  <a:srgbClr val="FF3300"/>
                </a:solidFill>
                <a:latin typeface="Tahoma" panose="020B0604030504040204" pitchFamily="34" charset="0"/>
              </a:rPr>
              <a:t>term</a:t>
            </a:r>
            <a:r>
              <a:rPr lang="zh-CN" altLang="en-US" sz="2400" dirty="0">
                <a:solidFill>
                  <a:srgbClr val="FF3300"/>
                </a:solidFill>
                <a:latin typeface="Tahoma" panose="020B0604030504040204" pitchFamily="34" charset="0"/>
              </a:rPr>
              <a:t>）通过</a:t>
            </a:r>
            <a:r>
              <a:rPr lang="en-US" altLang="zh-CN" sz="2400" dirty="0">
                <a:solidFill>
                  <a:srgbClr val="FF3300"/>
                </a:solidFill>
                <a:latin typeface="Tahoma" panose="020B0604030504040204" pitchFamily="34" charset="0"/>
              </a:rPr>
              <a:t>+</a:t>
            </a:r>
            <a:r>
              <a:rPr lang="zh-CN" altLang="en-US" sz="2400" dirty="0">
                <a:solidFill>
                  <a:srgbClr val="FF3300"/>
                </a:solidFill>
                <a:latin typeface="Tahoma" panose="020B0604030504040204" pitchFamily="34" charset="0"/>
              </a:rPr>
              <a:t>、</a:t>
            </a:r>
            <a:r>
              <a:rPr lang="en-US" altLang="zh-CN" sz="2400" dirty="0">
                <a:solidFill>
                  <a:srgbClr val="FF3300"/>
                </a:solidFill>
                <a:latin typeface="Tahoma" panose="020B0604030504040204" pitchFamily="34" charset="0"/>
              </a:rPr>
              <a:t>-</a:t>
            </a:r>
            <a:r>
              <a:rPr lang="zh-CN" altLang="en-US" sz="2400" dirty="0">
                <a:solidFill>
                  <a:srgbClr val="FF3300"/>
                </a:solidFill>
                <a:latin typeface="Tahoma" panose="020B0604030504040204" pitchFamily="34" charset="0"/>
              </a:rPr>
              <a:t>连接的序列</a:t>
            </a:r>
            <a:endParaRPr lang="zh-CN" altLang="en-US" sz="2400" dirty="0">
              <a:solidFill>
                <a:srgbClr val="FF3300"/>
              </a:solidFill>
              <a:latin typeface="Tahoma" panose="020B0604030504040204" pitchFamily="34" charset="0"/>
            </a:endParaRPr>
          </a:p>
        </p:txBody>
      </p:sp>
      <p:sp>
        <p:nvSpPr>
          <p:cNvPr id="142343" name="Line 8"/>
          <p:cNvSpPr>
            <a:spLocks noChangeShapeType="1"/>
          </p:cNvSpPr>
          <p:nvPr/>
        </p:nvSpPr>
        <p:spPr bwMode="auto">
          <a:xfrm flipH="1">
            <a:off x="4932363" y="2708275"/>
            <a:ext cx="1368425" cy="288925"/>
          </a:xfrm>
          <a:prstGeom prst="line">
            <a:avLst/>
          </a:prstGeom>
          <a:noFill/>
          <a:ln w="25400">
            <a:solidFill>
              <a:srgbClr val="FF0000"/>
            </a:solidFill>
            <a:miter lim="800000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</p:spTree>
  </p:cSld>
  <p:clrMapOvr>
    <a:masterClrMapping/>
  </p:clrMapOvr>
</p:sld>
</file>

<file path=ppt/slides/slide1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消除递归</a:t>
            </a:r>
            <a:endParaRPr lang="zh-CN" altLang="en-US"/>
          </a:p>
        </p:txBody>
      </p:sp>
      <p:sp>
        <p:nvSpPr>
          <p:cNvPr id="14336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000">
                <a:solidFill>
                  <a:srgbClr val="0000FF"/>
                </a:solidFill>
                <a:latin typeface="Tahoma" panose="020B0604030504040204" pitchFamily="34" charset="0"/>
              </a:rPr>
              <a:t>void expr3(int k) {</a:t>
            </a:r>
            <a:endParaRPr lang="en-US" altLang="zh-CN" sz="2000">
              <a:solidFill>
                <a:srgbClr val="0000FF"/>
              </a:solidFill>
              <a:latin typeface="Tahoma" panose="020B0604030504040204" pitchFamily="34" charset="0"/>
            </a:endParaRP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000">
                <a:solidFill>
                  <a:srgbClr val="0000FF"/>
                </a:solidFill>
                <a:latin typeface="Tahoma" panose="020B0604030504040204" pitchFamily="34" charset="0"/>
              </a:rPr>
              <a:t>	int k1;</a:t>
            </a:r>
            <a:endParaRPr lang="en-US" altLang="zh-CN" sz="2000">
              <a:solidFill>
                <a:srgbClr val="0000FF"/>
              </a:solidFill>
              <a:latin typeface="Tahoma" panose="020B0604030504040204" pitchFamily="34" charset="0"/>
            </a:endParaRP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000">
                <a:solidFill>
                  <a:srgbClr val="0000FF"/>
                </a:solidFill>
                <a:latin typeface="Tahoma" panose="020B0604030504040204" pitchFamily="34" charset="0"/>
              </a:rPr>
              <a:t>	unary();</a:t>
            </a:r>
            <a:endParaRPr lang="en-US" altLang="zh-CN" sz="2000">
              <a:solidFill>
                <a:srgbClr val="0000FF"/>
              </a:solidFill>
              <a:latin typeface="Tahoma" panose="020B0604030504040204" pitchFamily="34" charset="0"/>
            </a:endParaRP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000">
                <a:solidFill>
                  <a:srgbClr val="0000FF"/>
                </a:solidFill>
                <a:latin typeface="Tahoma" panose="020B0604030504040204" pitchFamily="34" charset="0"/>
              </a:rPr>
              <a:t>	for (k1 = prec[t]; k1 &gt;= k; k1--) </a:t>
            </a:r>
            <a:endParaRPr lang="en-US" altLang="zh-CN" sz="2000">
              <a:solidFill>
                <a:srgbClr val="0000FF"/>
              </a:solidFill>
              <a:latin typeface="Tahoma" panose="020B0604030504040204" pitchFamily="34" charset="0"/>
            </a:endParaRP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000">
                <a:solidFill>
                  <a:srgbClr val="0000FF"/>
                </a:solidFill>
                <a:latin typeface="Tahoma" panose="020B0604030504040204" pitchFamily="34" charset="0"/>
              </a:rPr>
              <a:t>		while (pret[t] == k1) {</a:t>
            </a:r>
            <a:endParaRPr lang="en-US" altLang="zh-CN" sz="2000">
              <a:solidFill>
                <a:srgbClr val="0000FF"/>
              </a:solidFill>
              <a:latin typeface="Tahoma" panose="020B0604030504040204" pitchFamily="34" charset="0"/>
            </a:endParaRP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000">
                <a:solidFill>
                  <a:srgbClr val="0000FF"/>
                </a:solidFill>
                <a:latin typeface="Tahoma" panose="020B0604030504040204" pitchFamily="34" charset="0"/>
              </a:rPr>
              <a:t>			t = gettok();</a:t>
            </a:r>
            <a:endParaRPr lang="en-US" altLang="zh-CN" sz="2000">
              <a:solidFill>
                <a:srgbClr val="0000FF"/>
              </a:solidFill>
              <a:latin typeface="Tahoma" panose="020B0604030504040204" pitchFamily="34" charset="0"/>
            </a:endParaRP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000">
                <a:solidFill>
                  <a:srgbClr val="0000FF"/>
                </a:solidFill>
                <a:latin typeface="Tahoma" panose="020B0604030504040204" pitchFamily="34" charset="0"/>
              </a:rPr>
              <a:t>			expr3(k1 + 1);</a:t>
            </a:r>
            <a:endParaRPr lang="en-US" altLang="zh-CN" sz="2000">
              <a:solidFill>
                <a:srgbClr val="0000FF"/>
              </a:solidFill>
              <a:latin typeface="Tahoma" panose="020B0604030504040204" pitchFamily="34" charset="0"/>
            </a:endParaRP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000">
                <a:solidFill>
                  <a:srgbClr val="0000FF"/>
                </a:solidFill>
                <a:latin typeface="Tahoma" panose="020B0604030504040204" pitchFamily="34" charset="0"/>
              </a:rPr>
              <a:t>		}</a:t>
            </a:r>
            <a:endParaRPr lang="en-US" altLang="zh-CN" sz="2000">
              <a:solidFill>
                <a:srgbClr val="0000FF"/>
              </a:solidFill>
              <a:latin typeface="Tahoma" panose="020B0604030504040204" pitchFamily="34" charset="0"/>
            </a:endParaRP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000">
                <a:solidFill>
                  <a:srgbClr val="0000FF"/>
                </a:solidFill>
                <a:latin typeface="Tahoma" panose="020B0604030504040204" pitchFamily="34" charset="0"/>
              </a:rPr>
              <a:t>}</a:t>
            </a:r>
            <a:endParaRPr lang="en-US" altLang="zh-CN" sz="2000">
              <a:solidFill>
                <a:srgbClr val="0000FF"/>
              </a:solidFill>
              <a:latin typeface="Tahoma" panose="020B0604030504040204" pitchFamily="34" charset="0"/>
            </a:endParaRP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endParaRPr lang="en-US" altLang="zh-CN" sz="2000">
              <a:solidFill>
                <a:srgbClr val="0000FF"/>
              </a:solidFill>
              <a:latin typeface="Tahoma" panose="020B0604030504040204" pitchFamily="34" charset="0"/>
            </a:endParaRPr>
          </a:p>
        </p:txBody>
      </p:sp>
    </p:spTree>
  </p:cSld>
  <p:clrMapOvr>
    <a:masterClrMapping/>
  </p:clrMapOvr>
</p:sld>
</file>

<file path=ppt/slides/slide1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3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自顶向下分析</a:t>
            </a:r>
            <a:r>
              <a:rPr lang="en-US" altLang="zh-CN"/>
              <a:t>——</a:t>
            </a:r>
            <a:r>
              <a:rPr lang="zh-CN" altLang="en-US"/>
              <a:t>总结</a:t>
            </a:r>
            <a:endParaRPr lang="zh-CN" altLang="en-US"/>
          </a:p>
        </p:txBody>
      </p:sp>
      <p:sp>
        <p:nvSpPr>
          <p:cNvPr id="14438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已经研究了上下文无关文法、语言理论及与语法分析的关系</a:t>
            </a:r>
            <a:endParaRPr lang="zh-CN" altLang="en-US"/>
          </a:p>
          <a:p>
            <a:pPr eaLnBrk="1" hangingPunct="1"/>
            <a:r>
              <a:rPr lang="zh-CN" altLang="en-US"/>
              <a:t>关键：重写文法适应分析方法需求</a:t>
            </a:r>
            <a:endParaRPr lang="zh-CN" altLang="en-US"/>
          </a:p>
          <a:p>
            <a:pPr eaLnBrk="1" hangingPunct="1"/>
            <a:r>
              <a:rPr lang="zh-CN" altLang="en-US"/>
              <a:t>自顶向下分析方法</a:t>
            </a:r>
            <a:endParaRPr lang="zh-CN" altLang="en-US"/>
          </a:p>
          <a:p>
            <a:pPr lvl="1" eaLnBrk="1" hangingPunct="1"/>
            <a:r>
              <a:rPr lang="zh-CN" altLang="en-US"/>
              <a:t>平凡方法：状态转换图 </a:t>
            </a:r>
            <a:r>
              <a:rPr lang="en-US" altLang="zh-CN"/>
              <a:t>&amp; </a:t>
            </a:r>
            <a:r>
              <a:rPr lang="zh-CN" altLang="en-US"/>
              <a:t>递归</a:t>
            </a:r>
            <a:endParaRPr lang="zh-CN" altLang="en-US"/>
          </a:p>
          <a:p>
            <a:pPr lvl="1" eaLnBrk="1" hangingPunct="1"/>
            <a:r>
              <a:rPr lang="zh-CN" altLang="en-US"/>
              <a:t>高效方法：表驱动</a:t>
            </a:r>
            <a:endParaRPr lang="zh-CN" altLang="en-US"/>
          </a:p>
          <a:p>
            <a:pPr eaLnBrk="1" hangingPunct="1"/>
            <a:r>
              <a:rPr lang="zh-CN" altLang="en-US"/>
              <a:t>缺点：不是所有文法满足</a:t>
            </a:r>
            <a:r>
              <a:rPr lang="en-US" altLang="zh-CN"/>
              <a:t>LL(1)</a:t>
            </a:r>
            <a:r>
              <a:rPr lang="zh-CN" altLang="en-US"/>
              <a:t>要求</a:t>
            </a:r>
            <a:endParaRPr lang="zh-CN" altLang="en-US"/>
          </a:p>
        </p:txBody>
      </p:sp>
    </p:spTree>
  </p:cSld>
  <p:clrMapOvr>
    <a:masterClrMapping/>
  </p:clrMapOvr>
</p:sld>
</file>

<file path=ppt/slides/slide1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410" name="文本框 5"/>
          <p:cNvSpPr txBox="1"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914400" y="635000"/>
            <a:ext cx="7315200" cy="2143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一个</a:t>
            </a:r>
            <a:r>
              <a:rPr lang="en-US" altLang="zh-CN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NFA</a:t>
            </a:r>
            <a:r>
              <a:rPr lang="zh-CN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有</a:t>
            </a:r>
            <a:r>
              <a:rPr lang="en-US" altLang="zh-CN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n</a:t>
            </a:r>
            <a:r>
              <a:rPr lang="zh-CN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个状态，转换为等价</a:t>
            </a:r>
            <a:r>
              <a:rPr lang="en-US" altLang="zh-CN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DFA</a:t>
            </a:r>
            <a:r>
              <a:rPr lang="zh-CN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最多有</a:t>
            </a:r>
            <a:r>
              <a:rPr lang="en-US" altLang="zh-CN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____ _____</a:t>
            </a:r>
            <a:r>
              <a:rPr lang="zh-CN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个状态。</a:t>
            </a:r>
            <a:endParaRPr lang="zh-CN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45411" name="文本框 6"/>
          <p:cNvSpPr txBox="1"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1828800" y="2786063"/>
            <a:ext cx="6400800" cy="642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nlogn</a:t>
            </a:r>
            <a:endParaRPr lang="zh-CN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45412" name="文本框 7"/>
          <p:cNvSpPr txBox="1"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1828800" y="3643313"/>
            <a:ext cx="6400800" cy="642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n</a:t>
            </a:r>
            <a:r>
              <a:rPr lang="en-US" altLang="zh-CN" sz="2600" baseline="300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2</a:t>
            </a:r>
            <a:endParaRPr lang="zh-CN" altLang="en-US" sz="2600" baseline="300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45413" name="文本框 8"/>
          <p:cNvSpPr txBox="1"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1828800" y="4500563"/>
            <a:ext cx="6400800" cy="642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n!</a:t>
            </a:r>
            <a:endParaRPr lang="zh-CN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45414" name="文本框 9"/>
          <p:cNvSpPr txBox="1"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1828800" y="5357813"/>
            <a:ext cx="6400800" cy="642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2</a:t>
            </a:r>
            <a:r>
              <a:rPr lang="en-US" altLang="zh-CN" sz="2600" baseline="300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n</a:t>
            </a:r>
            <a:endParaRPr lang="zh-CN" altLang="en-US" sz="2600" baseline="300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45415" name="椭圆 10"/>
          <p:cNvSpPr>
            <a:spLocks noChangeAspect="1"/>
          </p:cNvSpPr>
          <p:nvPr>
            <p:custDataLst>
              <p:tags r:id="rId6"/>
            </p:custDataLst>
          </p:nvPr>
        </p:nvSpPr>
        <p:spPr bwMode="auto">
          <a:xfrm>
            <a:off x="1114425" y="2849563"/>
            <a:ext cx="514350" cy="514350"/>
          </a:xfrm>
          <a:prstGeom prst="ellipse">
            <a:avLst/>
          </a:prstGeom>
          <a:solidFill>
            <a:srgbClr val="808080"/>
          </a:solidFill>
          <a:ln w="12700" algn="ctr">
            <a:solidFill>
              <a:srgbClr val="000000"/>
            </a:solidFill>
            <a:round/>
          </a:ln>
        </p:spPr>
        <p:txBody>
          <a:bodyPr wrap="none" anchor="ctr" anchorCtr="1"/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A</a:t>
            </a:r>
            <a:endParaRPr lang="zh-CN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45416" name="椭圆 11"/>
          <p:cNvSpPr>
            <a:spLocks noChangeAspect="1"/>
          </p:cNvSpPr>
          <p:nvPr>
            <p:custDataLst>
              <p:tags r:id="rId7"/>
            </p:custDataLst>
          </p:nvPr>
        </p:nvSpPr>
        <p:spPr bwMode="auto">
          <a:xfrm>
            <a:off x="1114425" y="3706813"/>
            <a:ext cx="514350" cy="514350"/>
          </a:xfrm>
          <a:prstGeom prst="ellipse">
            <a:avLst/>
          </a:prstGeom>
          <a:solidFill>
            <a:srgbClr val="808080"/>
          </a:solidFill>
          <a:ln w="12700" algn="ctr">
            <a:solidFill>
              <a:srgbClr val="000000"/>
            </a:solidFill>
            <a:round/>
          </a:ln>
        </p:spPr>
        <p:txBody>
          <a:bodyPr wrap="none" anchor="ctr" anchorCtr="1"/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B</a:t>
            </a:r>
            <a:endParaRPr lang="zh-CN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45417" name="椭圆 12"/>
          <p:cNvSpPr>
            <a:spLocks noChangeAspect="1"/>
          </p:cNvSpPr>
          <p:nvPr>
            <p:custDataLst>
              <p:tags r:id="rId8"/>
            </p:custDataLst>
          </p:nvPr>
        </p:nvSpPr>
        <p:spPr bwMode="auto">
          <a:xfrm>
            <a:off x="1114425" y="4564063"/>
            <a:ext cx="514350" cy="514350"/>
          </a:xfrm>
          <a:prstGeom prst="ellipse">
            <a:avLst/>
          </a:prstGeom>
          <a:solidFill>
            <a:srgbClr val="808080"/>
          </a:solidFill>
          <a:ln w="12700" algn="ctr">
            <a:solidFill>
              <a:srgbClr val="000000"/>
            </a:solidFill>
            <a:round/>
          </a:ln>
        </p:spPr>
        <p:txBody>
          <a:bodyPr wrap="none" anchor="ctr" anchorCtr="1"/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C</a:t>
            </a:r>
            <a:endParaRPr lang="zh-CN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45418" name="椭圆 13"/>
          <p:cNvSpPr>
            <a:spLocks noChangeAspect="1"/>
          </p:cNvSpPr>
          <p:nvPr>
            <p:custDataLst>
              <p:tags r:id="rId9"/>
            </p:custDataLst>
          </p:nvPr>
        </p:nvSpPr>
        <p:spPr bwMode="auto">
          <a:xfrm>
            <a:off x="1114425" y="5421313"/>
            <a:ext cx="514350" cy="514350"/>
          </a:xfrm>
          <a:prstGeom prst="ellipse">
            <a:avLst/>
          </a:prstGeom>
          <a:solidFill>
            <a:srgbClr val="00FF00"/>
          </a:solidFill>
          <a:ln w="25400" algn="ctr">
            <a:solidFill>
              <a:srgbClr val="000000"/>
            </a:solidFill>
            <a:round/>
          </a:ln>
        </p:spPr>
        <p:txBody>
          <a:bodyPr wrap="none" anchor="ctr" anchorCtr="1"/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D</a:t>
            </a:r>
            <a:endParaRPr lang="zh-CN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45419" name="矩形: 圆角 14"/>
          <p:cNvSpPr>
            <a:spLocks noChangeArrowheads="1"/>
          </p:cNvSpPr>
          <p:nvPr>
            <p:custDataLst>
              <p:tags r:id="rId10"/>
            </p:custDataLst>
          </p:nvPr>
        </p:nvSpPr>
        <p:spPr bwMode="auto">
          <a:xfrm>
            <a:off x="6172200" y="6215063"/>
            <a:ext cx="1543050" cy="411162"/>
          </a:xfrm>
          <a:prstGeom prst="roundRect">
            <a:avLst>
              <a:gd name="adj" fmla="val 16667"/>
            </a:avLst>
          </a:prstGeom>
          <a:solidFill>
            <a:srgbClr val="808080"/>
          </a:solidFill>
          <a:ln w="38100" algn="ctr">
            <a:solidFill>
              <a:srgbClr val="000000"/>
            </a:solidFill>
            <a:round/>
          </a:ln>
        </p:spPr>
        <p:txBody>
          <a:bodyPr wrap="none" anchor="ctr" anchorCtr="1"/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提交</a:t>
            </a:r>
            <a:endParaRPr lang="zh-CN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</a:endParaRPr>
          </a:p>
        </p:txBody>
      </p:sp>
      <p:grpSp>
        <p:nvGrpSpPr>
          <p:cNvPr id="145420" name="组合 19"/>
          <p:cNvGrpSpPr/>
          <p:nvPr>
            <p:custDataLst>
              <p:tags r:id="rId11"/>
            </p:custDataLst>
          </p:nvPr>
        </p:nvGrpSpPr>
        <p:grpSpPr bwMode="auto">
          <a:xfrm>
            <a:off x="0" y="0"/>
            <a:ext cx="9144000" cy="635000"/>
            <a:chOff x="0" y="0"/>
            <a:chExt cx="9144000" cy="635000"/>
          </a:xfrm>
        </p:grpSpPr>
        <p:sp>
          <p:nvSpPr>
            <p:cNvPr id="145422" name="TitleBackground"/>
            <p:cNvSpPr>
              <a:spLocks noChangeArrowheads="1"/>
            </p:cNvSpPr>
            <p:nvPr>
              <p:custDataLst>
                <p:tags r:id="rId12"/>
              </p:custDataLst>
            </p:nvPr>
          </p:nvSpPr>
          <p:spPr bwMode="auto">
            <a:xfrm>
              <a:off x="0" y="0"/>
              <a:ext cx="9144000" cy="635000"/>
            </a:xfrm>
            <a:prstGeom prst="rect">
              <a:avLst/>
            </a:prstGeom>
            <a:solidFill>
              <a:srgbClr val="F6F7F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>
                <a:latin typeface="Symbol" panose="05050102010706020507" pitchFamily="18" charset="2"/>
              </a:endParaRPr>
            </a:p>
          </p:txBody>
        </p:sp>
        <p:sp>
          <p:nvSpPr>
            <p:cNvPr id="145423" name="ColorBlock"/>
            <p:cNvSpPr>
              <a:spLocks noChangeArrowheads="1"/>
            </p:cNvSpPr>
            <p:nvPr>
              <p:custDataLst>
                <p:tags r:id="rId13"/>
              </p:custDataLst>
            </p:nvPr>
          </p:nvSpPr>
          <p:spPr bwMode="auto"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>
                <a:latin typeface="Symbol" panose="05050102010706020507" pitchFamily="18" charset="2"/>
              </a:endParaRPr>
            </a:p>
          </p:txBody>
        </p:sp>
        <p:sp>
          <p:nvSpPr>
            <p:cNvPr id="145424" name="TypeText"/>
            <p:cNvSpPr txBox="1">
              <a:spLocks noChangeArrowheads="1"/>
            </p:cNvSpPr>
            <p:nvPr>
              <p:custDataLst>
                <p:tags r:id="rId14"/>
              </p:custDataLst>
            </p:nvPr>
          </p:nvSpPr>
          <p:spPr bwMode="auto">
            <a:xfrm>
              <a:off x="254000" y="0"/>
              <a:ext cx="1905000" cy="635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600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  <a:sym typeface="微软雅黑" panose="020B0503020204020204" charset="-122"/>
                </a:rPr>
                <a:t>单选题</a:t>
              </a:r>
              <a:endParaRPr lang="zh-CN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endParaRPr>
            </a:p>
          </p:txBody>
        </p:sp>
        <p:sp>
          <p:nvSpPr>
            <p:cNvPr id="145425" name="TipText"/>
            <p:cNvSpPr txBox="1">
              <a:spLocks noChangeArrowheads="1"/>
            </p:cNvSpPr>
            <p:nvPr>
              <p:custDataLst>
                <p:tags r:id="rId15"/>
              </p:custDataLst>
            </p:nvPr>
          </p:nvSpPr>
          <p:spPr bwMode="auto">
            <a:xfrm>
              <a:off x="1525905" y="109220"/>
              <a:ext cx="2286000" cy="508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000">
                  <a:solidFill>
                    <a:srgbClr val="808080"/>
                  </a:solidFill>
                  <a:latin typeface="微软雅黑" panose="020B0503020204020204" charset="-122"/>
                  <a:ea typeface="微软雅黑" panose="020B0503020204020204" charset="-122"/>
                  <a:sym typeface="微软雅黑" panose="020B0503020204020204" charset="-122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微软雅黑" panose="020B0503020204020204" charset="-122"/>
                  <a:ea typeface="微软雅黑" panose="020B0503020204020204" charset="-122"/>
                  <a:sym typeface="微软雅黑" panose="020B0503020204020204" charset="-122"/>
                </a:rPr>
                <a:t>分</a:t>
              </a:r>
              <a:endParaRPr lang="zh-CN" altLang="en-US" sz="2000">
                <a:solidFill>
                  <a:srgbClr val="80808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endParaRPr>
            </a:p>
          </p:txBody>
        </p:sp>
      </p:grpSp>
      <p:pic>
        <p:nvPicPr>
          <p:cNvPr id="145421" name="图片 4"/>
          <p:cNvPicPr>
            <a:picLocks noChangeArrowheads="1"/>
          </p:cNvPicPr>
          <p:nvPr>
            <p:custDataLst>
              <p:tags r:id="rId16"/>
            </p:custDataLst>
          </p:nvPr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94600" y="63500"/>
            <a:ext cx="1422400" cy="50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custDataLst>
      <p:tags r:id="rId18"/>
    </p:custDataLst>
  </p:cSld>
  <p:clrMapOvr>
    <a:masterClrMapping/>
  </p:clrMapOvr>
</p:sld>
</file>

<file path=ppt/slides/slide1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434" name="文本框 3"/>
          <p:cNvSpPr txBox="1"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914400" y="635000"/>
            <a:ext cx="7315200" cy="2143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下面哪个符号串可以区分状态</a:t>
            </a:r>
            <a:r>
              <a:rPr lang="en-US" altLang="zh-CN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D</a:t>
            </a:r>
            <a:r>
              <a:rPr lang="zh-CN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和</a:t>
            </a:r>
            <a:r>
              <a:rPr lang="en-US" altLang="zh-CN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E</a:t>
            </a:r>
            <a:r>
              <a:rPr lang="zh-CN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？</a:t>
            </a:r>
            <a:r>
              <a:rPr lang="en-US" altLang="zh-CN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___________</a:t>
            </a:r>
            <a:endParaRPr lang="zh-CN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46435" name="文本框 4"/>
          <p:cNvSpPr txBox="1"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1830388" y="2786063"/>
            <a:ext cx="6400800" cy="642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a</a:t>
            </a:r>
            <a:endParaRPr lang="zh-CN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46436" name="文本框 5"/>
          <p:cNvSpPr txBox="1"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1828800" y="3643313"/>
            <a:ext cx="6400800" cy="642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b</a:t>
            </a:r>
            <a:endParaRPr lang="zh-CN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46437" name="文本框 6"/>
          <p:cNvSpPr txBox="1"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1828800" y="4500563"/>
            <a:ext cx="6400800" cy="642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bb</a:t>
            </a:r>
            <a:endParaRPr lang="zh-CN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46438" name="文本框 7"/>
          <p:cNvSpPr txBox="1"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1828800" y="5357813"/>
            <a:ext cx="6400800" cy="642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zh-CN" altLang="zh-CN" sz="2400">
                <a:latin typeface="Symbol" panose="05050102010706020507" pitchFamily="18" charset="2"/>
              </a:rPr>
              <a:t>以上均不对</a:t>
            </a:r>
            <a:endParaRPr lang="zh-CN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46439" name="椭圆 8"/>
          <p:cNvSpPr>
            <a:spLocks noChangeAspect="1"/>
          </p:cNvSpPr>
          <p:nvPr>
            <p:custDataLst>
              <p:tags r:id="rId6"/>
            </p:custDataLst>
          </p:nvPr>
        </p:nvSpPr>
        <p:spPr bwMode="auto">
          <a:xfrm>
            <a:off x="1114425" y="2849563"/>
            <a:ext cx="514350" cy="514350"/>
          </a:xfrm>
          <a:prstGeom prst="ellipse">
            <a:avLst/>
          </a:prstGeom>
          <a:solidFill>
            <a:srgbClr val="808080"/>
          </a:solidFill>
          <a:ln w="12700" algn="ctr">
            <a:solidFill>
              <a:srgbClr val="000000"/>
            </a:solidFill>
            <a:round/>
          </a:ln>
        </p:spPr>
        <p:txBody>
          <a:bodyPr wrap="none" anchor="ctr" anchorCtr="1"/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A</a:t>
            </a:r>
            <a:endParaRPr lang="zh-CN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46440" name="椭圆 9"/>
          <p:cNvSpPr>
            <a:spLocks noChangeAspect="1"/>
          </p:cNvSpPr>
          <p:nvPr>
            <p:custDataLst>
              <p:tags r:id="rId7"/>
            </p:custDataLst>
          </p:nvPr>
        </p:nvSpPr>
        <p:spPr bwMode="auto">
          <a:xfrm>
            <a:off x="1114425" y="3706813"/>
            <a:ext cx="514350" cy="514350"/>
          </a:xfrm>
          <a:prstGeom prst="ellipse">
            <a:avLst/>
          </a:prstGeom>
          <a:solidFill>
            <a:srgbClr val="808080"/>
          </a:solidFill>
          <a:ln w="12700" algn="ctr">
            <a:solidFill>
              <a:srgbClr val="000000"/>
            </a:solidFill>
            <a:round/>
          </a:ln>
        </p:spPr>
        <p:txBody>
          <a:bodyPr wrap="none" anchor="ctr" anchorCtr="1"/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B</a:t>
            </a:r>
            <a:endParaRPr lang="zh-CN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46441" name="椭圆 10"/>
          <p:cNvSpPr>
            <a:spLocks noChangeAspect="1"/>
          </p:cNvSpPr>
          <p:nvPr>
            <p:custDataLst>
              <p:tags r:id="rId8"/>
            </p:custDataLst>
          </p:nvPr>
        </p:nvSpPr>
        <p:spPr bwMode="auto">
          <a:xfrm>
            <a:off x="1114425" y="4564063"/>
            <a:ext cx="514350" cy="514350"/>
          </a:xfrm>
          <a:prstGeom prst="ellipse">
            <a:avLst/>
          </a:prstGeom>
          <a:solidFill>
            <a:srgbClr val="808080"/>
          </a:solidFill>
          <a:ln w="12700" algn="ctr">
            <a:solidFill>
              <a:srgbClr val="000000"/>
            </a:solidFill>
            <a:round/>
          </a:ln>
        </p:spPr>
        <p:txBody>
          <a:bodyPr wrap="none" anchor="ctr" anchorCtr="1"/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C</a:t>
            </a:r>
            <a:endParaRPr lang="zh-CN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46442" name="椭圆 11"/>
          <p:cNvSpPr>
            <a:spLocks noChangeAspect="1"/>
          </p:cNvSpPr>
          <p:nvPr>
            <p:custDataLst>
              <p:tags r:id="rId9"/>
            </p:custDataLst>
          </p:nvPr>
        </p:nvSpPr>
        <p:spPr bwMode="auto">
          <a:xfrm>
            <a:off x="1114425" y="5421313"/>
            <a:ext cx="514350" cy="514350"/>
          </a:xfrm>
          <a:prstGeom prst="ellipse">
            <a:avLst/>
          </a:prstGeom>
          <a:solidFill>
            <a:srgbClr val="00FF00"/>
          </a:solidFill>
          <a:ln w="25400" algn="ctr">
            <a:solidFill>
              <a:srgbClr val="000000"/>
            </a:solidFill>
            <a:round/>
          </a:ln>
        </p:spPr>
        <p:txBody>
          <a:bodyPr wrap="none" anchor="ctr" anchorCtr="1"/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D</a:t>
            </a:r>
            <a:endParaRPr lang="zh-CN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46443" name="矩形: 圆角 12"/>
          <p:cNvSpPr>
            <a:spLocks noChangeArrowheads="1"/>
          </p:cNvSpPr>
          <p:nvPr>
            <p:custDataLst>
              <p:tags r:id="rId10"/>
            </p:custDataLst>
          </p:nvPr>
        </p:nvSpPr>
        <p:spPr bwMode="auto">
          <a:xfrm>
            <a:off x="6172200" y="6215063"/>
            <a:ext cx="1543050" cy="411162"/>
          </a:xfrm>
          <a:prstGeom prst="roundRect">
            <a:avLst>
              <a:gd name="adj" fmla="val 16667"/>
            </a:avLst>
          </a:prstGeom>
          <a:solidFill>
            <a:srgbClr val="808080"/>
          </a:solidFill>
          <a:ln w="38100" algn="ctr">
            <a:solidFill>
              <a:srgbClr val="000000"/>
            </a:solidFill>
            <a:round/>
          </a:ln>
        </p:spPr>
        <p:txBody>
          <a:bodyPr wrap="none" anchor="ctr" anchorCtr="1"/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提交</a:t>
            </a:r>
            <a:endParaRPr lang="zh-CN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</a:endParaRPr>
          </a:p>
        </p:txBody>
      </p:sp>
      <p:pic>
        <p:nvPicPr>
          <p:cNvPr id="146444" name="Picture 2" descr="18d2"/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03625" y="1909763"/>
            <a:ext cx="5137150" cy="173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146445" name="组合 17"/>
          <p:cNvGrpSpPr/>
          <p:nvPr>
            <p:custDataLst>
              <p:tags r:id="rId12"/>
            </p:custDataLst>
          </p:nvPr>
        </p:nvGrpSpPr>
        <p:grpSpPr bwMode="auto">
          <a:xfrm>
            <a:off x="0" y="0"/>
            <a:ext cx="9144000" cy="635000"/>
            <a:chOff x="0" y="0"/>
            <a:chExt cx="9144000" cy="635000"/>
          </a:xfrm>
        </p:grpSpPr>
        <p:sp>
          <p:nvSpPr>
            <p:cNvPr id="146447" name="TitleBackground"/>
            <p:cNvSpPr>
              <a:spLocks noChangeArrowheads="1"/>
            </p:cNvSpPr>
            <p:nvPr>
              <p:custDataLst>
                <p:tags r:id="rId13"/>
              </p:custDataLst>
            </p:nvPr>
          </p:nvSpPr>
          <p:spPr bwMode="auto">
            <a:xfrm>
              <a:off x="0" y="0"/>
              <a:ext cx="9144000" cy="635000"/>
            </a:xfrm>
            <a:prstGeom prst="rect">
              <a:avLst/>
            </a:prstGeom>
            <a:solidFill>
              <a:srgbClr val="F6F7F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>
                <a:latin typeface="Symbol" panose="05050102010706020507" pitchFamily="18" charset="2"/>
              </a:endParaRPr>
            </a:p>
          </p:txBody>
        </p:sp>
        <p:sp>
          <p:nvSpPr>
            <p:cNvPr id="146448" name="ColorBlock"/>
            <p:cNvSpPr>
              <a:spLocks noChangeArrowheads="1"/>
            </p:cNvSpPr>
            <p:nvPr>
              <p:custDataLst>
                <p:tags r:id="rId14"/>
              </p:custDataLst>
            </p:nvPr>
          </p:nvSpPr>
          <p:spPr bwMode="auto"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>
                <a:latin typeface="Symbol" panose="05050102010706020507" pitchFamily="18" charset="2"/>
              </a:endParaRPr>
            </a:p>
          </p:txBody>
        </p:sp>
        <p:sp>
          <p:nvSpPr>
            <p:cNvPr id="146449" name="TypeText"/>
            <p:cNvSpPr txBox="1">
              <a:spLocks noChangeArrowheads="1"/>
            </p:cNvSpPr>
            <p:nvPr>
              <p:custDataLst>
                <p:tags r:id="rId15"/>
              </p:custDataLst>
            </p:nvPr>
          </p:nvSpPr>
          <p:spPr bwMode="auto">
            <a:xfrm>
              <a:off x="254000" y="0"/>
              <a:ext cx="1905000" cy="635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600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  <a:sym typeface="微软雅黑" panose="020B0503020204020204" charset="-122"/>
                </a:rPr>
                <a:t>单选题</a:t>
              </a:r>
              <a:endParaRPr lang="zh-CN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endParaRPr>
            </a:p>
          </p:txBody>
        </p:sp>
        <p:sp>
          <p:nvSpPr>
            <p:cNvPr id="146450" name="TipText"/>
            <p:cNvSpPr txBox="1">
              <a:spLocks noChangeArrowheads="1"/>
            </p:cNvSpPr>
            <p:nvPr>
              <p:custDataLst>
                <p:tags r:id="rId16"/>
              </p:custDataLst>
            </p:nvPr>
          </p:nvSpPr>
          <p:spPr bwMode="auto">
            <a:xfrm>
              <a:off x="1525905" y="109220"/>
              <a:ext cx="2286000" cy="508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000">
                  <a:solidFill>
                    <a:srgbClr val="808080"/>
                  </a:solidFill>
                  <a:latin typeface="微软雅黑" panose="020B0503020204020204" charset="-122"/>
                  <a:ea typeface="微软雅黑" panose="020B0503020204020204" charset="-122"/>
                  <a:sym typeface="微软雅黑" panose="020B0503020204020204" charset="-122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微软雅黑" panose="020B0503020204020204" charset="-122"/>
                  <a:ea typeface="微软雅黑" panose="020B0503020204020204" charset="-122"/>
                  <a:sym typeface="微软雅黑" panose="020B0503020204020204" charset="-122"/>
                </a:rPr>
                <a:t>分</a:t>
              </a:r>
              <a:endParaRPr lang="zh-CN" altLang="en-US" sz="2000">
                <a:solidFill>
                  <a:srgbClr val="80808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endParaRPr>
            </a:p>
          </p:txBody>
        </p:sp>
      </p:grpSp>
      <p:pic>
        <p:nvPicPr>
          <p:cNvPr id="146446" name="图片 2"/>
          <p:cNvPicPr>
            <a:picLocks noChangeArrowheads="1"/>
          </p:cNvPicPr>
          <p:nvPr>
            <p:custDataLst>
              <p:tags r:id="rId17"/>
            </p:custDataLst>
          </p:nvPr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94600" y="63500"/>
            <a:ext cx="1422400" cy="50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custDataLst>
      <p:tags r:id="rId19"/>
    </p:custDataLst>
  </p:cSld>
  <p:clrMapOvr>
    <a:masterClrMapping/>
  </p:clrMapOvr>
</p:sld>
</file>

<file path=ppt/slides/slide1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458" name="文本框 3"/>
          <p:cNvSpPr txBox="1"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914400" y="635000"/>
            <a:ext cx="7315200" cy="2143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我们倾向于使用</a:t>
            </a:r>
            <a:r>
              <a:rPr lang="en-US" altLang="zh-CN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DFA</a:t>
            </a:r>
            <a:r>
              <a:rPr lang="zh-CN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而非</a:t>
            </a:r>
            <a:r>
              <a:rPr lang="en-US" altLang="zh-CN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NFA</a:t>
            </a:r>
            <a:r>
              <a:rPr lang="zh-CN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构造词法分析器，是因为</a:t>
            </a:r>
            <a:r>
              <a:rPr lang="en-US" altLang="zh-CN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________</a:t>
            </a:r>
            <a:r>
              <a:rPr lang="zh-CN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。</a:t>
            </a:r>
            <a:endParaRPr lang="zh-CN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47459" name="文本框 4"/>
          <p:cNvSpPr txBox="1"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1828800" y="2786063"/>
            <a:ext cx="6400800" cy="642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DFA</a:t>
            </a:r>
            <a:r>
              <a:rPr lang="zh-CN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空间占用优于</a:t>
            </a:r>
            <a:r>
              <a:rPr lang="en-US" altLang="zh-CN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NFA</a:t>
            </a:r>
            <a:endParaRPr lang="zh-CN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47460" name="文本框 5"/>
          <p:cNvSpPr txBox="1"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1828800" y="3643313"/>
            <a:ext cx="6400800" cy="642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DFA</a:t>
            </a:r>
            <a:r>
              <a:rPr lang="zh-CN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时间复杂性优于</a:t>
            </a:r>
            <a:r>
              <a:rPr lang="en-US" altLang="zh-CN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NFA</a:t>
            </a:r>
            <a:endParaRPr lang="zh-CN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47461" name="文本框 6"/>
          <p:cNvSpPr txBox="1"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1828800" y="4500563"/>
            <a:ext cx="6400800" cy="642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以上皆对</a:t>
            </a:r>
            <a:endParaRPr lang="zh-CN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47462" name="文本框 7"/>
          <p:cNvSpPr txBox="1"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1828800" y="5357813"/>
            <a:ext cx="6400800" cy="642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以上皆错</a:t>
            </a:r>
            <a:endParaRPr lang="zh-CN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47463" name="椭圆 8"/>
          <p:cNvSpPr>
            <a:spLocks noChangeAspect="1"/>
          </p:cNvSpPr>
          <p:nvPr>
            <p:custDataLst>
              <p:tags r:id="rId6"/>
            </p:custDataLst>
          </p:nvPr>
        </p:nvSpPr>
        <p:spPr bwMode="auto">
          <a:xfrm>
            <a:off x="1114425" y="2849563"/>
            <a:ext cx="514350" cy="514350"/>
          </a:xfrm>
          <a:prstGeom prst="ellipse">
            <a:avLst/>
          </a:prstGeom>
          <a:solidFill>
            <a:srgbClr val="808080"/>
          </a:solidFill>
          <a:ln w="12700" algn="ctr">
            <a:solidFill>
              <a:srgbClr val="000000"/>
            </a:solidFill>
            <a:round/>
          </a:ln>
        </p:spPr>
        <p:txBody>
          <a:bodyPr wrap="none" anchor="ctr" anchorCtr="1"/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A</a:t>
            </a:r>
            <a:endParaRPr lang="zh-CN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47464" name="椭圆 9"/>
          <p:cNvSpPr>
            <a:spLocks noChangeAspect="1"/>
          </p:cNvSpPr>
          <p:nvPr>
            <p:custDataLst>
              <p:tags r:id="rId7"/>
            </p:custDataLst>
          </p:nvPr>
        </p:nvSpPr>
        <p:spPr bwMode="auto">
          <a:xfrm>
            <a:off x="1114425" y="3706813"/>
            <a:ext cx="514350" cy="514350"/>
          </a:xfrm>
          <a:prstGeom prst="ellipse">
            <a:avLst/>
          </a:prstGeom>
          <a:solidFill>
            <a:srgbClr val="00FF00"/>
          </a:solidFill>
          <a:ln w="25400" algn="ctr">
            <a:solidFill>
              <a:srgbClr val="000000"/>
            </a:solidFill>
            <a:round/>
          </a:ln>
        </p:spPr>
        <p:txBody>
          <a:bodyPr wrap="none" anchor="ctr" anchorCtr="1"/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B</a:t>
            </a:r>
            <a:endParaRPr lang="zh-CN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47465" name="椭圆 10"/>
          <p:cNvSpPr>
            <a:spLocks noChangeAspect="1"/>
          </p:cNvSpPr>
          <p:nvPr>
            <p:custDataLst>
              <p:tags r:id="rId8"/>
            </p:custDataLst>
          </p:nvPr>
        </p:nvSpPr>
        <p:spPr bwMode="auto">
          <a:xfrm>
            <a:off x="1114425" y="4564063"/>
            <a:ext cx="514350" cy="514350"/>
          </a:xfrm>
          <a:prstGeom prst="ellipse">
            <a:avLst/>
          </a:prstGeom>
          <a:solidFill>
            <a:srgbClr val="808080"/>
          </a:solidFill>
          <a:ln w="12700" algn="ctr">
            <a:solidFill>
              <a:srgbClr val="000000"/>
            </a:solidFill>
            <a:round/>
          </a:ln>
        </p:spPr>
        <p:txBody>
          <a:bodyPr wrap="none" anchor="ctr" anchorCtr="1"/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C</a:t>
            </a:r>
            <a:endParaRPr lang="zh-CN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47466" name="椭圆 11"/>
          <p:cNvSpPr>
            <a:spLocks noChangeAspect="1"/>
          </p:cNvSpPr>
          <p:nvPr>
            <p:custDataLst>
              <p:tags r:id="rId9"/>
            </p:custDataLst>
          </p:nvPr>
        </p:nvSpPr>
        <p:spPr bwMode="auto">
          <a:xfrm>
            <a:off x="1114425" y="5421313"/>
            <a:ext cx="514350" cy="514350"/>
          </a:xfrm>
          <a:prstGeom prst="ellipse">
            <a:avLst/>
          </a:prstGeom>
          <a:solidFill>
            <a:srgbClr val="808080"/>
          </a:solidFill>
          <a:ln w="12700" algn="ctr">
            <a:solidFill>
              <a:srgbClr val="000000"/>
            </a:solidFill>
            <a:round/>
          </a:ln>
        </p:spPr>
        <p:txBody>
          <a:bodyPr wrap="none" anchor="ctr" anchorCtr="1"/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D</a:t>
            </a:r>
            <a:endParaRPr lang="zh-CN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47467" name="矩形: 圆角 12"/>
          <p:cNvSpPr>
            <a:spLocks noChangeArrowheads="1"/>
          </p:cNvSpPr>
          <p:nvPr>
            <p:custDataLst>
              <p:tags r:id="rId10"/>
            </p:custDataLst>
          </p:nvPr>
        </p:nvSpPr>
        <p:spPr bwMode="auto">
          <a:xfrm>
            <a:off x="6172200" y="6215063"/>
            <a:ext cx="1543050" cy="411162"/>
          </a:xfrm>
          <a:prstGeom prst="roundRect">
            <a:avLst>
              <a:gd name="adj" fmla="val 16667"/>
            </a:avLst>
          </a:prstGeom>
          <a:solidFill>
            <a:srgbClr val="808080"/>
          </a:solidFill>
          <a:ln w="38100" algn="ctr">
            <a:solidFill>
              <a:srgbClr val="000000"/>
            </a:solidFill>
            <a:round/>
          </a:ln>
        </p:spPr>
        <p:txBody>
          <a:bodyPr wrap="none" anchor="ctr" anchorCtr="1"/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提交</a:t>
            </a:r>
            <a:endParaRPr lang="zh-CN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</a:endParaRPr>
          </a:p>
        </p:txBody>
      </p:sp>
      <p:grpSp>
        <p:nvGrpSpPr>
          <p:cNvPr id="147468" name="组合 17"/>
          <p:cNvGrpSpPr/>
          <p:nvPr>
            <p:custDataLst>
              <p:tags r:id="rId11"/>
            </p:custDataLst>
          </p:nvPr>
        </p:nvGrpSpPr>
        <p:grpSpPr bwMode="auto">
          <a:xfrm>
            <a:off x="0" y="0"/>
            <a:ext cx="9144000" cy="635000"/>
            <a:chOff x="0" y="0"/>
            <a:chExt cx="9144000" cy="635000"/>
          </a:xfrm>
        </p:grpSpPr>
        <p:sp>
          <p:nvSpPr>
            <p:cNvPr id="147470" name="TitleBackground"/>
            <p:cNvSpPr>
              <a:spLocks noChangeArrowheads="1"/>
            </p:cNvSpPr>
            <p:nvPr>
              <p:custDataLst>
                <p:tags r:id="rId12"/>
              </p:custDataLst>
            </p:nvPr>
          </p:nvSpPr>
          <p:spPr bwMode="auto">
            <a:xfrm>
              <a:off x="0" y="0"/>
              <a:ext cx="9144000" cy="635000"/>
            </a:xfrm>
            <a:prstGeom prst="rect">
              <a:avLst/>
            </a:prstGeom>
            <a:solidFill>
              <a:srgbClr val="F6F7F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>
                <a:latin typeface="Symbol" panose="05050102010706020507" pitchFamily="18" charset="2"/>
              </a:endParaRPr>
            </a:p>
          </p:txBody>
        </p:sp>
        <p:sp>
          <p:nvSpPr>
            <p:cNvPr id="147471" name="ColorBlock"/>
            <p:cNvSpPr>
              <a:spLocks noChangeArrowheads="1"/>
            </p:cNvSpPr>
            <p:nvPr>
              <p:custDataLst>
                <p:tags r:id="rId13"/>
              </p:custDataLst>
            </p:nvPr>
          </p:nvSpPr>
          <p:spPr bwMode="auto"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>
                <a:latin typeface="Symbol" panose="05050102010706020507" pitchFamily="18" charset="2"/>
              </a:endParaRPr>
            </a:p>
          </p:txBody>
        </p:sp>
        <p:sp>
          <p:nvSpPr>
            <p:cNvPr id="147472" name="TypeText"/>
            <p:cNvSpPr txBox="1">
              <a:spLocks noChangeArrowheads="1"/>
            </p:cNvSpPr>
            <p:nvPr>
              <p:custDataLst>
                <p:tags r:id="rId14"/>
              </p:custDataLst>
            </p:nvPr>
          </p:nvSpPr>
          <p:spPr bwMode="auto">
            <a:xfrm>
              <a:off x="254000" y="0"/>
              <a:ext cx="1905000" cy="635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600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  <a:sym typeface="微软雅黑" panose="020B0503020204020204" charset="-122"/>
                </a:rPr>
                <a:t>单选题</a:t>
              </a:r>
              <a:endParaRPr lang="zh-CN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endParaRPr>
            </a:p>
          </p:txBody>
        </p:sp>
        <p:sp>
          <p:nvSpPr>
            <p:cNvPr id="147473" name="TipText"/>
            <p:cNvSpPr txBox="1">
              <a:spLocks noChangeArrowheads="1"/>
            </p:cNvSpPr>
            <p:nvPr>
              <p:custDataLst>
                <p:tags r:id="rId15"/>
              </p:custDataLst>
            </p:nvPr>
          </p:nvSpPr>
          <p:spPr bwMode="auto">
            <a:xfrm>
              <a:off x="1525905" y="109220"/>
              <a:ext cx="2286000" cy="508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000">
                  <a:solidFill>
                    <a:srgbClr val="808080"/>
                  </a:solidFill>
                  <a:latin typeface="微软雅黑" panose="020B0503020204020204" charset="-122"/>
                  <a:ea typeface="微软雅黑" panose="020B0503020204020204" charset="-122"/>
                  <a:sym typeface="微软雅黑" panose="020B0503020204020204" charset="-122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微软雅黑" panose="020B0503020204020204" charset="-122"/>
                  <a:ea typeface="微软雅黑" panose="020B0503020204020204" charset="-122"/>
                  <a:sym typeface="微软雅黑" panose="020B0503020204020204" charset="-122"/>
                </a:rPr>
                <a:t>分</a:t>
              </a:r>
              <a:endParaRPr lang="zh-CN" altLang="en-US" sz="2000">
                <a:solidFill>
                  <a:srgbClr val="80808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endParaRPr>
            </a:p>
          </p:txBody>
        </p:sp>
      </p:grpSp>
      <p:pic>
        <p:nvPicPr>
          <p:cNvPr id="147469" name="图片 2"/>
          <p:cNvPicPr>
            <a:picLocks noChangeArrowheads="1"/>
          </p:cNvPicPr>
          <p:nvPr>
            <p:custDataLst>
              <p:tags r:id="rId16"/>
            </p:custDataLst>
          </p:nvPr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94600" y="63500"/>
            <a:ext cx="1422400" cy="50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custDataLst>
      <p:tags r:id="rId18"/>
    </p:custDataLst>
  </p:cSld>
  <p:clrMapOvr>
    <a:masterClrMapping/>
  </p:clrMapOvr>
</p:sld>
</file>

<file path=ppt/slides/slide1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482" name="文本框 3"/>
          <p:cNvSpPr txBox="1"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914400" y="635000"/>
            <a:ext cx="7315200" cy="2143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s,t,p</a:t>
            </a:r>
            <a:r>
              <a:rPr lang="zh-CN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是相同字母表上的正则表达式，则下面正确的是</a:t>
            </a:r>
            <a:r>
              <a:rPr lang="en-US" altLang="zh-CN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________</a:t>
            </a:r>
            <a:r>
              <a:rPr lang="zh-CN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。</a:t>
            </a:r>
            <a:endParaRPr lang="zh-CN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48483" name="文本框 4"/>
          <p:cNvSpPr txBox="1"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1828800" y="2786063"/>
            <a:ext cx="6400800" cy="642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st=ts</a:t>
            </a:r>
            <a:endParaRPr lang="zh-CN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48484" name="文本框 5"/>
          <p:cNvSpPr txBox="1"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1828800" y="3643313"/>
            <a:ext cx="6400800" cy="642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(s | t)p=sp | tp</a:t>
            </a:r>
            <a:endParaRPr lang="zh-CN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48485" name="文本框 6"/>
          <p:cNvSpPr txBox="1"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1828800" y="4500563"/>
            <a:ext cx="6400800" cy="642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(st) | p=(s | p)(t | p)</a:t>
            </a:r>
            <a:endParaRPr lang="zh-CN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48486" name="文本框 7"/>
          <p:cNvSpPr txBox="1"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1828800" y="5357813"/>
            <a:ext cx="6400800" cy="642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(s | t)*=s* | t*</a:t>
            </a:r>
            <a:endParaRPr lang="zh-CN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48487" name="椭圆 8"/>
          <p:cNvSpPr>
            <a:spLocks noChangeAspect="1"/>
          </p:cNvSpPr>
          <p:nvPr>
            <p:custDataLst>
              <p:tags r:id="rId6"/>
            </p:custDataLst>
          </p:nvPr>
        </p:nvSpPr>
        <p:spPr bwMode="auto">
          <a:xfrm>
            <a:off x="1114425" y="2849563"/>
            <a:ext cx="514350" cy="514350"/>
          </a:xfrm>
          <a:prstGeom prst="ellipse">
            <a:avLst/>
          </a:prstGeom>
          <a:solidFill>
            <a:srgbClr val="808080"/>
          </a:solidFill>
          <a:ln w="12700" algn="ctr">
            <a:solidFill>
              <a:srgbClr val="000000"/>
            </a:solidFill>
            <a:round/>
          </a:ln>
        </p:spPr>
        <p:txBody>
          <a:bodyPr wrap="none" anchor="ctr" anchorCtr="1"/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A</a:t>
            </a:r>
            <a:endParaRPr lang="zh-CN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48488" name="椭圆 9"/>
          <p:cNvSpPr>
            <a:spLocks noChangeAspect="1"/>
          </p:cNvSpPr>
          <p:nvPr>
            <p:custDataLst>
              <p:tags r:id="rId7"/>
            </p:custDataLst>
          </p:nvPr>
        </p:nvSpPr>
        <p:spPr bwMode="auto">
          <a:xfrm>
            <a:off x="1114425" y="3706813"/>
            <a:ext cx="514350" cy="514350"/>
          </a:xfrm>
          <a:prstGeom prst="ellipse">
            <a:avLst/>
          </a:prstGeom>
          <a:solidFill>
            <a:srgbClr val="00FF00"/>
          </a:solidFill>
          <a:ln w="25400" algn="ctr">
            <a:solidFill>
              <a:srgbClr val="000000"/>
            </a:solidFill>
            <a:round/>
          </a:ln>
        </p:spPr>
        <p:txBody>
          <a:bodyPr wrap="none" anchor="ctr" anchorCtr="1"/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B</a:t>
            </a:r>
            <a:endParaRPr lang="zh-CN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48489" name="椭圆 10"/>
          <p:cNvSpPr>
            <a:spLocks noChangeAspect="1"/>
          </p:cNvSpPr>
          <p:nvPr>
            <p:custDataLst>
              <p:tags r:id="rId8"/>
            </p:custDataLst>
          </p:nvPr>
        </p:nvSpPr>
        <p:spPr bwMode="auto">
          <a:xfrm>
            <a:off x="1114425" y="4564063"/>
            <a:ext cx="514350" cy="514350"/>
          </a:xfrm>
          <a:prstGeom prst="ellipse">
            <a:avLst/>
          </a:prstGeom>
          <a:solidFill>
            <a:srgbClr val="808080"/>
          </a:solidFill>
          <a:ln w="12700" algn="ctr">
            <a:solidFill>
              <a:srgbClr val="000000"/>
            </a:solidFill>
            <a:round/>
          </a:ln>
        </p:spPr>
        <p:txBody>
          <a:bodyPr wrap="none" anchor="ctr" anchorCtr="1"/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C</a:t>
            </a:r>
            <a:endParaRPr lang="zh-CN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48490" name="椭圆 11"/>
          <p:cNvSpPr>
            <a:spLocks noChangeAspect="1"/>
          </p:cNvSpPr>
          <p:nvPr>
            <p:custDataLst>
              <p:tags r:id="rId9"/>
            </p:custDataLst>
          </p:nvPr>
        </p:nvSpPr>
        <p:spPr bwMode="auto">
          <a:xfrm>
            <a:off x="1114425" y="5421313"/>
            <a:ext cx="514350" cy="514350"/>
          </a:xfrm>
          <a:prstGeom prst="ellipse">
            <a:avLst/>
          </a:prstGeom>
          <a:solidFill>
            <a:srgbClr val="808080"/>
          </a:solidFill>
          <a:ln w="12700" algn="ctr">
            <a:solidFill>
              <a:srgbClr val="000000"/>
            </a:solidFill>
            <a:round/>
          </a:ln>
        </p:spPr>
        <p:txBody>
          <a:bodyPr wrap="none" anchor="ctr" anchorCtr="1"/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D</a:t>
            </a:r>
            <a:endParaRPr lang="zh-CN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48491" name="矩形: 圆角 12"/>
          <p:cNvSpPr>
            <a:spLocks noChangeArrowheads="1"/>
          </p:cNvSpPr>
          <p:nvPr>
            <p:custDataLst>
              <p:tags r:id="rId10"/>
            </p:custDataLst>
          </p:nvPr>
        </p:nvSpPr>
        <p:spPr bwMode="auto">
          <a:xfrm>
            <a:off x="6172200" y="6215063"/>
            <a:ext cx="1543050" cy="411162"/>
          </a:xfrm>
          <a:prstGeom prst="roundRect">
            <a:avLst>
              <a:gd name="adj" fmla="val 16667"/>
            </a:avLst>
          </a:prstGeom>
          <a:solidFill>
            <a:srgbClr val="808080"/>
          </a:solidFill>
          <a:ln w="38100" algn="ctr">
            <a:solidFill>
              <a:srgbClr val="000000"/>
            </a:solidFill>
            <a:round/>
          </a:ln>
        </p:spPr>
        <p:txBody>
          <a:bodyPr wrap="none" anchor="ctr" anchorCtr="1"/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提交</a:t>
            </a:r>
            <a:endParaRPr lang="zh-CN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</a:endParaRPr>
          </a:p>
        </p:txBody>
      </p:sp>
      <p:grpSp>
        <p:nvGrpSpPr>
          <p:cNvPr id="148492" name="组合 17"/>
          <p:cNvGrpSpPr/>
          <p:nvPr>
            <p:custDataLst>
              <p:tags r:id="rId11"/>
            </p:custDataLst>
          </p:nvPr>
        </p:nvGrpSpPr>
        <p:grpSpPr bwMode="auto">
          <a:xfrm>
            <a:off x="0" y="0"/>
            <a:ext cx="9144000" cy="635000"/>
            <a:chOff x="0" y="0"/>
            <a:chExt cx="9144000" cy="635000"/>
          </a:xfrm>
        </p:grpSpPr>
        <p:sp>
          <p:nvSpPr>
            <p:cNvPr id="148494" name="TitleBackground"/>
            <p:cNvSpPr>
              <a:spLocks noChangeArrowheads="1"/>
            </p:cNvSpPr>
            <p:nvPr>
              <p:custDataLst>
                <p:tags r:id="rId12"/>
              </p:custDataLst>
            </p:nvPr>
          </p:nvSpPr>
          <p:spPr bwMode="auto">
            <a:xfrm>
              <a:off x="0" y="0"/>
              <a:ext cx="9144000" cy="635000"/>
            </a:xfrm>
            <a:prstGeom prst="rect">
              <a:avLst/>
            </a:prstGeom>
            <a:solidFill>
              <a:srgbClr val="F6F7F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>
                <a:latin typeface="Symbol" panose="05050102010706020507" pitchFamily="18" charset="2"/>
              </a:endParaRPr>
            </a:p>
          </p:txBody>
        </p:sp>
        <p:sp>
          <p:nvSpPr>
            <p:cNvPr id="148495" name="ColorBlock"/>
            <p:cNvSpPr>
              <a:spLocks noChangeArrowheads="1"/>
            </p:cNvSpPr>
            <p:nvPr>
              <p:custDataLst>
                <p:tags r:id="rId13"/>
              </p:custDataLst>
            </p:nvPr>
          </p:nvSpPr>
          <p:spPr bwMode="auto"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>
                <a:latin typeface="Symbol" panose="05050102010706020507" pitchFamily="18" charset="2"/>
              </a:endParaRPr>
            </a:p>
          </p:txBody>
        </p:sp>
        <p:sp>
          <p:nvSpPr>
            <p:cNvPr id="148496" name="TypeText"/>
            <p:cNvSpPr txBox="1">
              <a:spLocks noChangeArrowheads="1"/>
            </p:cNvSpPr>
            <p:nvPr>
              <p:custDataLst>
                <p:tags r:id="rId14"/>
              </p:custDataLst>
            </p:nvPr>
          </p:nvSpPr>
          <p:spPr bwMode="auto">
            <a:xfrm>
              <a:off x="254000" y="0"/>
              <a:ext cx="1905000" cy="635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600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  <a:sym typeface="微软雅黑" panose="020B0503020204020204" charset="-122"/>
                </a:rPr>
                <a:t>单选题</a:t>
              </a:r>
              <a:endParaRPr lang="zh-CN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endParaRPr>
            </a:p>
          </p:txBody>
        </p:sp>
        <p:sp>
          <p:nvSpPr>
            <p:cNvPr id="148497" name="TipText"/>
            <p:cNvSpPr txBox="1">
              <a:spLocks noChangeArrowheads="1"/>
            </p:cNvSpPr>
            <p:nvPr>
              <p:custDataLst>
                <p:tags r:id="rId15"/>
              </p:custDataLst>
            </p:nvPr>
          </p:nvSpPr>
          <p:spPr bwMode="auto">
            <a:xfrm>
              <a:off x="1525905" y="109220"/>
              <a:ext cx="2286000" cy="508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000">
                  <a:solidFill>
                    <a:srgbClr val="808080"/>
                  </a:solidFill>
                  <a:latin typeface="微软雅黑" panose="020B0503020204020204" charset="-122"/>
                  <a:ea typeface="微软雅黑" panose="020B0503020204020204" charset="-122"/>
                  <a:sym typeface="微软雅黑" panose="020B0503020204020204" charset="-122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微软雅黑" panose="020B0503020204020204" charset="-122"/>
                  <a:ea typeface="微软雅黑" panose="020B0503020204020204" charset="-122"/>
                  <a:sym typeface="微软雅黑" panose="020B0503020204020204" charset="-122"/>
                </a:rPr>
                <a:t>分</a:t>
              </a:r>
              <a:endParaRPr lang="zh-CN" altLang="en-US" sz="2000">
                <a:solidFill>
                  <a:srgbClr val="80808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endParaRPr>
            </a:p>
          </p:txBody>
        </p:sp>
      </p:grpSp>
      <p:pic>
        <p:nvPicPr>
          <p:cNvPr id="148493" name="图片 2"/>
          <p:cNvPicPr>
            <a:picLocks noChangeArrowheads="1"/>
          </p:cNvPicPr>
          <p:nvPr>
            <p:custDataLst>
              <p:tags r:id="rId16"/>
            </p:custDataLst>
          </p:nvPr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94600" y="63500"/>
            <a:ext cx="1422400" cy="50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custDataLst>
      <p:tags r:id="rId18"/>
    </p:custDataLst>
  </p:cSld>
  <p:clrMapOvr>
    <a:masterClrMapping/>
  </p:clrMapOvr>
</p:sld>
</file>

<file path=ppt/slides/slide1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506" name="文本框 3"/>
          <p:cNvSpPr txBox="1"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914400" y="635000"/>
            <a:ext cx="7315200" cy="2143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下面的正则表达式和上下文无关文法，定义了</a:t>
            </a:r>
            <a:r>
              <a:rPr lang="en-US" altLang="zh-CN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__________</a:t>
            </a:r>
            <a:r>
              <a:rPr lang="zh-CN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的语言。</a:t>
            </a:r>
            <a:endParaRPr lang="zh-CN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49507" name="文本框 4"/>
          <p:cNvSpPr txBox="1"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1828800" y="4005263"/>
            <a:ext cx="6400800" cy="642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相同</a:t>
            </a:r>
            <a:endParaRPr lang="zh-CN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49508" name="文本框 5"/>
          <p:cNvSpPr txBox="1"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1828800" y="4862513"/>
            <a:ext cx="6400800" cy="642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不同</a:t>
            </a:r>
            <a:endParaRPr lang="zh-CN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49509" name="椭圆 8"/>
          <p:cNvSpPr>
            <a:spLocks noChangeAspect="1"/>
          </p:cNvSpPr>
          <p:nvPr>
            <p:custDataLst>
              <p:tags r:id="rId4"/>
            </p:custDataLst>
          </p:nvPr>
        </p:nvSpPr>
        <p:spPr bwMode="auto">
          <a:xfrm>
            <a:off x="1114425" y="4068763"/>
            <a:ext cx="514350" cy="514350"/>
          </a:xfrm>
          <a:prstGeom prst="ellipse">
            <a:avLst/>
          </a:prstGeom>
          <a:solidFill>
            <a:srgbClr val="00FF00"/>
          </a:solidFill>
          <a:ln w="25400" algn="ctr">
            <a:solidFill>
              <a:srgbClr val="000000"/>
            </a:solidFill>
            <a:round/>
          </a:ln>
        </p:spPr>
        <p:txBody>
          <a:bodyPr wrap="none" anchor="ctr" anchorCtr="1"/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A</a:t>
            </a:r>
            <a:endParaRPr lang="zh-CN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49510" name="椭圆 9"/>
          <p:cNvSpPr>
            <a:spLocks noChangeAspect="1"/>
          </p:cNvSpPr>
          <p:nvPr>
            <p:custDataLst>
              <p:tags r:id="rId5"/>
            </p:custDataLst>
          </p:nvPr>
        </p:nvSpPr>
        <p:spPr bwMode="auto">
          <a:xfrm>
            <a:off x="1114425" y="4926013"/>
            <a:ext cx="514350" cy="514350"/>
          </a:xfrm>
          <a:prstGeom prst="ellipse">
            <a:avLst/>
          </a:prstGeom>
          <a:solidFill>
            <a:srgbClr val="808080"/>
          </a:solidFill>
          <a:ln w="12700" algn="ctr">
            <a:solidFill>
              <a:srgbClr val="000000"/>
            </a:solidFill>
            <a:round/>
          </a:ln>
        </p:spPr>
        <p:txBody>
          <a:bodyPr wrap="none" anchor="ctr" anchorCtr="1"/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B</a:t>
            </a:r>
            <a:endParaRPr lang="zh-CN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49511" name="矩形: 圆角 12"/>
          <p:cNvSpPr>
            <a:spLocks noChangeArrowheads="1"/>
          </p:cNvSpPr>
          <p:nvPr>
            <p:custDataLst>
              <p:tags r:id="rId6"/>
            </p:custDataLst>
          </p:nvPr>
        </p:nvSpPr>
        <p:spPr bwMode="auto">
          <a:xfrm>
            <a:off x="6172200" y="6215063"/>
            <a:ext cx="1543050" cy="411162"/>
          </a:xfrm>
          <a:prstGeom prst="roundRect">
            <a:avLst>
              <a:gd name="adj" fmla="val 16667"/>
            </a:avLst>
          </a:prstGeom>
          <a:solidFill>
            <a:srgbClr val="808080"/>
          </a:solidFill>
          <a:ln w="38100" algn="ctr">
            <a:solidFill>
              <a:srgbClr val="000000"/>
            </a:solidFill>
            <a:round/>
          </a:ln>
        </p:spPr>
        <p:txBody>
          <a:bodyPr wrap="none" anchor="ctr" anchorCtr="1"/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提交</a:t>
            </a:r>
            <a:endParaRPr lang="zh-CN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</a:endParaRPr>
          </a:p>
        </p:txBody>
      </p:sp>
      <p:pic>
        <p:nvPicPr>
          <p:cNvPr id="149512" name="图片 19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7575" y="2298700"/>
            <a:ext cx="6143625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149513" name="组合 17"/>
          <p:cNvGrpSpPr/>
          <p:nvPr>
            <p:custDataLst>
              <p:tags r:id="rId8"/>
            </p:custDataLst>
          </p:nvPr>
        </p:nvGrpSpPr>
        <p:grpSpPr bwMode="auto">
          <a:xfrm>
            <a:off x="0" y="0"/>
            <a:ext cx="9144000" cy="635000"/>
            <a:chOff x="0" y="0"/>
            <a:chExt cx="9144000" cy="635000"/>
          </a:xfrm>
        </p:grpSpPr>
        <p:sp>
          <p:nvSpPr>
            <p:cNvPr id="149515" name="TitleBackground"/>
            <p:cNvSpPr>
              <a:spLocks noChangeArrowheads="1"/>
            </p:cNvSpPr>
            <p:nvPr>
              <p:custDataLst>
                <p:tags r:id="rId9"/>
              </p:custDataLst>
            </p:nvPr>
          </p:nvSpPr>
          <p:spPr bwMode="auto">
            <a:xfrm>
              <a:off x="0" y="0"/>
              <a:ext cx="9144000" cy="635000"/>
            </a:xfrm>
            <a:prstGeom prst="rect">
              <a:avLst/>
            </a:prstGeom>
            <a:solidFill>
              <a:srgbClr val="F6F7F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>
                <a:latin typeface="Symbol" panose="05050102010706020507" pitchFamily="18" charset="2"/>
              </a:endParaRPr>
            </a:p>
          </p:txBody>
        </p:sp>
        <p:sp>
          <p:nvSpPr>
            <p:cNvPr id="149516" name="ColorBlock"/>
            <p:cNvSpPr>
              <a:spLocks noChangeArrowheads="1"/>
            </p:cNvSpPr>
            <p:nvPr>
              <p:custDataLst>
                <p:tags r:id="rId10"/>
              </p:custDataLst>
            </p:nvPr>
          </p:nvSpPr>
          <p:spPr bwMode="auto"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>
                <a:latin typeface="Symbol" panose="05050102010706020507" pitchFamily="18" charset="2"/>
              </a:endParaRPr>
            </a:p>
          </p:txBody>
        </p:sp>
        <p:sp>
          <p:nvSpPr>
            <p:cNvPr id="149517" name="TypeText"/>
            <p:cNvSpPr txBox="1">
              <a:spLocks noChangeArrowheads="1"/>
            </p:cNvSpPr>
            <p:nvPr>
              <p:custDataLst>
                <p:tags r:id="rId11"/>
              </p:custDataLst>
            </p:nvPr>
          </p:nvSpPr>
          <p:spPr bwMode="auto">
            <a:xfrm>
              <a:off x="254000" y="0"/>
              <a:ext cx="1905000" cy="635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600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  <a:sym typeface="微软雅黑" panose="020B0503020204020204" charset="-122"/>
                </a:rPr>
                <a:t>单选题</a:t>
              </a:r>
              <a:endParaRPr lang="zh-CN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endParaRPr>
            </a:p>
          </p:txBody>
        </p:sp>
        <p:sp>
          <p:nvSpPr>
            <p:cNvPr id="149518" name="TipText"/>
            <p:cNvSpPr txBox="1">
              <a:spLocks noChangeArrowheads="1"/>
            </p:cNvSpPr>
            <p:nvPr>
              <p:custDataLst>
                <p:tags r:id="rId12"/>
              </p:custDataLst>
            </p:nvPr>
          </p:nvSpPr>
          <p:spPr bwMode="auto">
            <a:xfrm>
              <a:off x="1525905" y="109220"/>
              <a:ext cx="2286000" cy="508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000">
                  <a:solidFill>
                    <a:srgbClr val="808080"/>
                  </a:solidFill>
                  <a:latin typeface="微软雅黑" panose="020B0503020204020204" charset="-122"/>
                  <a:ea typeface="微软雅黑" panose="020B0503020204020204" charset="-122"/>
                  <a:sym typeface="微软雅黑" panose="020B0503020204020204" charset="-122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微软雅黑" panose="020B0503020204020204" charset="-122"/>
                  <a:ea typeface="微软雅黑" panose="020B0503020204020204" charset="-122"/>
                  <a:sym typeface="微软雅黑" panose="020B0503020204020204" charset="-122"/>
                </a:rPr>
                <a:t>分</a:t>
              </a:r>
              <a:endParaRPr lang="zh-CN" altLang="en-US" sz="2000">
                <a:solidFill>
                  <a:srgbClr val="80808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endParaRPr>
            </a:p>
          </p:txBody>
        </p:sp>
      </p:grpSp>
      <p:pic>
        <p:nvPicPr>
          <p:cNvPr id="149514" name="图片 2"/>
          <p:cNvPicPr>
            <a:picLocks noChangeArrowheads="1"/>
          </p:cNvPicPr>
          <p:nvPr>
            <p:custDataLst>
              <p:tags r:id="rId13"/>
            </p:custDataLst>
          </p:nvPr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94600" y="63500"/>
            <a:ext cx="1422400" cy="50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custDataLst>
      <p:tags r:id="rId15"/>
    </p:custDataLst>
  </p:cSld>
  <p:clrMapOvr>
    <a:masterClrMapping/>
  </p:clrMapOvr>
</p:sld>
</file>

<file path=ppt/slides/slide1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530" name="文本框 3"/>
          <p:cNvSpPr txBox="1"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914400" y="635000"/>
            <a:ext cx="7315200" cy="2143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6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下列语言可以用</a:t>
            </a:r>
            <a:r>
              <a:rPr lang="en-US" altLang="zh-CN" sz="26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DFA</a:t>
            </a:r>
            <a:r>
              <a:rPr lang="zh-CN" altLang="en-US" sz="26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识别的是</a:t>
            </a:r>
            <a:r>
              <a:rPr lang="en-US" altLang="zh-CN" sz="26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____________</a:t>
            </a:r>
            <a:r>
              <a:rPr lang="zh-CN" altLang="en-US" sz="26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。</a:t>
            </a:r>
            <a:endParaRPr lang="zh-CN" altLang="en-US" sz="2600" dirty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50531" name="文本框 4"/>
          <p:cNvSpPr txBox="1"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1828800" y="2786063"/>
            <a:ext cx="6400800" cy="642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6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形如</a:t>
            </a:r>
            <a:r>
              <a:rPr lang="en-US" altLang="zh-CN" sz="26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xx</a:t>
            </a:r>
            <a:r>
              <a:rPr lang="zh-CN" altLang="en-US" sz="26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的</a:t>
            </a:r>
            <a:r>
              <a:rPr lang="en-US" altLang="zh-CN" sz="26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a</a:t>
            </a:r>
            <a:r>
              <a:rPr lang="zh-CN" altLang="en-US" sz="26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、</a:t>
            </a:r>
            <a:r>
              <a:rPr lang="en-US" altLang="zh-CN" sz="26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b</a:t>
            </a:r>
            <a:r>
              <a:rPr lang="zh-CN" altLang="en-US" sz="26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串集合</a:t>
            </a:r>
            <a:endParaRPr lang="zh-CN" altLang="en-US" sz="2600" dirty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50532" name="文本框 5"/>
          <p:cNvSpPr txBox="1"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1828800" y="3643313"/>
            <a:ext cx="6400800" cy="642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形如</a:t>
            </a:r>
            <a:r>
              <a:rPr lang="en-US" altLang="zh-CN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xx</a:t>
            </a:r>
            <a:r>
              <a:rPr lang="en-US" altLang="zh-CN" sz="2600" baseline="300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T</a:t>
            </a:r>
            <a:r>
              <a:rPr lang="zh-CN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（</a:t>
            </a:r>
            <a:r>
              <a:rPr lang="en-US" altLang="zh-CN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x</a:t>
            </a:r>
            <a:r>
              <a:rPr lang="en-US" altLang="zh-CN" sz="2600" baseline="300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T</a:t>
            </a:r>
            <a:r>
              <a:rPr lang="zh-CN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为</a:t>
            </a:r>
            <a:r>
              <a:rPr lang="en-US" altLang="zh-CN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x</a:t>
            </a:r>
            <a:r>
              <a:rPr lang="zh-CN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的逆序串）的</a:t>
            </a:r>
            <a:r>
              <a:rPr lang="en-US" altLang="zh-CN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a</a:t>
            </a:r>
            <a:r>
              <a:rPr lang="zh-CN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、</a:t>
            </a:r>
            <a:r>
              <a:rPr lang="en-US" altLang="zh-CN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b</a:t>
            </a:r>
            <a:r>
              <a:rPr lang="zh-CN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串集合</a:t>
            </a:r>
            <a:endParaRPr lang="zh-CN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50533" name="文本框 6"/>
          <p:cNvSpPr txBox="1"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1828800" y="4500563"/>
            <a:ext cx="6400800" cy="642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C</a:t>
            </a:r>
            <a:r>
              <a:rPr lang="zh-CN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语言的</a:t>
            </a:r>
            <a:r>
              <a:rPr lang="en-US" altLang="zh-CN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while</a:t>
            </a:r>
            <a:r>
              <a:rPr lang="zh-CN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语句集合</a:t>
            </a:r>
            <a:endParaRPr lang="zh-CN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50534" name="文本框 7"/>
          <p:cNvSpPr txBox="1"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1828800" y="5357813"/>
            <a:ext cx="6400800" cy="642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SLR(1)</a:t>
            </a:r>
            <a:r>
              <a:rPr lang="zh-CN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文法的活前缀集合</a:t>
            </a:r>
            <a:endParaRPr lang="zh-CN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50535" name="椭圆 8"/>
          <p:cNvSpPr>
            <a:spLocks noChangeAspect="1"/>
          </p:cNvSpPr>
          <p:nvPr>
            <p:custDataLst>
              <p:tags r:id="rId6"/>
            </p:custDataLst>
          </p:nvPr>
        </p:nvSpPr>
        <p:spPr bwMode="auto">
          <a:xfrm>
            <a:off x="1114425" y="2849563"/>
            <a:ext cx="514350" cy="514350"/>
          </a:xfrm>
          <a:prstGeom prst="ellipse">
            <a:avLst/>
          </a:prstGeom>
          <a:solidFill>
            <a:srgbClr val="808080"/>
          </a:solidFill>
          <a:ln w="12700" algn="ctr">
            <a:solidFill>
              <a:srgbClr val="000000"/>
            </a:solidFill>
            <a:round/>
          </a:ln>
        </p:spPr>
        <p:txBody>
          <a:bodyPr wrap="none" anchor="ctr" anchorCtr="1"/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A</a:t>
            </a:r>
            <a:endParaRPr lang="zh-CN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50536" name="椭圆 9"/>
          <p:cNvSpPr>
            <a:spLocks noChangeAspect="1"/>
          </p:cNvSpPr>
          <p:nvPr>
            <p:custDataLst>
              <p:tags r:id="rId7"/>
            </p:custDataLst>
          </p:nvPr>
        </p:nvSpPr>
        <p:spPr bwMode="auto">
          <a:xfrm>
            <a:off x="1114425" y="3706813"/>
            <a:ext cx="514350" cy="514350"/>
          </a:xfrm>
          <a:prstGeom prst="ellipse">
            <a:avLst/>
          </a:prstGeom>
          <a:solidFill>
            <a:srgbClr val="808080"/>
          </a:solidFill>
          <a:ln w="12700" algn="ctr">
            <a:solidFill>
              <a:srgbClr val="000000"/>
            </a:solidFill>
            <a:round/>
          </a:ln>
        </p:spPr>
        <p:txBody>
          <a:bodyPr wrap="none" anchor="ctr" anchorCtr="1"/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B</a:t>
            </a:r>
            <a:endParaRPr lang="zh-CN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50537" name="椭圆 10"/>
          <p:cNvSpPr>
            <a:spLocks noChangeAspect="1"/>
          </p:cNvSpPr>
          <p:nvPr>
            <p:custDataLst>
              <p:tags r:id="rId8"/>
            </p:custDataLst>
          </p:nvPr>
        </p:nvSpPr>
        <p:spPr bwMode="auto">
          <a:xfrm>
            <a:off x="1114425" y="4564063"/>
            <a:ext cx="514350" cy="514350"/>
          </a:xfrm>
          <a:prstGeom prst="ellipse">
            <a:avLst/>
          </a:prstGeom>
          <a:solidFill>
            <a:srgbClr val="808080"/>
          </a:solidFill>
          <a:ln w="12700" algn="ctr">
            <a:solidFill>
              <a:srgbClr val="000000"/>
            </a:solidFill>
            <a:round/>
          </a:ln>
        </p:spPr>
        <p:txBody>
          <a:bodyPr wrap="none" anchor="ctr" anchorCtr="1"/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C</a:t>
            </a:r>
            <a:endParaRPr lang="zh-CN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50538" name="椭圆 11"/>
          <p:cNvSpPr>
            <a:spLocks noChangeAspect="1"/>
          </p:cNvSpPr>
          <p:nvPr>
            <p:custDataLst>
              <p:tags r:id="rId9"/>
            </p:custDataLst>
          </p:nvPr>
        </p:nvSpPr>
        <p:spPr bwMode="auto">
          <a:xfrm>
            <a:off x="1114425" y="5421313"/>
            <a:ext cx="514350" cy="514350"/>
          </a:xfrm>
          <a:prstGeom prst="ellipse">
            <a:avLst/>
          </a:prstGeom>
          <a:solidFill>
            <a:srgbClr val="00FF00"/>
          </a:solidFill>
          <a:ln w="25400" algn="ctr">
            <a:solidFill>
              <a:srgbClr val="000000"/>
            </a:solidFill>
            <a:round/>
          </a:ln>
        </p:spPr>
        <p:txBody>
          <a:bodyPr wrap="none" anchor="ctr" anchorCtr="1"/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D</a:t>
            </a:r>
            <a:endParaRPr lang="zh-CN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50539" name="矩形: 圆角 12"/>
          <p:cNvSpPr>
            <a:spLocks noChangeArrowheads="1"/>
          </p:cNvSpPr>
          <p:nvPr>
            <p:custDataLst>
              <p:tags r:id="rId10"/>
            </p:custDataLst>
          </p:nvPr>
        </p:nvSpPr>
        <p:spPr bwMode="auto">
          <a:xfrm>
            <a:off x="6172200" y="6215063"/>
            <a:ext cx="1543050" cy="411162"/>
          </a:xfrm>
          <a:prstGeom prst="roundRect">
            <a:avLst>
              <a:gd name="adj" fmla="val 16667"/>
            </a:avLst>
          </a:prstGeom>
          <a:solidFill>
            <a:srgbClr val="808080"/>
          </a:solidFill>
          <a:ln w="38100" algn="ctr">
            <a:solidFill>
              <a:srgbClr val="000000"/>
            </a:solidFill>
            <a:round/>
          </a:ln>
        </p:spPr>
        <p:txBody>
          <a:bodyPr wrap="none" anchor="ctr" anchorCtr="1"/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提交</a:t>
            </a:r>
            <a:endParaRPr lang="zh-CN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</a:endParaRPr>
          </a:p>
        </p:txBody>
      </p:sp>
      <p:grpSp>
        <p:nvGrpSpPr>
          <p:cNvPr id="150540" name="组合 17"/>
          <p:cNvGrpSpPr/>
          <p:nvPr>
            <p:custDataLst>
              <p:tags r:id="rId11"/>
            </p:custDataLst>
          </p:nvPr>
        </p:nvGrpSpPr>
        <p:grpSpPr bwMode="auto">
          <a:xfrm>
            <a:off x="0" y="0"/>
            <a:ext cx="9144000" cy="635000"/>
            <a:chOff x="0" y="0"/>
            <a:chExt cx="9144000" cy="635000"/>
          </a:xfrm>
        </p:grpSpPr>
        <p:sp>
          <p:nvSpPr>
            <p:cNvPr id="150542" name="TitleBackground"/>
            <p:cNvSpPr>
              <a:spLocks noChangeArrowheads="1"/>
            </p:cNvSpPr>
            <p:nvPr>
              <p:custDataLst>
                <p:tags r:id="rId12"/>
              </p:custDataLst>
            </p:nvPr>
          </p:nvSpPr>
          <p:spPr bwMode="auto">
            <a:xfrm>
              <a:off x="0" y="0"/>
              <a:ext cx="9144000" cy="635000"/>
            </a:xfrm>
            <a:prstGeom prst="rect">
              <a:avLst/>
            </a:prstGeom>
            <a:solidFill>
              <a:srgbClr val="F6F7F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>
                <a:latin typeface="Symbol" panose="05050102010706020507" pitchFamily="18" charset="2"/>
              </a:endParaRPr>
            </a:p>
          </p:txBody>
        </p:sp>
        <p:sp>
          <p:nvSpPr>
            <p:cNvPr id="150543" name="ColorBlock"/>
            <p:cNvSpPr>
              <a:spLocks noChangeArrowheads="1"/>
            </p:cNvSpPr>
            <p:nvPr>
              <p:custDataLst>
                <p:tags r:id="rId13"/>
              </p:custDataLst>
            </p:nvPr>
          </p:nvSpPr>
          <p:spPr bwMode="auto"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>
                <a:latin typeface="Symbol" panose="05050102010706020507" pitchFamily="18" charset="2"/>
              </a:endParaRPr>
            </a:p>
          </p:txBody>
        </p:sp>
        <p:sp>
          <p:nvSpPr>
            <p:cNvPr id="150544" name="TypeText"/>
            <p:cNvSpPr txBox="1">
              <a:spLocks noChangeArrowheads="1"/>
            </p:cNvSpPr>
            <p:nvPr>
              <p:custDataLst>
                <p:tags r:id="rId14"/>
              </p:custDataLst>
            </p:nvPr>
          </p:nvSpPr>
          <p:spPr bwMode="auto">
            <a:xfrm>
              <a:off x="254000" y="0"/>
              <a:ext cx="1905000" cy="635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600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  <a:sym typeface="微软雅黑" panose="020B0503020204020204" charset="-122"/>
                </a:rPr>
                <a:t>单选题</a:t>
              </a:r>
              <a:endParaRPr lang="zh-CN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endParaRPr>
            </a:p>
          </p:txBody>
        </p:sp>
        <p:sp>
          <p:nvSpPr>
            <p:cNvPr id="150545" name="TipText"/>
            <p:cNvSpPr txBox="1">
              <a:spLocks noChangeArrowheads="1"/>
            </p:cNvSpPr>
            <p:nvPr>
              <p:custDataLst>
                <p:tags r:id="rId15"/>
              </p:custDataLst>
            </p:nvPr>
          </p:nvSpPr>
          <p:spPr bwMode="auto">
            <a:xfrm>
              <a:off x="1525905" y="109220"/>
              <a:ext cx="2286000" cy="508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000">
                  <a:solidFill>
                    <a:srgbClr val="808080"/>
                  </a:solidFill>
                  <a:latin typeface="微软雅黑" panose="020B0503020204020204" charset="-122"/>
                  <a:ea typeface="微软雅黑" panose="020B0503020204020204" charset="-122"/>
                  <a:sym typeface="微软雅黑" panose="020B0503020204020204" charset="-122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微软雅黑" panose="020B0503020204020204" charset="-122"/>
                  <a:ea typeface="微软雅黑" panose="020B0503020204020204" charset="-122"/>
                  <a:sym typeface="微软雅黑" panose="020B0503020204020204" charset="-122"/>
                </a:rPr>
                <a:t>分</a:t>
              </a:r>
              <a:endParaRPr lang="zh-CN" altLang="en-US" sz="2000">
                <a:solidFill>
                  <a:srgbClr val="80808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endParaRPr>
            </a:p>
          </p:txBody>
        </p:sp>
      </p:grpSp>
      <p:pic>
        <p:nvPicPr>
          <p:cNvPr id="150541" name="图片 2"/>
          <p:cNvPicPr>
            <a:picLocks noChangeArrowheads="1"/>
          </p:cNvPicPr>
          <p:nvPr>
            <p:custDataLst>
              <p:tags r:id="rId16"/>
            </p:custDataLst>
          </p:nvPr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94600" y="63500"/>
            <a:ext cx="1422400" cy="50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custDataLst>
      <p:tags r:id="rId18"/>
    </p:custDataLst>
  </p:cSld>
  <p:clrMapOvr>
    <a:masterClrMapping/>
  </p:clrMapOvr>
</p:sld>
</file>

<file path=ppt/slides/slide1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554" name="文本框 3"/>
          <p:cNvSpPr txBox="1"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914400" y="635000"/>
            <a:ext cx="7315200" cy="2143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下列哪个语言可以用正则表达式描述？</a:t>
            </a:r>
            <a:r>
              <a:rPr lang="en-US" altLang="zh-CN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_________</a:t>
            </a:r>
            <a:r>
              <a:rPr lang="zh-CN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。</a:t>
            </a:r>
            <a:endParaRPr lang="zh-CN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51555" name="文本框 4"/>
          <p:cNvSpPr txBox="1"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1828800" y="2786063"/>
            <a:ext cx="6400800" cy="642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{ a</a:t>
            </a:r>
            <a:r>
              <a:rPr lang="en-US" altLang="zh-CN" sz="2600" baseline="300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n</a:t>
            </a:r>
            <a:r>
              <a:rPr lang="en-US" altLang="zh-CN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b</a:t>
            </a:r>
            <a:r>
              <a:rPr lang="en-US" altLang="zh-CN" sz="2600" baseline="300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n</a:t>
            </a:r>
            <a:r>
              <a:rPr lang="en-US" altLang="zh-CN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 | n&gt;=0}</a:t>
            </a:r>
            <a:endParaRPr lang="zh-CN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51556" name="文本框 5"/>
          <p:cNvSpPr txBox="1"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1828800" y="3643313"/>
            <a:ext cx="6400800" cy="642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{ (ab)</a:t>
            </a:r>
            <a:r>
              <a:rPr lang="en-US" altLang="zh-CN" sz="2600" baseline="300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n</a:t>
            </a:r>
            <a:r>
              <a:rPr lang="en-US" altLang="zh-CN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 | n&gt;=0}</a:t>
            </a:r>
            <a:endParaRPr lang="zh-CN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51557" name="文本框 6"/>
          <p:cNvSpPr txBox="1"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1828800" y="4500563"/>
            <a:ext cx="6400800" cy="642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{ wcw | w∈(a | b)*}</a:t>
            </a:r>
            <a:endParaRPr lang="zh-CN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51558" name="文本框 7"/>
          <p:cNvSpPr txBox="1"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1828800" y="5357813"/>
            <a:ext cx="6400800" cy="642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以上均不对</a:t>
            </a:r>
            <a:endParaRPr lang="zh-CN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51559" name="椭圆 8"/>
          <p:cNvSpPr>
            <a:spLocks noChangeAspect="1"/>
          </p:cNvSpPr>
          <p:nvPr>
            <p:custDataLst>
              <p:tags r:id="rId6"/>
            </p:custDataLst>
          </p:nvPr>
        </p:nvSpPr>
        <p:spPr bwMode="auto">
          <a:xfrm>
            <a:off x="1114425" y="2849563"/>
            <a:ext cx="514350" cy="514350"/>
          </a:xfrm>
          <a:prstGeom prst="ellipse">
            <a:avLst/>
          </a:prstGeom>
          <a:solidFill>
            <a:srgbClr val="808080"/>
          </a:solidFill>
          <a:ln w="12700" algn="ctr">
            <a:solidFill>
              <a:srgbClr val="000000"/>
            </a:solidFill>
            <a:round/>
          </a:ln>
        </p:spPr>
        <p:txBody>
          <a:bodyPr wrap="none" anchor="ctr" anchorCtr="1"/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A</a:t>
            </a:r>
            <a:endParaRPr lang="zh-CN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51560" name="椭圆 9"/>
          <p:cNvSpPr>
            <a:spLocks noChangeAspect="1"/>
          </p:cNvSpPr>
          <p:nvPr>
            <p:custDataLst>
              <p:tags r:id="rId7"/>
            </p:custDataLst>
          </p:nvPr>
        </p:nvSpPr>
        <p:spPr bwMode="auto">
          <a:xfrm>
            <a:off x="1114425" y="3706813"/>
            <a:ext cx="514350" cy="514350"/>
          </a:xfrm>
          <a:prstGeom prst="ellipse">
            <a:avLst/>
          </a:prstGeom>
          <a:solidFill>
            <a:srgbClr val="00FF00"/>
          </a:solidFill>
          <a:ln w="25400" algn="ctr">
            <a:solidFill>
              <a:srgbClr val="000000"/>
            </a:solidFill>
            <a:round/>
          </a:ln>
        </p:spPr>
        <p:txBody>
          <a:bodyPr wrap="none" anchor="ctr" anchorCtr="1"/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B</a:t>
            </a:r>
            <a:endParaRPr lang="zh-CN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51561" name="椭圆 10"/>
          <p:cNvSpPr>
            <a:spLocks noChangeAspect="1"/>
          </p:cNvSpPr>
          <p:nvPr>
            <p:custDataLst>
              <p:tags r:id="rId8"/>
            </p:custDataLst>
          </p:nvPr>
        </p:nvSpPr>
        <p:spPr bwMode="auto">
          <a:xfrm>
            <a:off x="1114425" y="4564063"/>
            <a:ext cx="514350" cy="514350"/>
          </a:xfrm>
          <a:prstGeom prst="ellipse">
            <a:avLst/>
          </a:prstGeom>
          <a:solidFill>
            <a:srgbClr val="808080"/>
          </a:solidFill>
          <a:ln w="12700" algn="ctr">
            <a:solidFill>
              <a:srgbClr val="000000"/>
            </a:solidFill>
            <a:round/>
          </a:ln>
        </p:spPr>
        <p:txBody>
          <a:bodyPr wrap="none" anchor="ctr" anchorCtr="1"/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C</a:t>
            </a:r>
            <a:endParaRPr lang="zh-CN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51562" name="椭圆 11"/>
          <p:cNvSpPr>
            <a:spLocks noChangeAspect="1"/>
          </p:cNvSpPr>
          <p:nvPr>
            <p:custDataLst>
              <p:tags r:id="rId9"/>
            </p:custDataLst>
          </p:nvPr>
        </p:nvSpPr>
        <p:spPr bwMode="auto">
          <a:xfrm>
            <a:off x="1114425" y="5421313"/>
            <a:ext cx="514350" cy="514350"/>
          </a:xfrm>
          <a:prstGeom prst="ellipse">
            <a:avLst/>
          </a:prstGeom>
          <a:solidFill>
            <a:srgbClr val="808080"/>
          </a:solidFill>
          <a:ln w="12700" algn="ctr">
            <a:solidFill>
              <a:srgbClr val="000000"/>
            </a:solidFill>
            <a:round/>
          </a:ln>
        </p:spPr>
        <p:txBody>
          <a:bodyPr wrap="none" anchor="ctr" anchorCtr="1"/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D</a:t>
            </a:r>
            <a:endParaRPr lang="zh-CN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51563" name="矩形: 圆角 12"/>
          <p:cNvSpPr>
            <a:spLocks noChangeArrowheads="1"/>
          </p:cNvSpPr>
          <p:nvPr>
            <p:custDataLst>
              <p:tags r:id="rId10"/>
            </p:custDataLst>
          </p:nvPr>
        </p:nvSpPr>
        <p:spPr bwMode="auto">
          <a:xfrm>
            <a:off x="6172200" y="6215063"/>
            <a:ext cx="1543050" cy="411162"/>
          </a:xfrm>
          <a:prstGeom prst="roundRect">
            <a:avLst>
              <a:gd name="adj" fmla="val 16667"/>
            </a:avLst>
          </a:prstGeom>
          <a:solidFill>
            <a:srgbClr val="808080"/>
          </a:solidFill>
          <a:ln w="38100" algn="ctr">
            <a:solidFill>
              <a:srgbClr val="000000"/>
            </a:solidFill>
            <a:round/>
          </a:ln>
        </p:spPr>
        <p:txBody>
          <a:bodyPr wrap="none" anchor="ctr" anchorCtr="1"/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提交</a:t>
            </a:r>
            <a:endParaRPr lang="zh-CN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</a:endParaRPr>
          </a:p>
        </p:txBody>
      </p:sp>
      <p:grpSp>
        <p:nvGrpSpPr>
          <p:cNvPr id="151564" name="组合 17"/>
          <p:cNvGrpSpPr/>
          <p:nvPr>
            <p:custDataLst>
              <p:tags r:id="rId11"/>
            </p:custDataLst>
          </p:nvPr>
        </p:nvGrpSpPr>
        <p:grpSpPr bwMode="auto">
          <a:xfrm>
            <a:off x="0" y="0"/>
            <a:ext cx="9144000" cy="635000"/>
            <a:chOff x="0" y="0"/>
            <a:chExt cx="9144000" cy="635000"/>
          </a:xfrm>
        </p:grpSpPr>
        <p:sp>
          <p:nvSpPr>
            <p:cNvPr id="151566" name="TitleBackground"/>
            <p:cNvSpPr>
              <a:spLocks noChangeArrowheads="1"/>
            </p:cNvSpPr>
            <p:nvPr>
              <p:custDataLst>
                <p:tags r:id="rId12"/>
              </p:custDataLst>
            </p:nvPr>
          </p:nvSpPr>
          <p:spPr bwMode="auto">
            <a:xfrm>
              <a:off x="0" y="0"/>
              <a:ext cx="9144000" cy="635000"/>
            </a:xfrm>
            <a:prstGeom prst="rect">
              <a:avLst/>
            </a:prstGeom>
            <a:solidFill>
              <a:srgbClr val="F6F7F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>
                <a:latin typeface="Symbol" panose="05050102010706020507" pitchFamily="18" charset="2"/>
              </a:endParaRPr>
            </a:p>
          </p:txBody>
        </p:sp>
        <p:sp>
          <p:nvSpPr>
            <p:cNvPr id="151567" name="ColorBlock"/>
            <p:cNvSpPr>
              <a:spLocks noChangeArrowheads="1"/>
            </p:cNvSpPr>
            <p:nvPr>
              <p:custDataLst>
                <p:tags r:id="rId13"/>
              </p:custDataLst>
            </p:nvPr>
          </p:nvSpPr>
          <p:spPr bwMode="auto"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>
                <a:latin typeface="Symbol" panose="05050102010706020507" pitchFamily="18" charset="2"/>
              </a:endParaRPr>
            </a:p>
          </p:txBody>
        </p:sp>
        <p:sp>
          <p:nvSpPr>
            <p:cNvPr id="151568" name="TypeText"/>
            <p:cNvSpPr txBox="1">
              <a:spLocks noChangeArrowheads="1"/>
            </p:cNvSpPr>
            <p:nvPr>
              <p:custDataLst>
                <p:tags r:id="rId14"/>
              </p:custDataLst>
            </p:nvPr>
          </p:nvSpPr>
          <p:spPr bwMode="auto">
            <a:xfrm>
              <a:off x="254000" y="0"/>
              <a:ext cx="1905000" cy="635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600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  <a:sym typeface="微软雅黑" panose="020B0503020204020204" charset="-122"/>
                </a:rPr>
                <a:t>单选题</a:t>
              </a:r>
              <a:endParaRPr lang="zh-CN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endParaRPr>
            </a:p>
          </p:txBody>
        </p:sp>
        <p:sp>
          <p:nvSpPr>
            <p:cNvPr id="151569" name="TipText"/>
            <p:cNvSpPr txBox="1">
              <a:spLocks noChangeArrowheads="1"/>
            </p:cNvSpPr>
            <p:nvPr>
              <p:custDataLst>
                <p:tags r:id="rId15"/>
              </p:custDataLst>
            </p:nvPr>
          </p:nvSpPr>
          <p:spPr bwMode="auto">
            <a:xfrm>
              <a:off x="1525905" y="109220"/>
              <a:ext cx="2286000" cy="508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000">
                  <a:solidFill>
                    <a:srgbClr val="808080"/>
                  </a:solidFill>
                  <a:latin typeface="微软雅黑" panose="020B0503020204020204" charset="-122"/>
                  <a:ea typeface="微软雅黑" panose="020B0503020204020204" charset="-122"/>
                  <a:sym typeface="微软雅黑" panose="020B0503020204020204" charset="-122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微软雅黑" panose="020B0503020204020204" charset="-122"/>
                  <a:ea typeface="微软雅黑" panose="020B0503020204020204" charset="-122"/>
                  <a:sym typeface="微软雅黑" panose="020B0503020204020204" charset="-122"/>
                </a:rPr>
                <a:t>分</a:t>
              </a:r>
              <a:endParaRPr lang="zh-CN" altLang="en-US" sz="2000">
                <a:solidFill>
                  <a:srgbClr val="80808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endParaRPr>
            </a:p>
          </p:txBody>
        </p:sp>
      </p:grpSp>
      <p:pic>
        <p:nvPicPr>
          <p:cNvPr id="151565" name="图片 2"/>
          <p:cNvPicPr>
            <a:picLocks noChangeArrowheads="1"/>
          </p:cNvPicPr>
          <p:nvPr>
            <p:custDataLst>
              <p:tags r:id="rId16"/>
            </p:custDataLst>
          </p:nvPr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94600" y="63500"/>
            <a:ext cx="1422400" cy="50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custDataLst>
      <p:tags r:id="rId18"/>
    </p:custDataLst>
  </p:cSld>
  <p:clrMapOvr>
    <a:masterClrMapping/>
  </p:clrMapOvr>
</p:sld>
</file>

<file path=ppt/slides/slide1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578" name="文本框 3"/>
          <p:cNvSpPr txBox="1"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914400" y="635000"/>
            <a:ext cx="7315200" cy="2143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下面等式错误的是</a:t>
            </a:r>
            <a:r>
              <a:rPr lang="en-US" altLang="zh-CN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___________</a:t>
            </a:r>
            <a:r>
              <a:rPr lang="zh-CN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。</a:t>
            </a:r>
            <a:endParaRPr lang="zh-CN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52579" name="文本框 4"/>
          <p:cNvSpPr txBox="1"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1828800" y="2786063"/>
            <a:ext cx="6400800" cy="642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(0* | 1)*(2 | 3)=0*(2 | 3) | 1(2 | 3)</a:t>
            </a:r>
            <a:endParaRPr lang="zh-CN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52580" name="文本框 5"/>
          <p:cNvSpPr txBox="1"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1828800" y="3643313"/>
            <a:ext cx="6400800" cy="642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(0* | 1)*(2 | 3)=(0* | 1)*2 | (0* | 1)*3</a:t>
            </a:r>
            <a:endParaRPr lang="zh-CN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52581" name="文本框 6"/>
          <p:cNvSpPr txBox="1"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1828800" y="4500563"/>
            <a:ext cx="6400800" cy="642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(0* | 1)*(2 | 3)=(0 | 1)*(2 | 3)</a:t>
            </a:r>
            <a:endParaRPr lang="zh-CN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52582" name="文本框 7"/>
          <p:cNvSpPr txBox="1"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1828800" y="5357813"/>
            <a:ext cx="6400800" cy="642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(0* | 1)*(2 | 3)=(0 | 1)*2 | (0 | 1)*3</a:t>
            </a:r>
            <a:endParaRPr lang="zh-CN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52583" name="椭圆 8"/>
          <p:cNvSpPr>
            <a:spLocks noChangeAspect="1"/>
          </p:cNvSpPr>
          <p:nvPr>
            <p:custDataLst>
              <p:tags r:id="rId6"/>
            </p:custDataLst>
          </p:nvPr>
        </p:nvSpPr>
        <p:spPr bwMode="auto">
          <a:xfrm>
            <a:off x="1114425" y="2849563"/>
            <a:ext cx="514350" cy="514350"/>
          </a:xfrm>
          <a:prstGeom prst="ellipse">
            <a:avLst/>
          </a:prstGeom>
          <a:solidFill>
            <a:srgbClr val="00FF00"/>
          </a:solidFill>
          <a:ln w="25400" algn="ctr">
            <a:solidFill>
              <a:srgbClr val="000000"/>
            </a:solidFill>
            <a:round/>
          </a:ln>
        </p:spPr>
        <p:txBody>
          <a:bodyPr wrap="none" anchor="ctr" anchorCtr="1"/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A</a:t>
            </a:r>
            <a:endParaRPr lang="zh-CN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52584" name="椭圆 9"/>
          <p:cNvSpPr>
            <a:spLocks noChangeAspect="1"/>
          </p:cNvSpPr>
          <p:nvPr>
            <p:custDataLst>
              <p:tags r:id="rId7"/>
            </p:custDataLst>
          </p:nvPr>
        </p:nvSpPr>
        <p:spPr bwMode="auto">
          <a:xfrm>
            <a:off x="1114425" y="3706813"/>
            <a:ext cx="514350" cy="514350"/>
          </a:xfrm>
          <a:prstGeom prst="ellipse">
            <a:avLst/>
          </a:prstGeom>
          <a:solidFill>
            <a:srgbClr val="808080"/>
          </a:solidFill>
          <a:ln w="12700" algn="ctr">
            <a:solidFill>
              <a:srgbClr val="000000"/>
            </a:solidFill>
            <a:round/>
          </a:ln>
        </p:spPr>
        <p:txBody>
          <a:bodyPr wrap="none" anchor="ctr" anchorCtr="1"/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B</a:t>
            </a:r>
            <a:endParaRPr lang="zh-CN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52585" name="椭圆 10"/>
          <p:cNvSpPr>
            <a:spLocks noChangeAspect="1"/>
          </p:cNvSpPr>
          <p:nvPr>
            <p:custDataLst>
              <p:tags r:id="rId8"/>
            </p:custDataLst>
          </p:nvPr>
        </p:nvSpPr>
        <p:spPr bwMode="auto">
          <a:xfrm>
            <a:off x="1114425" y="4564063"/>
            <a:ext cx="514350" cy="514350"/>
          </a:xfrm>
          <a:prstGeom prst="ellipse">
            <a:avLst/>
          </a:prstGeom>
          <a:solidFill>
            <a:srgbClr val="808080"/>
          </a:solidFill>
          <a:ln w="12700" algn="ctr">
            <a:solidFill>
              <a:srgbClr val="000000"/>
            </a:solidFill>
            <a:round/>
          </a:ln>
        </p:spPr>
        <p:txBody>
          <a:bodyPr wrap="none" anchor="ctr" anchorCtr="1"/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C</a:t>
            </a:r>
            <a:endParaRPr lang="zh-CN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52586" name="椭圆 11"/>
          <p:cNvSpPr>
            <a:spLocks noChangeAspect="1"/>
          </p:cNvSpPr>
          <p:nvPr>
            <p:custDataLst>
              <p:tags r:id="rId9"/>
            </p:custDataLst>
          </p:nvPr>
        </p:nvSpPr>
        <p:spPr bwMode="auto">
          <a:xfrm>
            <a:off x="1114425" y="5421313"/>
            <a:ext cx="514350" cy="514350"/>
          </a:xfrm>
          <a:prstGeom prst="ellipse">
            <a:avLst/>
          </a:prstGeom>
          <a:solidFill>
            <a:srgbClr val="808080"/>
          </a:solidFill>
          <a:ln w="12700" algn="ctr">
            <a:solidFill>
              <a:srgbClr val="000000"/>
            </a:solidFill>
            <a:round/>
          </a:ln>
        </p:spPr>
        <p:txBody>
          <a:bodyPr wrap="none" anchor="ctr" anchorCtr="1"/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D</a:t>
            </a:r>
            <a:endParaRPr lang="zh-CN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52587" name="矩形: 圆角 12"/>
          <p:cNvSpPr>
            <a:spLocks noChangeArrowheads="1"/>
          </p:cNvSpPr>
          <p:nvPr>
            <p:custDataLst>
              <p:tags r:id="rId10"/>
            </p:custDataLst>
          </p:nvPr>
        </p:nvSpPr>
        <p:spPr bwMode="auto">
          <a:xfrm>
            <a:off x="6172200" y="6215063"/>
            <a:ext cx="1543050" cy="411162"/>
          </a:xfrm>
          <a:prstGeom prst="roundRect">
            <a:avLst>
              <a:gd name="adj" fmla="val 16667"/>
            </a:avLst>
          </a:prstGeom>
          <a:solidFill>
            <a:srgbClr val="808080"/>
          </a:solidFill>
          <a:ln w="38100" algn="ctr">
            <a:solidFill>
              <a:srgbClr val="000000"/>
            </a:solidFill>
            <a:round/>
          </a:ln>
        </p:spPr>
        <p:txBody>
          <a:bodyPr wrap="none" anchor="ctr" anchorCtr="1"/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提交</a:t>
            </a:r>
            <a:endParaRPr lang="zh-CN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</a:endParaRPr>
          </a:p>
        </p:txBody>
      </p:sp>
      <p:grpSp>
        <p:nvGrpSpPr>
          <p:cNvPr id="152588" name="组合 17"/>
          <p:cNvGrpSpPr/>
          <p:nvPr>
            <p:custDataLst>
              <p:tags r:id="rId11"/>
            </p:custDataLst>
          </p:nvPr>
        </p:nvGrpSpPr>
        <p:grpSpPr bwMode="auto">
          <a:xfrm>
            <a:off x="0" y="0"/>
            <a:ext cx="9144000" cy="635000"/>
            <a:chOff x="0" y="0"/>
            <a:chExt cx="9144000" cy="635000"/>
          </a:xfrm>
        </p:grpSpPr>
        <p:sp>
          <p:nvSpPr>
            <p:cNvPr id="152590" name="TitleBackground"/>
            <p:cNvSpPr>
              <a:spLocks noChangeArrowheads="1"/>
            </p:cNvSpPr>
            <p:nvPr>
              <p:custDataLst>
                <p:tags r:id="rId12"/>
              </p:custDataLst>
            </p:nvPr>
          </p:nvSpPr>
          <p:spPr bwMode="auto">
            <a:xfrm>
              <a:off x="0" y="0"/>
              <a:ext cx="9144000" cy="635000"/>
            </a:xfrm>
            <a:prstGeom prst="rect">
              <a:avLst/>
            </a:prstGeom>
            <a:solidFill>
              <a:srgbClr val="F6F7F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>
                <a:latin typeface="Symbol" panose="05050102010706020507" pitchFamily="18" charset="2"/>
              </a:endParaRPr>
            </a:p>
          </p:txBody>
        </p:sp>
        <p:sp>
          <p:nvSpPr>
            <p:cNvPr id="152591" name="ColorBlock"/>
            <p:cNvSpPr>
              <a:spLocks noChangeArrowheads="1"/>
            </p:cNvSpPr>
            <p:nvPr>
              <p:custDataLst>
                <p:tags r:id="rId13"/>
              </p:custDataLst>
            </p:nvPr>
          </p:nvSpPr>
          <p:spPr bwMode="auto"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>
                <a:latin typeface="Symbol" panose="05050102010706020507" pitchFamily="18" charset="2"/>
              </a:endParaRPr>
            </a:p>
          </p:txBody>
        </p:sp>
        <p:sp>
          <p:nvSpPr>
            <p:cNvPr id="152592" name="TypeText"/>
            <p:cNvSpPr txBox="1">
              <a:spLocks noChangeArrowheads="1"/>
            </p:cNvSpPr>
            <p:nvPr>
              <p:custDataLst>
                <p:tags r:id="rId14"/>
              </p:custDataLst>
            </p:nvPr>
          </p:nvSpPr>
          <p:spPr bwMode="auto">
            <a:xfrm>
              <a:off x="254000" y="0"/>
              <a:ext cx="1905000" cy="635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600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  <a:sym typeface="微软雅黑" panose="020B0503020204020204" charset="-122"/>
                </a:rPr>
                <a:t>单选题</a:t>
              </a:r>
              <a:endParaRPr lang="zh-CN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endParaRPr>
            </a:p>
          </p:txBody>
        </p:sp>
        <p:sp>
          <p:nvSpPr>
            <p:cNvPr id="152593" name="TipText"/>
            <p:cNvSpPr txBox="1">
              <a:spLocks noChangeArrowheads="1"/>
            </p:cNvSpPr>
            <p:nvPr>
              <p:custDataLst>
                <p:tags r:id="rId15"/>
              </p:custDataLst>
            </p:nvPr>
          </p:nvSpPr>
          <p:spPr bwMode="auto">
            <a:xfrm>
              <a:off x="1525905" y="109220"/>
              <a:ext cx="2286000" cy="508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000">
                  <a:solidFill>
                    <a:srgbClr val="808080"/>
                  </a:solidFill>
                  <a:latin typeface="微软雅黑" panose="020B0503020204020204" charset="-122"/>
                  <a:ea typeface="微软雅黑" panose="020B0503020204020204" charset="-122"/>
                  <a:sym typeface="微软雅黑" panose="020B0503020204020204" charset="-122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微软雅黑" panose="020B0503020204020204" charset="-122"/>
                  <a:ea typeface="微软雅黑" panose="020B0503020204020204" charset="-122"/>
                  <a:sym typeface="微软雅黑" panose="020B0503020204020204" charset="-122"/>
                </a:rPr>
                <a:t>分</a:t>
              </a:r>
              <a:endParaRPr lang="zh-CN" altLang="en-US" sz="2000">
                <a:solidFill>
                  <a:srgbClr val="80808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endParaRPr>
            </a:p>
          </p:txBody>
        </p:sp>
      </p:grpSp>
      <p:pic>
        <p:nvPicPr>
          <p:cNvPr id="152589" name="图片 2"/>
          <p:cNvPicPr>
            <a:picLocks noChangeArrowheads="1"/>
          </p:cNvPicPr>
          <p:nvPr>
            <p:custDataLst>
              <p:tags r:id="rId16"/>
            </p:custDataLst>
          </p:nvPr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94600" y="63500"/>
            <a:ext cx="1422400" cy="50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custDataLst>
      <p:tags r:id="rId18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99"/>
    </mc:Choice>
    <mc:Fallback>
      <p:transition spd="slow"/>
    </mc:Fallback>
  </mc:AlternateContent>
</p:sld>
</file>

<file path=ppt/tags/tag1.xml><?xml version="1.0" encoding="utf-8"?>
<p:tagLst xmlns:p="http://schemas.openxmlformats.org/presentationml/2006/main">
  <p:tag name="RAINPROBLEM" val="ProblemBody"/>
</p:tagLst>
</file>

<file path=ppt/tags/tag2.xml><?xml version="1.0" encoding="utf-8"?>
<p:tagLst xmlns:p="http://schemas.openxmlformats.org/presentationml/2006/main">
  <p:tag name="RAINPROBLEM" val="ProblemItem"/>
</p:tagLst>
</file>

<file path=ppt/tags/tag3.xml><?xml version="1.0" encoding="utf-8"?>
<p:tagLst xmlns:p="http://schemas.openxmlformats.org/presentationml/2006/main">
  <p:tag name="RAINPROBLEM" val="ProblemItem"/>
</p:tagLst>
</file>

<file path=ppt/tags/tag4.xml><?xml version="1.0" encoding="utf-8"?>
<p:tagLst xmlns:p="http://schemas.openxmlformats.org/presentationml/2006/main">
  <p:tag name="RAINPROBLEM" val="ProblemItem"/>
</p:tagLst>
</file>

<file path=ppt/tags/tag5.xml><?xml version="1.0" encoding="utf-8"?>
<p:tagLst xmlns:p="http://schemas.openxmlformats.org/presentationml/2006/main">
  <p:tag name="RAINPROBLEM" val="ProblemItem"/>
</p:tagLst>
</file>

<file path=ppt/tags/tag6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7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8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9.xml><?xml version="1.0" encoding="utf-8"?>
<p:tagLst xmlns:p="http://schemas.openxmlformats.org/presentationml/2006/main">
  <p:tag name="RAINPROBLEM" val="ProblemBullet"/>
  <p:tag name="RAINPROBLEMTYPE" val="MultipleChoice"/>
  <p:tag name="RAINBULLET" val="Correct"/>
</p:tagLst>
</file>

<file path=ppt/tags/tag10.xml><?xml version="1.0" encoding="utf-8"?>
<p:tagLst xmlns:p="http://schemas.openxmlformats.org/presentationml/2006/main">
  <p:tag name="RAINPROBLEM" val="ProblemSubmit"/>
  <p:tag name="RAINPROBLEMTYPE" val="MultipleChoice"/>
</p:tagLst>
</file>

<file path=ppt/tags/tag11.xml><?xml version="1.0" encoding="utf-8"?>
<p:tagLst xmlns:p="http://schemas.openxmlformats.org/presentationml/2006/main">
  <p:tag name="RAINPROBLEMTYPE" val="ProblemTypeMarker"/>
</p:tagLst>
</file>

<file path=ppt/tags/tag12.xml><?xml version="1.0" encoding="utf-8"?>
<p:tagLst xmlns:p="http://schemas.openxmlformats.org/presentationml/2006/main">
  <p:tag name="RAINPROBLEMTYPE" val="ProblemTypeMarker"/>
</p:tagLst>
</file>

<file path=ppt/tags/tag13.xml><?xml version="1.0" encoding="utf-8"?>
<p:tagLst xmlns:p="http://schemas.openxmlformats.org/presentationml/2006/main">
  <p:tag name="RAINPROBLEMTYPE" val="ProblemTypeMarker"/>
</p:tagLst>
</file>

<file path=ppt/tags/tag14.xml><?xml version="1.0" encoding="utf-8"?>
<p:tagLst xmlns:p="http://schemas.openxmlformats.org/presentationml/2006/main">
  <p:tag name="RAINPROBLEMTYPE" val="ProblemTypeMarker"/>
</p:tagLst>
</file>

<file path=ppt/tags/tag15.xml><?xml version="1.0" encoding="utf-8"?>
<p:tagLst xmlns:p="http://schemas.openxmlformats.org/presentationml/2006/main">
  <p:tag name="RAINPROBLEMTYPE" val="ProblemTypeMarker"/>
</p:tagLst>
</file>

<file path=ppt/tags/tag16.xml><?xml version="1.0" encoding="utf-8"?>
<p:tagLst xmlns:p="http://schemas.openxmlformats.org/presentationml/2006/main">
  <p:tag name="RAINPROBLEM" val="ProblemSetting"/>
  <p:tag name="RAINPROBLEMTYPE" val="MultipleChoice"/>
</p:tagLst>
</file>

<file path=ppt/tags/tag17.xml><?xml version="1.0" encoding="utf-8"?>
<p:tagLst xmlns:p="http://schemas.openxmlformats.org/presentationml/2006/main">
  <p:tag name="RAINPROBLEM" val="MultipleChoice"/>
  <p:tag name="PROBLEMSCORE" val="1.0"/>
</p:tagLst>
</file>

<file path=ppt/tags/tag18.xml><?xml version="1.0" encoding="utf-8"?>
<p:tagLst xmlns:p="http://schemas.openxmlformats.org/presentationml/2006/main">
  <p:tag name="RAINPROBLEM" val="ProblemBody"/>
</p:tagLst>
</file>

<file path=ppt/tags/tag19.xml><?xml version="1.0" encoding="utf-8"?>
<p:tagLst xmlns:p="http://schemas.openxmlformats.org/presentationml/2006/main">
  <p:tag name="RAINPROBLEM" val="ProblemItem"/>
</p:tagLst>
</file>

<file path=ppt/tags/tag20.xml><?xml version="1.0" encoding="utf-8"?>
<p:tagLst xmlns:p="http://schemas.openxmlformats.org/presentationml/2006/main">
  <p:tag name="RAINPROBLEM" val="ProblemItem"/>
</p:tagLst>
</file>

<file path=ppt/tags/tag21.xml><?xml version="1.0" encoding="utf-8"?>
<p:tagLst xmlns:p="http://schemas.openxmlformats.org/presentationml/2006/main">
  <p:tag name="RAINPROBLEM" val="ProblemItem"/>
</p:tagLst>
</file>

<file path=ppt/tags/tag22.xml><?xml version="1.0" encoding="utf-8"?>
<p:tagLst xmlns:p="http://schemas.openxmlformats.org/presentationml/2006/main">
  <p:tag name="RAINPROBLEM" val="ProblemItem"/>
</p:tagLst>
</file>

<file path=ppt/tags/tag23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24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25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26.xml><?xml version="1.0" encoding="utf-8"?>
<p:tagLst xmlns:p="http://schemas.openxmlformats.org/presentationml/2006/main">
  <p:tag name="RAINPROBLEM" val="ProblemBullet"/>
  <p:tag name="RAINPROBLEMTYPE" val="MultipleChoice"/>
  <p:tag name="RAINBULLET" val="Correct"/>
</p:tagLst>
</file>

<file path=ppt/tags/tag27.xml><?xml version="1.0" encoding="utf-8"?>
<p:tagLst xmlns:p="http://schemas.openxmlformats.org/presentationml/2006/main">
  <p:tag name="RAINPROBLEM" val="ProblemSubmit"/>
  <p:tag name="RAINPROBLEMTYPE" val="MultipleChoice"/>
</p:tagLst>
</file>

<file path=ppt/tags/tag28.xml><?xml version="1.0" encoding="utf-8"?>
<p:tagLst xmlns:p="http://schemas.openxmlformats.org/presentationml/2006/main">
  <p:tag name="RAINPROBLEMTYPE" val="ProblemTypeMarker"/>
</p:tagLst>
</file>

<file path=ppt/tags/tag29.xml><?xml version="1.0" encoding="utf-8"?>
<p:tagLst xmlns:p="http://schemas.openxmlformats.org/presentationml/2006/main">
  <p:tag name="RAINPROBLEMTYPE" val="ProblemTypeMarker"/>
</p:tagLst>
</file>

<file path=ppt/tags/tag30.xml><?xml version="1.0" encoding="utf-8"?>
<p:tagLst xmlns:p="http://schemas.openxmlformats.org/presentationml/2006/main">
  <p:tag name="RAINPROBLEMTYPE" val="ProblemTypeMarker"/>
</p:tagLst>
</file>

<file path=ppt/tags/tag31.xml><?xml version="1.0" encoding="utf-8"?>
<p:tagLst xmlns:p="http://schemas.openxmlformats.org/presentationml/2006/main">
  <p:tag name="RAINPROBLEMTYPE" val="ProblemTypeMarker"/>
</p:tagLst>
</file>

<file path=ppt/tags/tag32.xml><?xml version="1.0" encoding="utf-8"?>
<p:tagLst xmlns:p="http://schemas.openxmlformats.org/presentationml/2006/main">
  <p:tag name="RAINPROBLEMTYPE" val="ProblemTypeMarker"/>
</p:tagLst>
</file>

<file path=ppt/tags/tag33.xml><?xml version="1.0" encoding="utf-8"?>
<p:tagLst xmlns:p="http://schemas.openxmlformats.org/presentationml/2006/main">
  <p:tag name="RAINPROBLEM" val="ProblemSetting"/>
  <p:tag name="RAINPROBLEMTYPE" val="MultipleChoice"/>
</p:tagLst>
</file>

<file path=ppt/tags/tag34.xml><?xml version="1.0" encoding="utf-8"?>
<p:tagLst xmlns:p="http://schemas.openxmlformats.org/presentationml/2006/main">
  <p:tag name="RAINPROBLEM" val="MultipleChoice"/>
  <p:tag name="PROBLEMSCORE" val="1.0"/>
</p:tagLst>
</file>

<file path=ppt/tags/tag35.xml><?xml version="1.0" encoding="utf-8"?>
<p:tagLst xmlns:p="http://schemas.openxmlformats.org/presentationml/2006/main">
  <p:tag name="RAINPROBLEM" val="ProblemBody"/>
</p:tagLst>
</file>

<file path=ppt/tags/tag36.xml><?xml version="1.0" encoding="utf-8"?>
<p:tagLst xmlns:p="http://schemas.openxmlformats.org/presentationml/2006/main">
  <p:tag name="RAINPROBLEM" val="ProblemItem"/>
</p:tagLst>
</file>

<file path=ppt/tags/tag37.xml><?xml version="1.0" encoding="utf-8"?>
<p:tagLst xmlns:p="http://schemas.openxmlformats.org/presentationml/2006/main">
  <p:tag name="RAINPROBLEM" val="ProblemItem"/>
</p:tagLst>
</file>

<file path=ppt/tags/tag38.xml><?xml version="1.0" encoding="utf-8"?>
<p:tagLst xmlns:p="http://schemas.openxmlformats.org/presentationml/2006/main">
  <p:tag name="RAINPROBLEM" val="ProblemItem"/>
</p:tagLst>
</file>

<file path=ppt/tags/tag39.xml><?xml version="1.0" encoding="utf-8"?>
<p:tagLst xmlns:p="http://schemas.openxmlformats.org/presentationml/2006/main">
  <p:tag name="RAINPROBLEM" val="ProblemItem"/>
</p:tagLst>
</file>

<file path=ppt/tags/tag40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41.xml><?xml version="1.0" encoding="utf-8"?>
<p:tagLst xmlns:p="http://schemas.openxmlformats.org/presentationml/2006/main">
  <p:tag name="RAINPROBLEM" val="ProblemBullet"/>
  <p:tag name="RAINPROBLEMTYPE" val="MultipleChoice"/>
  <p:tag name="RAINBULLET" val="Correct"/>
</p:tagLst>
</file>

<file path=ppt/tags/tag42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43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44.xml><?xml version="1.0" encoding="utf-8"?>
<p:tagLst xmlns:p="http://schemas.openxmlformats.org/presentationml/2006/main">
  <p:tag name="RAINPROBLEM" val="ProblemSubmit"/>
  <p:tag name="RAINPROBLEMTYPE" val="MultipleChoice"/>
</p:tagLst>
</file>

<file path=ppt/tags/tag45.xml><?xml version="1.0" encoding="utf-8"?>
<p:tagLst xmlns:p="http://schemas.openxmlformats.org/presentationml/2006/main">
  <p:tag name="RAINPROBLEMTYPE" val="ProblemTypeMarker"/>
</p:tagLst>
</file>

<file path=ppt/tags/tag46.xml><?xml version="1.0" encoding="utf-8"?>
<p:tagLst xmlns:p="http://schemas.openxmlformats.org/presentationml/2006/main">
  <p:tag name="RAINPROBLEMTYPE" val="ProblemTypeMarker"/>
</p:tagLst>
</file>

<file path=ppt/tags/tag47.xml><?xml version="1.0" encoding="utf-8"?>
<p:tagLst xmlns:p="http://schemas.openxmlformats.org/presentationml/2006/main">
  <p:tag name="RAINPROBLEMTYPE" val="ProblemTypeMarker"/>
</p:tagLst>
</file>

<file path=ppt/tags/tag48.xml><?xml version="1.0" encoding="utf-8"?>
<p:tagLst xmlns:p="http://schemas.openxmlformats.org/presentationml/2006/main">
  <p:tag name="RAINPROBLEMTYPE" val="ProblemTypeMarker"/>
</p:tagLst>
</file>

<file path=ppt/tags/tag49.xml><?xml version="1.0" encoding="utf-8"?>
<p:tagLst xmlns:p="http://schemas.openxmlformats.org/presentationml/2006/main">
  <p:tag name="RAINPROBLEMTYPE" val="ProblemTypeMarker"/>
</p:tagLst>
</file>

<file path=ppt/tags/tag50.xml><?xml version="1.0" encoding="utf-8"?>
<p:tagLst xmlns:p="http://schemas.openxmlformats.org/presentationml/2006/main">
  <p:tag name="RAINPROBLEM" val="ProblemSetting"/>
  <p:tag name="RAINPROBLEMTYPE" val="MultipleChoice"/>
</p:tagLst>
</file>

<file path=ppt/tags/tag51.xml><?xml version="1.0" encoding="utf-8"?>
<p:tagLst xmlns:p="http://schemas.openxmlformats.org/presentationml/2006/main">
  <p:tag name="RAINPROBLEM" val="MultipleChoice"/>
  <p:tag name="PROBLEMSCORE" val="1.0"/>
</p:tagLst>
</file>

<file path=ppt/tags/tag52.xml><?xml version="1.0" encoding="utf-8"?>
<p:tagLst xmlns:p="http://schemas.openxmlformats.org/presentationml/2006/main">
  <p:tag name="RAINPROBLEM" val="ProblemBody"/>
</p:tagLst>
</file>

<file path=ppt/tags/tag53.xml><?xml version="1.0" encoding="utf-8"?>
<p:tagLst xmlns:p="http://schemas.openxmlformats.org/presentationml/2006/main">
  <p:tag name="RAINPROBLEM" val="ProblemItem"/>
</p:tagLst>
</file>

<file path=ppt/tags/tag54.xml><?xml version="1.0" encoding="utf-8"?>
<p:tagLst xmlns:p="http://schemas.openxmlformats.org/presentationml/2006/main">
  <p:tag name="RAINPROBLEM" val="ProblemItem"/>
</p:tagLst>
</file>

<file path=ppt/tags/tag55.xml><?xml version="1.0" encoding="utf-8"?>
<p:tagLst xmlns:p="http://schemas.openxmlformats.org/presentationml/2006/main">
  <p:tag name="RAINPROBLEM" val="ProblemItem"/>
</p:tagLst>
</file>

<file path=ppt/tags/tag56.xml><?xml version="1.0" encoding="utf-8"?>
<p:tagLst xmlns:p="http://schemas.openxmlformats.org/presentationml/2006/main">
  <p:tag name="RAINPROBLEM" val="ProblemItem"/>
</p:tagLst>
</file>

<file path=ppt/tags/tag57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58.xml><?xml version="1.0" encoding="utf-8"?>
<p:tagLst xmlns:p="http://schemas.openxmlformats.org/presentationml/2006/main">
  <p:tag name="RAINPROBLEM" val="ProblemBullet"/>
  <p:tag name="RAINPROBLEMTYPE" val="MultipleChoice"/>
  <p:tag name="RAINBULLET" val="Correct"/>
</p:tagLst>
</file>

<file path=ppt/tags/tag59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60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61.xml><?xml version="1.0" encoding="utf-8"?>
<p:tagLst xmlns:p="http://schemas.openxmlformats.org/presentationml/2006/main">
  <p:tag name="RAINPROBLEM" val="ProblemSubmit"/>
  <p:tag name="RAINPROBLEMTYPE" val="MultipleChoice"/>
</p:tagLst>
</file>

<file path=ppt/tags/tag62.xml><?xml version="1.0" encoding="utf-8"?>
<p:tagLst xmlns:p="http://schemas.openxmlformats.org/presentationml/2006/main">
  <p:tag name="RAINPROBLEMTYPE" val="ProblemTypeMarker"/>
</p:tagLst>
</file>

<file path=ppt/tags/tag63.xml><?xml version="1.0" encoding="utf-8"?>
<p:tagLst xmlns:p="http://schemas.openxmlformats.org/presentationml/2006/main">
  <p:tag name="RAINPROBLEMTYPE" val="ProblemTypeMarker"/>
</p:tagLst>
</file>

<file path=ppt/tags/tag64.xml><?xml version="1.0" encoding="utf-8"?>
<p:tagLst xmlns:p="http://schemas.openxmlformats.org/presentationml/2006/main">
  <p:tag name="RAINPROBLEMTYPE" val="ProblemTypeMarker"/>
</p:tagLst>
</file>

<file path=ppt/tags/tag65.xml><?xml version="1.0" encoding="utf-8"?>
<p:tagLst xmlns:p="http://schemas.openxmlformats.org/presentationml/2006/main">
  <p:tag name="RAINPROBLEMTYPE" val="ProblemTypeMarker"/>
</p:tagLst>
</file>

<file path=ppt/tags/tag66.xml><?xml version="1.0" encoding="utf-8"?>
<p:tagLst xmlns:p="http://schemas.openxmlformats.org/presentationml/2006/main">
  <p:tag name="RAINPROBLEMTYPE" val="ProblemTypeMarker"/>
</p:tagLst>
</file>

<file path=ppt/tags/tag67.xml><?xml version="1.0" encoding="utf-8"?>
<p:tagLst xmlns:p="http://schemas.openxmlformats.org/presentationml/2006/main">
  <p:tag name="RAINPROBLEM" val="ProblemSetting"/>
  <p:tag name="RAINPROBLEMTYPE" val="MultipleChoice"/>
</p:tagLst>
</file>

<file path=ppt/tags/tag68.xml><?xml version="1.0" encoding="utf-8"?>
<p:tagLst xmlns:p="http://schemas.openxmlformats.org/presentationml/2006/main">
  <p:tag name="RAINPROBLEM" val="MultipleChoice"/>
  <p:tag name="PROBLEMSCORE" val="1.0"/>
</p:tagLst>
</file>

<file path=ppt/tags/tag69.xml><?xml version="1.0" encoding="utf-8"?>
<p:tagLst xmlns:p="http://schemas.openxmlformats.org/presentationml/2006/main">
  <p:tag name="RAINPROBLEM" val="ProblemBody"/>
</p:tagLst>
</file>

<file path=ppt/tags/tag70.xml><?xml version="1.0" encoding="utf-8"?>
<p:tagLst xmlns:p="http://schemas.openxmlformats.org/presentationml/2006/main">
  <p:tag name="RAINPROBLEM" val="ProblemItem"/>
</p:tagLst>
</file>

<file path=ppt/tags/tag71.xml><?xml version="1.0" encoding="utf-8"?>
<p:tagLst xmlns:p="http://schemas.openxmlformats.org/presentationml/2006/main">
  <p:tag name="RAINPROBLEM" val="ProblemItem"/>
</p:tagLst>
</file>

<file path=ppt/tags/tag72.xml><?xml version="1.0" encoding="utf-8"?>
<p:tagLst xmlns:p="http://schemas.openxmlformats.org/presentationml/2006/main">
  <p:tag name="RAINPROBLEM" val="ProblemBullet"/>
  <p:tag name="RAINPROBLEMTYPE" val="MultipleChoice"/>
  <p:tag name="RAINBULLET" val="Correct"/>
</p:tagLst>
</file>

<file path=ppt/tags/tag73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74.xml><?xml version="1.0" encoding="utf-8"?>
<p:tagLst xmlns:p="http://schemas.openxmlformats.org/presentationml/2006/main">
  <p:tag name="RAINPROBLEM" val="ProblemSubmit"/>
  <p:tag name="RAINPROBLEMTYPE" val="MultipleChoice"/>
</p:tagLst>
</file>

<file path=ppt/tags/tag75.xml><?xml version="1.0" encoding="utf-8"?>
<p:tagLst xmlns:p="http://schemas.openxmlformats.org/presentationml/2006/main">
  <p:tag name="RAINPROBLEMTYPE" val="ProblemTypeMarker"/>
</p:tagLst>
</file>

<file path=ppt/tags/tag76.xml><?xml version="1.0" encoding="utf-8"?>
<p:tagLst xmlns:p="http://schemas.openxmlformats.org/presentationml/2006/main">
  <p:tag name="RAINPROBLEMTYPE" val="ProblemTypeMarker"/>
</p:tagLst>
</file>

<file path=ppt/tags/tag77.xml><?xml version="1.0" encoding="utf-8"?>
<p:tagLst xmlns:p="http://schemas.openxmlformats.org/presentationml/2006/main">
  <p:tag name="RAINPROBLEMTYPE" val="ProblemTypeMarker"/>
</p:tagLst>
</file>

<file path=ppt/tags/tag78.xml><?xml version="1.0" encoding="utf-8"?>
<p:tagLst xmlns:p="http://schemas.openxmlformats.org/presentationml/2006/main">
  <p:tag name="RAINPROBLEMTYPE" val="ProblemTypeMarker"/>
</p:tagLst>
</file>

<file path=ppt/tags/tag79.xml><?xml version="1.0" encoding="utf-8"?>
<p:tagLst xmlns:p="http://schemas.openxmlformats.org/presentationml/2006/main">
  <p:tag name="RAINPROBLEMTYPE" val="ProblemTypeMarker"/>
</p:tagLst>
</file>

<file path=ppt/tags/tag80.xml><?xml version="1.0" encoding="utf-8"?>
<p:tagLst xmlns:p="http://schemas.openxmlformats.org/presentationml/2006/main">
  <p:tag name="RAINPROBLEM" val="ProblemSetting"/>
  <p:tag name="RAINPROBLEMTYPE" val="MultipleChoice"/>
</p:tagLst>
</file>

<file path=ppt/tags/tag81.xml><?xml version="1.0" encoding="utf-8"?>
<p:tagLst xmlns:p="http://schemas.openxmlformats.org/presentationml/2006/main">
  <p:tag name="RAINPROBLEM" val="MultipleChoice"/>
  <p:tag name="PROBLEMSCORE" val="1.0"/>
</p:tagLst>
</file>

<file path=ppt/tags/tag82.xml><?xml version="1.0" encoding="utf-8"?>
<p:tagLst xmlns:p="http://schemas.openxmlformats.org/presentationml/2006/main">
  <p:tag name="RAINPROBLEM" val="ProblemBody"/>
</p:tagLst>
</file>

<file path=ppt/tags/tag83.xml><?xml version="1.0" encoding="utf-8"?>
<p:tagLst xmlns:p="http://schemas.openxmlformats.org/presentationml/2006/main">
  <p:tag name="RAINPROBLEM" val="ProblemItem"/>
</p:tagLst>
</file>

<file path=ppt/tags/tag84.xml><?xml version="1.0" encoding="utf-8"?>
<p:tagLst xmlns:p="http://schemas.openxmlformats.org/presentationml/2006/main">
  <p:tag name="RAINPROBLEM" val="ProblemItem"/>
</p:tagLst>
</file>

<file path=ppt/tags/tag85.xml><?xml version="1.0" encoding="utf-8"?>
<p:tagLst xmlns:p="http://schemas.openxmlformats.org/presentationml/2006/main">
  <p:tag name="RAINPROBLEM" val="ProblemItem"/>
</p:tagLst>
</file>

<file path=ppt/tags/tag86.xml><?xml version="1.0" encoding="utf-8"?>
<p:tagLst xmlns:p="http://schemas.openxmlformats.org/presentationml/2006/main">
  <p:tag name="RAINPROBLEM" val="ProblemItem"/>
</p:tagLst>
</file>

<file path=ppt/tags/tag87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88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89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90.xml><?xml version="1.0" encoding="utf-8"?>
<p:tagLst xmlns:p="http://schemas.openxmlformats.org/presentationml/2006/main">
  <p:tag name="RAINPROBLEM" val="ProblemBullet"/>
  <p:tag name="RAINPROBLEMTYPE" val="MultipleChoice"/>
  <p:tag name="RAINBULLET" val="Correct"/>
</p:tagLst>
</file>

<file path=ppt/tags/tag91.xml><?xml version="1.0" encoding="utf-8"?>
<p:tagLst xmlns:p="http://schemas.openxmlformats.org/presentationml/2006/main">
  <p:tag name="RAINPROBLEM" val="ProblemSubmit"/>
  <p:tag name="RAINPROBLEMTYPE" val="MultipleChoice"/>
</p:tagLst>
</file>

<file path=ppt/tags/tag92.xml><?xml version="1.0" encoding="utf-8"?>
<p:tagLst xmlns:p="http://schemas.openxmlformats.org/presentationml/2006/main">
  <p:tag name="RAINPROBLEMTYPE" val="ProblemTypeMarker"/>
</p:tagLst>
</file>

<file path=ppt/tags/tag93.xml><?xml version="1.0" encoding="utf-8"?>
<p:tagLst xmlns:p="http://schemas.openxmlformats.org/presentationml/2006/main">
  <p:tag name="RAINPROBLEMTYPE" val="ProblemTypeMarker"/>
</p:tagLst>
</file>

<file path=ppt/tags/tag94.xml><?xml version="1.0" encoding="utf-8"?>
<p:tagLst xmlns:p="http://schemas.openxmlformats.org/presentationml/2006/main">
  <p:tag name="RAINPROBLEMTYPE" val="ProblemTypeMarker"/>
</p:tagLst>
</file>

<file path=ppt/tags/tag95.xml><?xml version="1.0" encoding="utf-8"?>
<p:tagLst xmlns:p="http://schemas.openxmlformats.org/presentationml/2006/main">
  <p:tag name="RAINPROBLEMTYPE" val="ProblemTypeMarker"/>
</p:tagLst>
</file>

<file path=ppt/tags/tag96.xml><?xml version="1.0" encoding="utf-8"?>
<p:tagLst xmlns:p="http://schemas.openxmlformats.org/presentationml/2006/main">
  <p:tag name="RAINPROBLEMTYPE" val="ProblemTypeMarker"/>
</p:tagLst>
</file>

<file path=ppt/tags/tag97.xml><?xml version="1.0" encoding="utf-8"?>
<p:tagLst xmlns:p="http://schemas.openxmlformats.org/presentationml/2006/main">
  <p:tag name="RAINPROBLEM" val="ProblemSetting"/>
  <p:tag name="RAINPROBLEMTYPE" val="MultipleChoice"/>
</p:tagLst>
</file>

<file path=ppt/tags/tag98.xml><?xml version="1.0" encoding="utf-8"?>
<p:tagLst xmlns:p="http://schemas.openxmlformats.org/presentationml/2006/main">
  <p:tag name="RAINPROBLEM" val="MultipleChoice"/>
  <p:tag name="PROBLEMSCORE" val="1.0"/>
</p:tagLst>
</file>

<file path=ppt/tags/tag99.xml><?xml version="1.0" encoding="utf-8"?>
<p:tagLst xmlns:p="http://schemas.openxmlformats.org/presentationml/2006/main">
  <p:tag name="RAINPROBLEM" val="ProblemBody"/>
</p:tagLst>
</file>

<file path=ppt/tags/tag100.xml><?xml version="1.0" encoding="utf-8"?>
<p:tagLst xmlns:p="http://schemas.openxmlformats.org/presentationml/2006/main">
  <p:tag name="RAINPROBLEM" val="ProblemItem"/>
</p:tagLst>
</file>

<file path=ppt/tags/tag101.xml><?xml version="1.0" encoding="utf-8"?>
<p:tagLst xmlns:p="http://schemas.openxmlformats.org/presentationml/2006/main">
  <p:tag name="RAINPROBLEM" val="ProblemItem"/>
</p:tagLst>
</file>

<file path=ppt/tags/tag102.xml><?xml version="1.0" encoding="utf-8"?>
<p:tagLst xmlns:p="http://schemas.openxmlformats.org/presentationml/2006/main">
  <p:tag name="RAINPROBLEM" val="ProblemItem"/>
</p:tagLst>
</file>

<file path=ppt/tags/tag103.xml><?xml version="1.0" encoding="utf-8"?>
<p:tagLst xmlns:p="http://schemas.openxmlformats.org/presentationml/2006/main">
  <p:tag name="RAINPROBLEM" val="ProblemItem"/>
</p:tagLst>
</file>

<file path=ppt/tags/tag104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105.xml><?xml version="1.0" encoding="utf-8"?>
<p:tagLst xmlns:p="http://schemas.openxmlformats.org/presentationml/2006/main">
  <p:tag name="RAINPROBLEM" val="ProblemBullet"/>
  <p:tag name="RAINPROBLEMTYPE" val="MultipleChoice"/>
  <p:tag name="RAINBULLET" val="Correct"/>
</p:tagLst>
</file>

<file path=ppt/tags/tag106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107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108.xml><?xml version="1.0" encoding="utf-8"?>
<p:tagLst xmlns:p="http://schemas.openxmlformats.org/presentationml/2006/main">
  <p:tag name="RAINPROBLEM" val="ProblemSubmit"/>
  <p:tag name="RAINPROBLEMTYPE" val="MultipleChoice"/>
</p:tagLst>
</file>

<file path=ppt/tags/tag109.xml><?xml version="1.0" encoding="utf-8"?>
<p:tagLst xmlns:p="http://schemas.openxmlformats.org/presentationml/2006/main">
  <p:tag name="RAINPROBLEMTYPE" val="ProblemTypeMarker"/>
</p:tagLst>
</file>

<file path=ppt/tags/tag110.xml><?xml version="1.0" encoding="utf-8"?>
<p:tagLst xmlns:p="http://schemas.openxmlformats.org/presentationml/2006/main">
  <p:tag name="RAINPROBLEMTYPE" val="ProblemTypeMarker"/>
</p:tagLst>
</file>

<file path=ppt/tags/tag111.xml><?xml version="1.0" encoding="utf-8"?>
<p:tagLst xmlns:p="http://schemas.openxmlformats.org/presentationml/2006/main">
  <p:tag name="RAINPROBLEMTYPE" val="ProblemTypeMarker"/>
</p:tagLst>
</file>

<file path=ppt/tags/tag112.xml><?xml version="1.0" encoding="utf-8"?>
<p:tagLst xmlns:p="http://schemas.openxmlformats.org/presentationml/2006/main">
  <p:tag name="RAINPROBLEMTYPE" val="ProblemTypeMarker"/>
</p:tagLst>
</file>

<file path=ppt/tags/tag113.xml><?xml version="1.0" encoding="utf-8"?>
<p:tagLst xmlns:p="http://schemas.openxmlformats.org/presentationml/2006/main">
  <p:tag name="RAINPROBLEMTYPE" val="ProblemTypeMarker"/>
</p:tagLst>
</file>

<file path=ppt/tags/tag114.xml><?xml version="1.0" encoding="utf-8"?>
<p:tagLst xmlns:p="http://schemas.openxmlformats.org/presentationml/2006/main">
  <p:tag name="RAINPROBLEM" val="ProblemSetting"/>
  <p:tag name="RAINPROBLEMTYPE" val="MultipleChoice"/>
</p:tagLst>
</file>

<file path=ppt/tags/tag115.xml><?xml version="1.0" encoding="utf-8"?>
<p:tagLst xmlns:p="http://schemas.openxmlformats.org/presentationml/2006/main">
  <p:tag name="RAINPROBLEM" val="MultipleChoice"/>
  <p:tag name="PROBLEMSCORE" val="1.0"/>
</p:tagLst>
</file>

<file path=ppt/tags/tag116.xml><?xml version="1.0" encoding="utf-8"?>
<p:tagLst xmlns:p="http://schemas.openxmlformats.org/presentationml/2006/main">
  <p:tag name="RAINPROBLEM" val="ProblemBody"/>
</p:tagLst>
</file>

<file path=ppt/tags/tag117.xml><?xml version="1.0" encoding="utf-8"?>
<p:tagLst xmlns:p="http://schemas.openxmlformats.org/presentationml/2006/main">
  <p:tag name="RAINPROBLEM" val="ProblemItem"/>
</p:tagLst>
</file>

<file path=ppt/tags/tag118.xml><?xml version="1.0" encoding="utf-8"?>
<p:tagLst xmlns:p="http://schemas.openxmlformats.org/presentationml/2006/main">
  <p:tag name="RAINPROBLEM" val="ProblemItem"/>
</p:tagLst>
</file>

<file path=ppt/tags/tag119.xml><?xml version="1.0" encoding="utf-8"?>
<p:tagLst xmlns:p="http://schemas.openxmlformats.org/presentationml/2006/main">
  <p:tag name="RAINPROBLEM" val="ProblemItem"/>
</p:tagLst>
</file>

<file path=ppt/tags/tag120.xml><?xml version="1.0" encoding="utf-8"?>
<p:tagLst xmlns:p="http://schemas.openxmlformats.org/presentationml/2006/main">
  <p:tag name="RAINPROBLEM" val="ProblemItem"/>
</p:tagLst>
</file>

<file path=ppt/tags/tag121.xml><?xml version="1.0" encoding="utf-8"?>
<p:tagLst xmlns:p="http://schemas.openxmlformats.org/presentationml/2006/main">
  <p:tag name="RAINPROBLEM" val="ProblemBullet"/>
  <p:tag name="RAINPROBLEMTYPE" val="MultipleChoice"/>
  <p:tag name="RAINBULLET" val="Correct"/>
</p:tagLst>
</file>

<file path=ppt/tags/tag122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123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124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125.xml><?xml version="1.0" encoding="utf-8"?>
<p:tagLst xmlns:p="http://schemas.openxmlformats.org/presentationml/2006/main">
  <p:tag name="RAINPROBLEM" val="ProblemSubmit"/>
  <p:tag name="RAINPROBLEMTYPE" val="MultipleChoice"/>
</p:tagLst>
</file>

<file path=ppt/tags/tag126.xml><?xml version="1.0" encoding="utf-8"?>
<p:tagLst xmlns:p="http://schemas.openxmlformats.org/presentationml/2006/main">
  <p:tag name="RAINPROBLEMTYPE" val="ProblemTypeMarker"/>
</p:tagLst>
</file>

<file path=ppt/tags/tag127.xml><?xml version="1.0" encoding="utf-8"?>
<p:tagLst xmlns:p="http://schemas.openxmlformats.org/presentationml/2006/main">
  <p:tag name="RAINPROBLEMTYPE" val="ProblemTypeMarker"/>
</p:tagLst>
</file>

<file path=ppt/tags/tag128.xml><?xml version="1.0" encoding="utf-8"?>
<p:tagLst xmlns:p="http://schemas.openxmlformats.org/presentationml/2006/main">
  <p:tag name="RAINPROBLEMTYPE" val="ProblemTypeMarker"/>
</p:tagLst>
</file>

<file path=ppt/tags/tag129.xml><?xml version="1.0" encoding="utf-8"?>
<p:tagLst xmlns:p="http://schemas.openxmlformats.org/presentationml/2006/main">
  <p:tag name="RAINPROBLEMTYPE" val="ProblemTypeMarker"/>
</p:tagLst>
</file>

<file path=ppt/tags/tag130.xml><?xml version="1.0" encoding="utf-8"?>
<p:tagLst xmlns:p="http://schemas.openxmlformats.org/presentationml/2006/main">
  <p:tag name="RAINPROBLEMTYPE" val="ProblemTypeMarker"/>
</p:tagLst>
</file>

<file path=ppt/tags/tag131.xml><?xml version="1.0" encoding="utf-8"?>
<p:tagLst xmlns:p="http://schemas.openxmlformats.org/presentationml/2006/main">
  <p:tag name="RAINPROBLEM" val="ProblemSetting"/>
  <p:tag name="RAINPROBLEMTYPE" val="MultipleChoice"/>
</p:tagLst>
</file>

<file path=ppt/tags/tag132.xml><?xml version="1.0" encoding="utf-8"?>
<p:tagLst xmlns:p="http://schemas.openxmlformats.org/presentationml/2006/main">
  <p:tag name="RAINPROBLEM" val="MultipleChoice"/>
  <p:tag name="PROBLEMSCORE" val="1.0"/>
</p:tagLst>
</file>

<file path=ppt/theme/theme1.xml><?xml version="1.0" encoding="utf-8"?>
<a:theme xmlns:a="http://schemas.openxmlformats.org/drawingml/2006/main" name="Blends">
  <a:themeElements>
    <a:clrScheme name="">
      <a:dk1>
        <a:srgbClr val="000000"/>
      </a:dk1>
      <a:lt1>
        <a:srgbClr val="FFFFFF"/>
      </a:lt1>
      <a:dk2>
        <a:srgbClr val="333399"/>
      </a:dk2>
      <a:lt2>
        <a:srgbClr val="1C1C1C"/>
      </a:lt2>
      <a:accent1>
        <a:srgbClr val="00E4A8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FD1"/>
      </a:accent5>
      <a:accent6>
        <a:srgbClr val="2D2DB9"/>
      </a:accent6>
      <a:hlink>
        <a:srgbClr val="FF0000"/>
      </a:hlink>
      <a:folHlink>
        <a:srgbClr val="3333CC"/>
      </a:folHlink>
    </a:clrScheme>
    <a:fontScheme name="Blends">
      <a:majorFont>
        <a:latin typeface="Times New Roman"/>
        <a:ea typeface="宋体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FFCF01"/>
        </a:solidFill>
        <a:ln w="9525" cap="flat" cmpd="sng" algn="ctr">
          <a:noFill/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ctr" anchorCtr="0" compatLnSpc="1"/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zh-CN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Symbol" panose="05050102010706020507" pitchFamily="18" charset="2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FFCF01"/>
        </a:solidFill>
        <a:ln w="9525" cap="flat" cmpd="sng" algn="ctr">
          <a:noFill/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ctr" anchorCtr="0" compatLnSpc="1"/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zh-CN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Symbol" panose="05050102010706020507" pitchFamily="18" charset="2"/>
            <a:ea typeface="宋体" panose="02010600030101010101" pitchFamily="2" charset="-122"/>
          </a:defRPr>
        </a:defPPr>
      </a:lstStyle>
    </a:lnDef>
  </a:objectDefaults>
  <a:extraClrSchemeLst>
    <a:extraClrScheme>
      <a:clrScheme name="Blends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2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3">
        <a:dk1>
          <a:srgbClr val="000000"/>
        </a:dk1>
        <a:lt1>
          <a:srgbClr val="FFFFFF"/>
        </a:lt1>
        <a:dk2>
          <a:srgbClr val="000000"/>
        </a:dk2>
        <a:lt2>
          <a:srgbClr val="5F5F5F"/>
        </a:lt2>
        <a:accent1>
          <a:srgbClr val="EAEAEA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F3F3F3"/>
        </a:accent5>
        <a:accent6>
          <a:srgbClr val="737373"/>
        </a:accent6>
        <a:hlink>
          <a:srgbClr val="4D4D4D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4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7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Blends 2">
    <a:dk1>
      <a:srgbClr val="000000"/>
    </a:dk1>
    <a:lt1>
      <a:srgbClr val="FFFFFF"/>
    </a:lt1>
    <a:dk2>
      <a:srgbClr val="333399"/>
    </a:dk2>
    <a:lt2>
      <a:srgbClr val="1C1C1C"/>
    </a:lt2>
    <a:accent1>
      <a:srgbClr val="00E4A8"/>
    </a:accent1>
    <a:accent2>
      <a:srgbClr val="FFCF01"/>
    </a:accent2>
    <a:accent3>
      <a:srgbClr val="FFFFFF"/>
    </a:accent3>
    <a:accent4>
      <a:srgbClr val="000000"/>
    </a:accent4>
    <a:accent5>
      <a:srgbClr val="AAEFD1"/>
    </a:accent5>
    <a:accent6>
      <a:srgbClr val="E7BB01"/>
    </a:accent6>
    <a:hlink>
      <a:srgbClr val="FF0000"/>
    </a:hlink>
    <a:folHlink>
      <a:srgbClr val="3333CC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>D:\Program Files\Microsoft Office\Templates\Presentation Designs\Blends.pot</Template>
  <TotalTime>0</TotalTime>
  <Words>26256</Words>
  <Application>WPS 演示</Application>
  <PresentationFormat>全屏显示(4:3)</PresentationFormat>
  <Paragraphs>3046</Paragraphs>
  <Slides>153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153</vt:i4>
      </vt:variant>
    </vt:vector>
  </HeadingPairs>
  <TitlesOfParts>
    <vt:vector size="170" baseType="lpstr">
      <vt:lpstr>Arial</vt:lpstr>
      <vt:lpstr>宋体</vt:lpstr>
      <vt:lpstr>Wingdings</vt:lpstr>
      <vt:lpstr>Symbol</vt:lpstr>
      <vt:lpstr>Tahoma</vt:lpstr>
      <vt:lpstr>Times New Roman</vt:lpstr>
      <vt:lpstr>黑体</vt:lpstr>
      <vt:lpstr>Courier New</vt:lpstr>
      <vt:lpstr>微软雅黑</vt:lpstr>
      <vt:lpstr>Arial Unicode MS</vt:lpstr>
      <vt:lpstr>Monotype Corsiva</vt:lpstr>
      <vt:lpstr>Batang</vt:lpstr>
      <vt:lpstr>Constantia</vt:lpstr>
      <vt:lpstr>Arial Unicode MS</vt:lpstr>
      <vt:lpstr>.苹方-简 常规体</vt:lpstr>
      <vt:lpstr>Segoe Print</vt:lpstr>
      <vt:lpstr>Blends</vt:lpstr>
      <vt:lpstr>第四章  语法分析</vt:lpstr>
      <vt:lpstr>学习重点</vt:lpstr>
      <vt:lpstr>概述</vt:lpstr>
      <vt:lpstr>4.1  语法分析器的角色</vt:lpstr>
      <vt:lpstr>三类语法分析器</vt:lpstr>
      <vt:lpstr>4.1.1  语法错误处理</vt:lpstr>
      <vt:lpstr>错误处理目标</vt:lpstr>
      <vt:lpstr>例4.1</vt:lpstr>
      <vt:lpstr>例4.1（续）</vt:lpstr>
      <vt:lpstr>4.1.2  错误恢复策略</vt:lpstr>
      <vt:lpstr>错误恢复策略（续）</vt:lpstr>
      <vt:lpstr>错误恢复策略（续）</vt:lpstr>
      <vt:lpstr>错误恢复策略（续）</vt:lpstr>
      <vt:lpstr>4.2  上下文无关文法</vt:lpstr>
      <vt:lpstr>例4.2：简单表达式</vt:lpstr>
      <vt:lpstr>4.2.1  符号约定</vt:lpstr>
      <vt:lpstr>符号约定（续）</vt:lpstr>
      <vt:lpstr>符号约定（续）</vt:lpstr>
      <vt:lpstr>例4.3  利用符号约定简化文法</vt:lpstr>
      <vt:lpstr>4.2.2  推导（derivation）</vt:lpstr>
      <vt:lpstr>推导（续）</vt:lpstr>
      <vt:lpstr>定义</vt:lpstr>
      <vt:lpstr>推导与语言的关系</vt:lpstr>
      <vt:lpstr>例4.4</vt:lpstr>
      <vt:lpstr>最左推导和最右推导</vt:lpstr>
      <vt:lpstr>4.2.3  语法分析树和推导</vt:lpstr>
      <vt:lpstr>语法树与推导的关系</vt:lpstr>
      <vt:lpstr>例4.5</vt:lpstr>
      <vt:lpstr>例4.5</vt:lpstr>
      <vt:lpstr>4.2.4  二义性文法（例4.6）</vt:lpstr>
      <vt:lpstr>4.3  设计CFG</vt:lpstr>
      <vt:lpstr>正规式与上下文无关文法</vt:lpstr>
      <vt:lpstr>NFACFG</vt:lpstr>
      <vt:lpstr>NFACFG</vt:lpstr>
      <vt:lpstr>为什么还需要正规式？</vt:lpstr>
      <vt:lpstr>4.3.2  CFG的验证</vt:lpstr>
      <vt:lpstr>一、S推导出的句子都L</vt:lpstr>
      <vt:lpstr>二、L中的符号串S都可推导出</vt:lpstr>
      <vt:lpstr>设计CFG练习</vt:lpstr>
      <vt:lpstr>不包含子串011的0/1串</vt:lpstr>
      <vt:lpstr>形如xy(x≠y)的01串</vt:lpstr>
      <vt:lpstr>设计CFG的难点</vt:lpstr>
      <vt:lpstr>CFG的修改</vt:lpstr>
      <vt:lpstr>4.3.3  消除二义性</vt:lpstr>
      <vt:lpstr>无二义性的句子</vt:lpstr>
      <vt:lpstr>二义性句子</vt:lpstr>
      <vt:lpstr>两个语法树</vt:lpstr>
      <vt:lpstr>两个语法树（续）</vt:lpstr>
      <vt:lpstr>消除二义性</vt:lpstr>
      <vt:lpstr>4.3.4  消除左递归</vt:lpstr>
      <vt:lpstr>例4.8</vt:lpstr>
      <vt:lpstr>算法4.1：消除间接左递归</vt:lpstr>
      <vt:lpstr>例4.9</vt:lpstr>
      <vt:lpstr>补充：消除e产生式</vt:lpstr>
      <vt:lpstr>补充：消除e产生式（续）</vt:lpstr>
      <vt:lpstr>补充：消除回路</vt:lpstr>
      <vt:lpstr>4.3.5  提取左公因子</vt:lpstr>
      <vt:lpstr>算法4.2 提取左公因子</vt:lpstr>
      <vt:lpstr>例4.10</vt:lpstr>
      <vt:lpstr>4.3.6  CFG无法描述的语言结构</vt:lpstr>
      <vt:lpstr>CFG无法描述的语言结构(续)</vt:lpstr>
      <vt:lpstr>类似语言可用CFG描述</vt:lpstr>
      <vt:lpstr>L3’用正规式无法描述</vt:lpstr>
      <vt:lpstr>L3’用正规式无法描述（续）</vt:lpstr>
      <vt:lpstr>4.9  Yacc</vt:lpstr>
      <vt:lpstr>Yacc程序（续）</vt:lpstr>
      <vt:lpstr>Yacc程序（续）</vt:lpstr>
      <vt:lpstr>Yacc程序（续）</vt:lpstr>
      <vt:lpstr>Lex程序（续）</vt:lpstr>
      <vt:lpstr>4.9.4  Yacc的错误恢复</vt:lpstr>
      <vt:lpstr>Yacc的错误恢复</vt:lpstr>
      <vt:lpstr>例4.52  台式计算器的错误恢复</vt:lpstr>
      <vt:lpstr>4.4  自顶向下语法分析</vt:lpstr>
      <vt:lpstr>学习内容</vt:lpstr>
      <vt:lpstr>4.4.1  递归下降分析方法</vt:lpstr>
      <vt:lpstr>例4.14</vt:lpstr>
      <vt:lpstr>4.4.2  预测分析方法</vt:lpstr>
      <vt:lpstr>4.4.3  利用状态转换图</vt:lpstr>
      <vt:lpstr>例4.15</vt:lpstr>
      <vt:lpstr>例4.15</vt:lpstr>
      <vt:lpstr>PowerPoint 演示文稿</vt:lpstr>
      <vt:lpstr>使用TD（代码示例）</vt:lpstr>
      <vt:lpstr>使用TD（代码示例）</vt:lpstr>
      <vt:lpstr>使用TD（代码示例）</vt:lpstr>
      <vt:lpstr>TD的化简</vt:lpstr>
      <vt:lpstr>TD的化简</vt:lpstr>
      <vt:lpstr>完整的化简</vt:lpstr>
      <vt:lpstr>4.4.4  非递归预测分析方法</vt:lpstr>
      <vt:lpstr>预测分析器运行方法</vt:lpstr>
      <vt:lpstr>算法4.3  非递归预测分析方法</vt:lpstr>
      <vt:lpstr>算法4.3（续）</vt:lpstr>
      <vt:lpstr>例4.16</vt:lpstr>
      <vt:lpstr>例4.16（续）</vt:lpstr>
      <vt:lpstr>4.4.5  FIRST和FOLLOW</vt:lpstr>
      <vt:lpstr>FIRST和FOLLOW</vt:lpstr>
      <vt:lpstr>计算单个符号的FIRST函数</vt:lpstr>
      <vt:lpstr>计算符号串的FIRST函数</vt:lpstr>
      <vt:lpstr>例4.17</vt:lpstr>
      <vt:lpstr>例4.17  最终结果</vt:lpstr>
      <vt:lpstr>例</vt:lpstr>
      <vt:lpstr>计算FOLLOW(A)——非终结符</vt:lpstr>
      <vt:lpstr>二次扫描算法计算FOLLOW</vt:lpstr>
      <vt:lpstr>例4.17</vt:lpstr>
      <vt:lpstr>例</vt:lpstr>
      <vt:lpstr>FIRST与预测分析</vt:lpstr>
      <vt:lpstr>FIRST与预测分析</vt:lpstr>
      <vt:lpstr>FIRST与预测分析</vt:lpstr>
      <vt:lpstr>FIRST与预测分析</vt:lpstr>
      <vt:lpstr>FIRST与预测分析</vt:lpstr>
      <vt:lpstr>FIRST与预测分析</vt:lpstr>
      <vt:lpstr>FOLLOW与预测分析</vt:lpstr>
      <vt:lpstr>FOLLOW与预测分析</vt:lpstr>
      <vt:lpstr>FOLLOW与预测分析</vt:lpstr>
      <vt:lpstr>FOLLOW与预测分析</vt:lpstr>
      <vt:lpstr>FOLLOW与预测分析</vt:lpstr>
      <vt:lpstr>FIRST&amp;FOLLOW与预测分析</vt:lpstr>
      <vt:lpstr>FIRST&amp;FOLLOW的作用</vt:lpstr>
      <vt:lpstr>FIRST作用（续）</vt:lpstr>
      <vt:lpstr>FOLLOW的作用</vt:lpstr>
      <vt:lpstr>FOLLOW的作用（续）</vt:lpstr>
      <vt:lpstr>4.4.6  预测分析表的构造</vt:lpstr>
      <vt:lpstr>例4.18</vt:lpstr>
      <vt:lpstr>例4.19</vt:lpstr>
      <vt:lpstr>4.4.7  LL(1)文法</vt:lpstr>
      <vt:lpstr>LL(1)文法的特性</vt:lpstr>
      <vt:lpstr>4.4.8  预测分析法的错误恢复</vt:lpstr>
      <vt:lpstr>Panic模式恢复策略</vt:lpstr>
      <vt:lpstr>例4.20</vt:lpstr>
      <vt:lpstr>例4.20（续）</vt:lpstr>
      <vt:lpstr>产生错误信息</vt:lpstr>
      <vt:lpstr>产生错误信息（续）</vt:lpstr>
      <vt:lpstr>产生错误信息（续）</vt:lpstr>
      <vt:lpstr>短语级错误恢复</vt:lpstr>
      <vt:lpstr>预测分析器的实现</vt:lpstr>
      <vt:lpstr>修改后的预测分析表</vt:lpstr>
      <vt:lpstr>修改后的预测分析表（续）</vt:lpstr>
      <vt:lpstr>程序框架</vt:lpstr>
      <vt:lpstr>lcc的语法分析——表达式</vt:lpstr>
      <vt:lpstr>lcc的语法分析——表达式</vt:lpstr>
      <vt:lpstr>lcc的语法分析——表达式</vt:lpstr>
      <vt:lpstr>赋值表达式</vt:lpstr>
      <vt:lpstr>赋值表达式</vt:lpstr>
      <vt:lpstr>二元表达式</vt:lpstr>
      <vt:lpstr>消除递归</vt:lpstr>
      <vt:lpstr>自顶向下分析——总结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南开大学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第一章 介绍</dc:title>
  <dc:creator>王刚</dc:creator>
  <cp:lastModifiedBy>蒋枘言</cp:lastModifiedBy>
  <cp:revision>1147</cp:revision>
  <dcterms:created xsi:type="dcterms:W3CDTF">2003-06-05T11:51:00Z</dcterms:created>
  <dcterms:modified xsi:type="dcterms:W3CDTF">2025-11-03T13:19:15Z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8D6EDF53FFEA4785B905DF461E9BE188_12</vt:lpwstr>
  </property>
  <property fmtid="{D5CDD505-2E9C-101B-9397-08002B2CF9AE}" pid="3" name="KSOProductBuildVer">
    <vt:lpwstr>2052-12.1.0.20305</vt:lpwstr>
  </property>
</Properties>
</file>